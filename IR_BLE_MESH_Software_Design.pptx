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3" r:id="rId2"/>
    <p:sldId id="283" r:id="rId3"/>
    <p:sldId id="285" r:id="rId4"/>
    <p:sldId id="288" r:id="rId5"/>
    <p:sldId id="279" r:id="rId6"/>
    <p:sldId id="280" r:id="rId7"/>
    <p:sldId id="256" r:id="rId8"/>
    <p:sldId id="292" r:id="rId9"/>
    <p:sldId id="262" r:id="rId10"/>
    <p:sldId id="276" r:id="rId11"/>
    <p:sldId id="277" r:id="rId12"/>
    <p:sldId id="291" r:id="rId13"/>
    <p:sldId id="286" r:id="rId14"/>
    <p:sldId id="273" r:id="rId15"/>
    <p:sldId id="275" r:id="rId16"/>
    <p:sldId id="274" r:id="rId17"/>
    <p:sldId id="289" r:id="rId18"/>
    <p:sldId id="290" r:id="rId19"/>
    <p:sldId id="278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bedded Development" initials="ED" lastIdx="72" clrIdx="0">
    <p:extLst>
      <p:ext uri="{19B8F6BF-5375-455C-9EA6-DF929625EA0E}">
        <p15:presenceInfo xmlns:p15="http://schemas.microsoft.com/office/powerpoint/2012/main" userId="S::embedded@qmaxsys.com::97690703-89ef-4183-8a66-0c81b6c8ac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C8B1A6-3810-BF87-4372-3E71C3BCE040}" v="109" dt="2024-02-12T10:36:36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bedded Development" userId="S::embedded@qmaxsys.com::97690703-89ef-4183-8a66-0c81b6c8ace9" providerId="AD" clId="Web-{D2FE5832-B8EF-DD57-39FB-A7C25E15DCD1}"/>
    <pc:docChg chg="modSld">
      <pc:chgData name="Embedded Development" userId="S::embedded@qmaxsys.com::97690703-89ef-4183-8a66-0c81b6c8ace9" providerId="AD" clId="Web-{D2FE5832-B8EF-DD57-39FB-A7C25E15DCD1}" dt="2024-01-24T10:22:46.175" v="43"/>
      <pc:docMkLst>
        <pc:docMk/>
      </pc:docMkLst>
      <pc:sldChg chg="modSp modCm">
        <pc:chgData name="Embedded Development" userId="S::embedded@qmaxsys.com::97690703-89ef-4183-8a66-0c81b6c8ace9" providerId="AD" clId="Web-{D2FE5832-B8EF-DD57-39FB-A7C25E15DCD1}" dt="2024-01-24T10:22:46.175" v="43"/>
        <pc:sldMkLst>
          <pc:docMk/>
          <pc:sldMk cId="3116336226" sldId="256"/>
        </pc:sldMkLst>
        <pc:spChg chg="mod">
          <ac:chgData name="Embedded Development" userId="S::embedded@qmaxsys.com::97690703-89ef-4183-8a66-0c81b6c8ace9" providerId="AD" clId="Web-{D2FE5832-B8EF-DD57-39FB-A7C25E15DCD1}" dt="2024-01-24T10:22:41.957" v="32" actId="1076"/>
          <ac:spMkLst>
            <pc:docMk/>
            <pc:sldMk cId="3116336226" sldId="256"/>
            <ac:spMk id="5" creationId="{F6324772-7B18-92E8-4D3E-220E0C0DCC4E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41.957" v="33" actId="1076"/>
          <ac:spMkLst>
            <pc:docMk/>
            <pc:sldMk cId="3116336226" sldId="256"/>
            <ac:spMk id="7" creationId="{8DB2483E-75F6-F80E-8837-97C8C102ECEA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38.035" v="29" actId="1076"/>
          <ac:spMkLst>
            <pc:docMk/>
            <pc:sldMk cId="3116336226" sldId="256"/>
            <ac:spMk id="16" creationId="{93D40C93-9EAC-DA7C-F1AC-42FE6B7D681F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41.972" v="37" actId="1076"/>
          <ac:spMkLst>
            <pc:docMk/>
            <pc:sldMk cId="3116336226" sldId="256"/>
            <ac:spMk id="23" creationId="{466DA469-08CB-94E2-3F05-C208C3F8BF52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41.988" v="39" actId="1076"/>
          <ac:spMkLst>
            <pc:docMk/>
            <pc:sldMk cId="3116336226" sldId="256"/>
            <ac:spMk id="25" creationId="{85791150-5635-5FB9-AB1B-E35DFEBA922D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41.988" v="41" actId="1076"/>
          <ac:spMkLst>
            <pc:docMk/>
            <pc:sldMk cId="3116336226" sldId="256"/>
            <ac:spMk id="28" creationId="{F03765B4-2F41-9A42-4B19-3B906BBC71C4}"/>
          </ac:spMkLst>
        </pc:spChg>
        <pc:cxnChg chg="mod">
          <ac:chgData name="Embedded Development" userId="S::embedded@qmaxsys.com::97690703-89ef-4183-8a66-0c81b6c8ace9" providerId="AD" clId="Web-{D2FE5832-B8EF-DD57-39FB-A7C25E15DCD1}" dt="2024-01-24T10:22:41.957" v="34" actId="1076"/>
          <ac:cxnSpMkLst>
            <pc:docMk/>
            <pc:sldMk cId="3116336226" sldId="256"/>
            <ac:cxnSpMk id="18" creationId="{B490904F-FE6B-20C0-E257-F3EF42653890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41.972" v="35" actId="1076"/>
          <ac:cxnSpMkLst>
            <pc:docMk/>
            <pc:sldMk cId="3116336226" sldId="256"/>
            <ac:cxnSpMk id="19" creationId="{E660EC5D-28A9-9C2A-3533-32E2B37690D4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41.972" v="36" actId="1076"/>
          <ac:cxnSpMkLst>
            <pc:docMk/>
            <pc:sldMk cId="3116336226" sldId="256"/>
            <ac:cxnSpMk id="22" creationId="{01D543AB-E540-5033-A9B9-D3E916AA5237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41.972" v="38" actId="1076"/>
          <ac:cxnSpMkLst>
            <pc:docMk/>
            <pc:sldMk cId="3116336226" sldId="256"/>
            <ac:cxnSpMk id="24" creationId="{968DE889-BF03-66DE-F9E4-A5645042F184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41.988" v="40" actId="1076"/>
          <ac:cxnSpMkLst>
            <pc:docMk/>
            <pc:sldMk cId="3116336226" sldId="256"/>
            <ac:cxnSpMk id="27" creationId="{C005F987-7FCE-CA05-950D-15E02B4ABD9F}"/>
          </ac:cxnSpMkLst>
        </pc:cxnChg>
      </pc:sldChg>
      <pc:sldChg chg="modSp modCm">
        <pc:chgData name="Embedded Development" userId="S::embedded@qmaxsys.com::97690703-89ef-4183-8a66-0c81b6c8ace9" providerId="AD" clId="Web-{D2FE5832-B8EF-DD57-39FB-A7C25E15DCD1}" dt="2024-01-24T10:22:31.738" v="9"/>
        <pc:sldMkLst>
          <pc:docMk/>
          <pc:sldMk cId="1943458392" sldId="262"/>
        </pc:sldMkLst>
        <pc:spChg chg="mod">
          <ac:chgData name="Embedded Development" userId="S::embedded@qmaxsys.com::97690703-89ef-4183-8a66-0c81b6c8ace9" providerId="AD" clId="Web-{D2FE5832-B8EF-DD57-39FB-A7C25E15DCD1}" dt="2024-01-24T10:22:26.909" v="0" actId="1076"/>
          <ac:spMkLst>
            <pc:docMk/>
            <pc:sldMk cId="1943458392" sldId="262"/>
            <ac:spMk id="2" creationId="{103142F4-9E07-E7C8-8EC5-08A4092B4296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26.925" v="1" actId="1076"/>
          <ac:spMkLst>
            <pc:docMk/>
            <pc:sldMk cId="1943458392" sldId="262"/>
            <ac:spMk id="3" creationId="{BB9F8F36-6408-2128-DD2C-4FF213CF5069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26.941" v="5" actId="1076"/>
          <ac:spMkLst>
            <pc:docMk/>
            <pc:sldMk cId="1943458392" sldId="262"/>
            <ac:spMk id="9" creationId="{DE7C4353-B073-8608-568B-7AA29D0BD26E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26.941" v="7" actId="1076"/>
          <ac:spMkLst>
            <pc:docMk/>
            <pc:sldMk cId="1943458392" sldId="262"/>
            <ac:spMk id="11" creationId="{326944DB-763E-97AF-4650-7FF4F9A7CA7A}"/>
          </ac:spMkLst>
        </pc:spChg>
        <pc:cxnChg chg="mod">
          <ac:chgData name="Embedded Development" userId="S::embedded@qmaxsys.com::97690703-89ef-4183-8a66-0c81b6c8ace9" providerId="AD" clId="Web-{D2FE5832-B8EF-DD57-39FB-A7C25E15DCD1}" dt="2024-01-24T10:22:26.925" v="2" actId="1076"/>
          <ac:cxnSpMkLst>
            <pc:docMk/>
            <pc:sldMk cId="1943458392" sldId="262"/>
            <ac:cxnSpMk id="4" creationId="{A4B1E2C5-9645-7E89-87D4-160F62D00334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26.925" v="3" actId="1076"/>
          <ac:cxnSpMkLst>
            <pc:docMk/>
            <pc:sldMk cId="1943458392" sldId="262"/>
            <ac:cxnSpMk id="6" creationId="{6552F70B-97F9-DA6B-1BE4-F89C0079FCE8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26.925" v="4" actId="1076"/>
          <ac:cxnSpMkLst>
            <pc:docMk/>
            <pc:sldMk cId="1943458392" sldId="262"/>
            <ac:cxnSpMk id="8" creationId="{9EC50927-D2D9-A80F-70F8-818BFFE257CA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26.941" v="6" actId="1076"/>
          <ac:cxnSpMkLst>
            <pc:docMk/>
            <pc:sldMk cId="1943458392" sldId="262"/>
            <ac:cxnSpMk id="10" creationId="{593CFC24-9C6A-F9B2-F421-A8F7391F1E08}"/>
          </ac:cxnSpMkLst>
        </pc:cxnChg>
      </pc:sldChg>
    </pc:docChg>
  </pc:docChgLst>
  <pc:docChgLst>
    <pc:chgData name="Embedded Development" userId="S::embedded@qmaxsys.com::97690703-89ef-4183-8a66-0c81b6c8ace9" providerId="AD" clId="Web-{A11AFF9E-B8FB-02EE-67CF-DBF446E015D9}"/>
    <pc:docChg chg="modSld">
      <pc:chgData name="Embedded Development" userId="S::embedded@qmaxsys.com::97690703-89ef-4183-8a66-0c81b6c8ace9" providerId="AD" clId="Web-{A11AFF9E-B8FB-02EE-67CF-DBF446E015D9}" dt="2024-01-24T11:02:27.761" v="421" actId="14100"/>
      <pc:docMkLst>
        <pc:docMk/>
      </pc:docMkLst>
      <pc:sldChg chg="addSp delSp modSp modCm">
        <pc:chgData name="Embedded Development" userId="S::embedded@qmaxsys.com::97690703-89ef-4183-8a66-0c81b6c8ace9" providerId="AD" clId="Web-{A11AFF9E-B8FB-02EE-67CF-DBF446E015D9}" dt="2024-01-24T11:02:27.761" v="421" actId="14100"/>
        <pc:sldMkLst>
          <pc:docMk/>
          <pc:sldMk cId="3116336226" sldId="256"/>
        </pc:sldMkLst>
        <pc:spChg chg="add del mod">
          <ac:chgData name="Embedded Development" userId="S::embedded@qmaxsys.com::97690703-89ef-4183-8a66-0c81b6c8ace9" providerId="AD" clId="Web-{A11AFF9E-B8FB-02EE-67CF-DBF446E015D9}" dt="2024-01-24T10:56:42.272" v="28"/>
          <ac:spMkLst>
            <pc:docMk/>
            <pc:sldMk cId="3116336226" sldId="256"/>
            <ac:spMk id="2" creationId="{B437BEA5-88F6-859E-BD0C-9DB8DA7E6D23}"/>
          </ac:spMkLst>
        </pc:spChg>
        <pc:spChg chg="add mod">
          <ac:chgData name="Embedded Development" userId="S::embedded@qmaxsys.com::97690703-89ef-4183-8a66-0c81b6c8ace9" providerId="AD" clId="Web-{A11AFF9E-B8FB-02EE-67CF-DBF446E015D9}" dt="2024-01-24T11:02:27.761" v="421" actId="14100"/>
          <ac:spMkLst>
            <pc:docMk/>
            <pc:sldMk cId="3116336226" sldId="256"/>
            <ac:spMk id="4" creationId="{70CD7454-5FA4-8FFB-0066-50A6BB6BD811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026" v="396" actId="1076"/>
          <ac:spMkLst>
            <pc:docMk/>
            <pc:sldMk cId="3116336226" sldId="256"/>
            <ac:spMk id="5" creationId="{F6324772-7B18-92E8-4D3E-220E0C0DCC4E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042" v="397" actId="1076"/>
          <ac:spMkLst>
            <pc:docMk/>
            <pc:sldMk cId="3116336226" sldId="256"/>
            <ac:spMk id="7" creationId="{8DB2483E-75F6-F80E-8837-97C8C102ECEA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058" v="398" actId="1076"/>
          <ac:spMkLst>
            <pc:docMk/>
            <pc:sldMk cId="3116336226" sldId="256"/>
            <ac:spMk id="16" creationId="{93D40C93-9EAC-DA7C-F1AC-42FE6B7D681F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105" v="402" actId="1076"/>
          <ac:spMkLst>
            <pc:docMk/>
            <pc:sldMk cId="3116336226" sldId="256"/>
            <ac:spMk id="23" creationId="{466DA469-08CB-94E2-3F05-C208C3F8BF52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136" v="404" actId="1076"/>
          <ac:spMkLst>
            <pc:docMk/>
            <pc:sldMk cId="3116336226" sldId="256"/>
            <ac:spMk id="25" creationId="{85791150-5635-5FB9-AB1B-E35DFEBA922D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167" v="406" actId="1076"/>
          <ac:spMkLst>
            <pc:docMk/>
            <pc:sldMk cId="3116336226" sldId="256"/>
            <ac:spMk id="28" creationId="{F03765B4-2F41-9A42-4B19-3B906BBC71C4}"/>
          </ac:spMkLst>
        </pc:spChg>
        <pc:graphicFrameChg chg="add del mod modGraphic">
          <ac:chgData name="Embedded Development" userId="S::embedded@qmaxsys.com::97690703-89ef-4183-8a66-0c81b6c8ace9" providerId="AD" clId="Web-{A11AFF9E-B8FB-02EE-67CF-DBF446E015D9}" dt="2024-01-24T11:01:44.183" v="407" actId="1076"/>
          <ac:graphicFrameMkLst>
            <pc:docMk/>
            <pc:sldMk cId="3116336226" sldId="256"/>
            <ac:graphicFrameMk id="3" creationId="{4BD7DC63-F8E9-28B1-0F9A-D1370815E53F}"/>
          </ac:graphicFrameMkLst>
        </pc:graphicFrameChg>
        <pc:cxnChg chg="mod">
          <ac:chgData name="Embedded Development" userId="S::embedded@qmaxsys.com::97690703-89ef-4183-8a66-0c81b6c8ace9" providerId="AD" clId="Web-{A11AFF9E-B8FB-02EE-67CF-DBF446E015D9}" dt="2024-01-24T11:01:44.073" v="399" actId="1076"/>
          <ac:cxnSpMkLst>
            <pc:docMk/>
            <pc:sldMk cId="3116336226" sldId="256"/>
            <ac:cxnSpMk id="18" creationId="{B490904F-FE6B-20C0-E257-F3EF42653890}"/>
          </ac:cxnSpMkLst>
        </pc:cxnChg>
        <pc:cxnChg chg="mod">
          <ac:chgData name="Embedded Development" userId="S::embedded@qmaxsys.com::97690703-89ef-4183-8a66-0c81b6c8ace9" providerId="AD" clId="Web-{A11AFF9E-B8FB-02EE-67CF-DBF446E015D9}" dt="2024-01-24T11:01:44.073" v="400" actId="1076"/>
          <ac:cxnSpMkLst>
            <pc:docMk/>
            <pc:sldMk cId="3116336226" sldId="256"/>
            <ac:cxnSpMk id="19" creationId="{E660EC5D-28A9-9C2A-3533-32E2B37690D4}"/>
          </ac:cxnSpMkLst>
        </pc:cxnChg>
        <pc:cxnChg chg="mod">
          <ac:chgData name="Embedded Development" userId="S::embedded@qmaxsys.com::97690703-89ef-4183-8a66-0c81b6c8ace9" providerId="AD" clId="Web-{A11AFF9E-B8FB-02EE-67CF-DBF446E015D9}" dt="2024-01-24T11:01:44.089" v="401" actId="1076"/>
          <ac:cxnSpMkLst>
            <pc:docMk/>
            <pc:sldMk cId="3116336226" sldId="256"/>
            <ac:cxnSpMk id="22" creationId="{01D543AB-E540-5033-A9B9-D3E916AA5237}"/>
          </ac:cxnSpMkLst>
        </pc:cxnChg>
        <pc:cxnChg chg="mod">
          <ac:chgData name="Embedded Development" userId="S::embedded@qmaxsys.com::97690703-89ef-4183-8a66-0c81b6c8ace9" providerId="AD" clId="Web-{A11AFF9E-B8FB-02EE-67CF-DBF446E015D9}" dt="2024-01-24T11:01:44.120" v="403" actId="1076"/>
          <ac:cxnSpMkLst>
            <pc:docMk/>
            <pc:sldMk cId="3116336226" sldId="256"/>
            <ac:cxnSpMk id="24" creationId="{968DE889-BF03-66DE-F9E4-A5645042F184}"/>
          </ac:cxnSpMkLst>
        </pc:cxnChg>
        <pc:cxnChg chg="mod">
          <ac:chgData name="Embedded Development" userId="S::embedded@qmaxsys.com::97690703-89ef-4183-8a66-0c81b6c8ace9" providerId="AD" clId="Web-{A11AFF9E-B8FB-02EE-67CF-DBF446E015D9}" dt="2024-01-24T11:01:44.151" v="405" actId="1076"/>
          <ac:cxnSpMkLst>
            <pc:docMk/>
            <pc:sldMk cId="3116336226" sldId="256"/>
            <ac:cxnSpMk id="27" creationId="{C005F987-7FCE-CA05-950D-15E02B4ABD9F}"/>
          </ac:cxnSpMkLst>
        </pc:cxnChg>
      </pc:sldChg>
    </pc:docChg>
  </pc:docChgLst>
  <pc:docChgLst>
    <pc:chgData name="Embedded Development" userId="97690703-89ef-4183-8a66-0c81b6c8ace9" providerId="ADAL" clId="{BA6B5DA6-A584-42B7-AA33-F3B54EA8229D}"/>
    <pc:docChg chg="undo custSel addSld delSld modSld sldOrd">
      <pc:chgData name="Embedded Development" userId="97690703-89ef-4183-8a66-0c81b6c8ace9" providerId="ADAL" clId="{BA6B5DA6-A584-42B7-AA33-F3B54EA8229D}" dt="2024-02-12T09:55:03.764" v="4362" actId="113"/>
      <pc:docMkLst>
        <pc:docMk/>
      </pc:docMkLst>
      <pc:sldChg chg="modSp mod">
        <pc:chgData name="Embedded Development" userId="97690703-89ef-4183-8a66-0c81b6c8ace9" providerId="ADAL" clId="{BA6B5DA6-A584-42B7-AA33-F3B54EA8229D}" dt="2024-02-12T09:49:04.659" v="4251"/>
        <pc:sldMkLst>
          <pc:docMk/>
          <pc:sldMk cId="3116336226" sldId="256"/>
        </pc:sldMkLst>
        <pc:spChg chg="mod">
          <ac:chgData name="Embedded Development" userId="97690703-89ef-4183-8a66-0c81b6c8ace9" providerId="ADAL" clId="{BA6B5DA6-A584-42B7-AA33-F3B54EA8229D}" dt="2024-02-12T09:45:33.729" v="4204" actId="20577"/>
          <ac:spMkLst>
            <pc:docMk/>
            <pc:sldMk cId="3116336226" sldId="256"/>
            <ac:spMk id="10" creationId="{76A5832B-E368-B357-9402-832DF3F17B83}"/>
          </ac:spMkLst>
        </pc:spChg>
        <pc:spChg chg="mod">
          <ac:chgData name="Embedded Development" userId="97690703-89ef-4183-8a66-0c81b6c8ace9" providerId="ADAL" clId="{BA6B5DA6-A584-42B7-AA33-F3B54EA8229D}" dt="2024-02-12T09:45:25.606" v="4183" actId="20577"/>
          <ac:spMkLst>
            <pc:docMk/>
            <pc:sldMk cId="3116336226" sldId="256"/>
            <ac:spMk id="30" creationId="{4388B6F0-43A7-FAA3-43AB-25ABF5FF68A8}"/>
          </ac:spMkLst>
        </pc:spChg>
        <pc:graphicFrameChg chg="mod modGraphic">
          <ac:chgData name="Embedded Development" userId="97690703-89ef-4183-8a66-0c81b6c8ace9" providerId="ADAL" clId="{BA6B5DA6-A584-42B7-AA33-F3B54EA8229D}" dt="2024-02-12T09:49:04.659" v="4251"/>
          <ac:graphicFrameMkLst>
            <pc:docMk/>
            <pc:sldMk cId="3116336226" sldId="256"/>
            <ac:graphicFrameMk id="2" creationId="{179AF028-29EB-3A39-F202-19AAF9891FF6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49:04.659" v="4251"/>
          <ac:graphicFrameMkLst>
            <pc:docMk/>
            <pc:sldMk cId="3116336226" sldId="256"/>
            <ac:graphicFrameMk id="3" creationId="{4BD7DC63-F8E9-28B1-0F9A-D1370815E53F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45:54.135" v="4208" actId="14100"/>
          <ac:graphicFrameMkLst>
            <pc:docMk/>
            <pc:sldMk cId="3116336226" sldId="256"/>
            <ac:graphicFrameMk id="8" creationId="{D726E11F-5CA1-1FD4-5765-8835B4C0AF4B}"/>
          </ac:graphicFrameMkLst>
        </pc:graphicFrameChg>
      </pc:sldChg>
      <pc:sldChg chg="modSp mod ord">
        <pc:chgData name="Embedded Development" userId="97690703-89ef-4183-8a66-0c81b6c8ace9" providerId="ADAL" clId="{BA6B5DA6-A584-42B7-AA33-F3B54EA8229D}" dt="2024-02-12T09:49:04.659" v="4251"/>
        <pc:sldMkLst>
          <pc:docMk/>
          <pc:sldMk cId="1943458392" sldId="262"/>
        </pc:sldMkLst>
        <pc:spChg chg="mod">
          <ac:chgData name="Embedded Development" userId="97690703-89ef-4183-8a66-0c81b6c8ace9" providerId="ADAL" clId="{BA6B5DA6-A584-42B7-AA33-F3B54EA8229D}" dt="2024-02-12T09:47:50.497" v="4223" actId="20577"/>
          <ac:spMkLst>
            <pc:docMk/>
            <pc:sldMk cId="1943458392" sldId="262"/>
            <ac:spMk id="11" creationId="{CE0C8210-46E2-E167-4C22-75007CC48E28}"/>
          </ac:spMkLst>
        </pc:spChg>
        <pc:spChg chg="mod">
          <ac:chgData name="Embedded Development" userId="97690703-89ef-4183-8a66-0c81b6c8ace9" providerId="ADAL" clId="{BA6B5DA6-A584-42B7-AA33-F3B54EA8229D}" dt="2024-02-12T09:47:53.620" v="4225" actId="20577"/>
          <ac:spMkLst>
            <pc:docMk/>
            <pc:sldMk cId="1943458392" sldId="262"/>
            <ac:spMk id="30" creationId="{6F47E259-01F3-EFA4-D62A-A91D2F04207E}"/>
          </ac:spMkLst>
        </pc:spChg>
        <pc:graphicFrameChg chg="mod modGraphic">
          <ac:chgData name="Embedded Development" userId="97690703-89ef-4183-8a66-0c81b6c8ace9" providerId="ADAL" clId="{BA6B5DA6-A584-42B7-AA33-F3B54EA8229D}" dt="2024-02-12T09:49:04.659" v="4251"/>
          <ac:graphicFrameMkLst>
            <pc:docMk/>
            <pc:sldMk cId="1943458392" sldId="262"/>
            <ac:graphicFrameMk id="5" creationId="{E8DD78CE-6DB1-C1D9-1B47-468750E24619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49:04.659" v="4251"/>
          <ac:graphicFrameMkLst>
            <pc:docMk/>
            <pc:sldMk cId="1943458392" sldId="262"/>
            <ac:graphicFrameMk id="12" creationId="{429D734C-A13A-E533-2543-5F852D9E249C}"/>
          </ac:graphicFrameMkLst>
        </pc:graphicFrameChg>
      </pc:sldChg>
      <pc:sldChg chg="modSp mod">
        <pc:chgData name="Embedded Development" userId="97690703-89ef-4183-8a66-0c81b6c8ace9" providerId="ADAL" clId="{BA6B5DA6-A584-42B7-AA33-F3B54EA8229D}" dt="2024-02-12T09:51:17.084" v="4263" actId="20577"/>
        <pc:sldMkLst>
          <pc:docMk/>
          <pc:sldMk cId="3741343971" sldId="273"/>
        </pc:sldMkLst>
        <pc:spChg chg="mod">
          <ac:chgData name="Embedded Development" userId="97690703-89ef-4183-8a66-0c81b6c8ace9" providerId="ADAL" clId="{BA6B5DA6-A584-42B7-AA33-F3B54EA8229D}" dt="2024-02-12T09:51:10.367" v="4257" actId="20577"/>
          <ac:spMkLst>
            <pc:docMk/>
            <pc:sldMk cId="3741343971" sldId="273"/>
            <ac:spMk id="30" creationId="{20B7F450-DF20-8233-0A3E-2391B6DA3697}"/>
          </ac:spMkLst>
        </pc:spChg>
        <pc:spChg chg="mod">
          <ac:chgData name="Embedded Development" userId="97690703-89ef-4183-8a66-0c81b6c8ace9" providerId="ADAL" clId="{BA6B5DA6-A584-42B7-AA33-F3B54EA8229D}" dt="2024-02-12T09:51:12.710" v="4259" actId="20577"/>
          <ac:spMkLst>
            <pc:docMk/>
            <pc:sldMk cId="3741343971" sldId="273"/>
            <ac:spMk id="32" creationId="{7B0537C3-EF86-CE7A-3E86-4A295BF67E6E}"/>
          </ac:spMkLst>
        </pc:spChg>
        <pc:graphicFrameChg chg="mod modGraphic">
          <ac:chgData name="Embedded Development" userId="97690703-89ef-4183-8a66-0c81b6c8ace9" providerId="ADAL" clId="{BA6B5DA6-A584-42B7-AA33-F3B54EA8229D}" dt="2024-02-12T09:51:17.084" v="4263" actId="20577"/>
          <ac:graphicFrameMkLst>
            <pc:docMk/>
            <pc:sldMk cId="3741343971" sldId="273"/>
            <ac:graphicFrameMk id="4" creationId="{477BDD16-D759-A9CA-F8CE-66F23D49A8E1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51:15.319" v="4261" actId="20577"/>
          <ac:graphicFrameMkLst>
            <pc:docMk/>
            <pc:sldMk cId="3741343971" sldId="273"/>
            <ac:graphicFrameMk id="6" creationId="{66A330D4-0C52-FEDC-33B2-A7500B1855E4}"/>
          </ac:graphicFrameMkLst>
        </pc:graphicFrameChg>
        <pc:cxnChg chg="mod">
          <ac:chgData name="Embedded Development" userId="97690703-89ef-4183-8a66-0c81b6c8ace9" providerId="ADAL" clId="{BA6B5DA6-A584-42B7-AA33-F3B54EA8229D}" dt="2024-02-12T09:49:57.446" v="4253" actId="14100"/>
          <ac:cxnSpMkLst>
            <pc:docMk/>
            <pc:sldMk cId="3741343971" sldId="273"/>
            <ac:cxnSpMk id="18" creationId="{810211D6-569A-6A55-2273-766411E2C610}"/>
          </ac:cxnSpMkLst>
        </pc:cxnChg>
      </pc:sldChg>
      <pc:sldChg chg="modSp mod">
        <pc:chgData name="Embedded Development" userId="97690703-89ef-4183-8a66-0c81b6c8ace9" providerId="ADAL" clId="{BA6B5DA6-A584-42B7-AA33-F3B54EA8229D}" dt="2024-02-12T09:52:00.854" v="4277" actId="20577"/>
        <pc:sldMkLst>
          <pc:docMk/>
          <pc:sldMk cId="245526943" sldId="274"/>
        </pc:sldMkLst>
        <pc:spChg chg="mod">
          <ac:chgData name="Embedded Development" userId="97690703-89ef-4183-8a66-0c81b6c8ace9" providerId="ADAL" clId="{BA6B5DA6-A584-42B7-AA33-F3B54EA8229D}" dt="2024-02-12T09:51:54.019" v="4271" actId="20577"/>
          <ac:spMkLst>
            <pc:docMk/>
            <pc:sldMk cId="245526943" sldId="274"/>
            <ac:spMk id="2" creationId="{23559517-07AE-D37E-106E-8CAD96122A92}"/>
          </ac:spMkLst>
        </pc:spChg>
        <pc:spChg chg="mod">
          <ac:chgData name="Embedded Development" userId="97690703-89ef-4183-8a66-0c81b6c8ace9" providerId="ADAL" clId="{BA6B5DA6-A584-42B7-AA33-F3B54EA8229D}" dt="2024-02-12T09:51:51.028" v="4269" actId="20577"/>
          <ac:spMkLst>
            <pc:docMk/>
            <pc:sldMk cId="245526943" sldId="274"/>
            <ac:spMk id="30" creationId="{AC884E1E-A0F7-BF4B-A3F3-21040510C328}"/>
          </ac:spMkLst>
        </pc:spChg>
        <pc:graphicFrameChg chg="mod modGraphic">
          <ac:chgData name="Embedded Development" userId="97690703-89ef-4183-8a66-0c81b6c8ace9" providerId="ADAL" clId="{BA6B5DA6-A584-42B7-AA33-F3B54EA8229D}" dt="2024-02-12T09:51:56.684" v="4273" actId="20577"/>
          <ac:graphicFrameMkLst>
            <pc:docMk/>
            <pc:sldMk cId="245526943" sldId="274"/>
            <ac:graphicFrameMk id="4" creationId="{5134EA2D-686E-80A1-F400-C68399D83264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52:00.854" v="4277" actId="20577"/>
          <ac:graphicFrameMkLst>
            <pc:docMk/>
            <pc:sldMk cId="245526943" sldId="274"/>
            <ac:graphicFrameMk id="6" creationId="{79F00D05-0CA3-5B4A-705B-D30562A25070}"/>
          </ac:graphicFrameMkLst>
        </pc:graphicFrameChg>
        <pc:graphicFrameChg chg="modGraphic">
          <ac:chgData name="Embedded Development" userId="97690703-89ef-4183-8a66-0c81b6c8ace9" providerId="ADAL" clId="{BA6B5DA6-A584-42B7-AA33-F3B54EA8229D}" dt="2024-02-12T09:32:21.929" v="3602" actId="14100"/>
          <ac:graphicFrameMkLst>
            <pc:docMk/>
            <pc:sldMk cId="245526943" sldId="274"/>
            <ac:graphicFrameMk id="8" creationId="{567A6E54-D067-096A-3873-F1C5312167C7}"/>
          </ac:graphicFrameMkLst>
        </pc:graphicFrameChg>
      </pc:sldChg>
      <pc:sldChg chg="modSp mod ord">
        <pc:chgData name="Embedded Development" userId="97690703-89ef-4183-8a66-0c81b6c8ace9" providerId="ADAL" clId="{BA6B5DA6-A584-42B7-AA33-F3B54EA8229D}" dt="2024-02-12T09:51:26.250" v="4267" actId="20577"/>
        <pc:sldMkLst>
          <pc:docMk/>
          <pc:sldMk cId="3095832009" sldId="275"/>
        </pc:sldMkLst>
        <pc:spChg chg="mod">
          <ac:chgData name="Embedded Development" userId="97690703-89ef-4183-8a66-0c81b6c8ace9" providerId="ADAL" clId="{BA6B5DA6-A584-42B7-AA33-F3B54EA8229D}" dt="2024-02-12T09:51:23.327" v="4265" actId="20577"/>
          <ac:spMkLst>
            <pc:docMk/>
            <pc:sldMk cId="3095832009" sldId="275"/>
            <ac:spMk id="36" creationId="{86D4DE69-35AB-7D8A-4926-FADB258B2C89}"/>
          </ac:spMkLst>
        </pc:spChg>
        <pc:graphicFrameChg chg="mod modGraphic">
          <ac:chgData name="Embedded Development" userId="97690703-89ef-4183-8a66-0c81b6c8ace9" providerId="ADAL" clId="{BA6B5DA6-A584-42B7-AA33-F3B54EA8229D}" dt="2024-02-12T09:51:26.250" v="4267" actId="20577"/>
          <ac:graphicFrameMkLst>
            <pc:docMk/>
            <pc:sldMk cId="3095832009" sldId="275"/>
            <ac:graphicFrameMk id="25" creationId="{E8E13FC1-CC31-DEB2-435A-664694F04B1E}"/>
          </ac:graphicFrameMkLst>
        </pc:graphicFrameChg>
      </pc:sldChg>
      <pc:sldChg chg="addSp delSp modSp mod ord">
        <pc:chgData name="Embedded Development" userId="97690703-89ef-4183-8a66-0c81b6c8ace9" providerId="ADAL" clId="{BA6B5DA6-A584-42B7-AA33-F3B54EA8229D}" dt="2024-02-12T09:49:23.111" v="4252" actId="14100"/>
        <pc:sldMkLst>
          <pc:docMk/>
          <pc:sldMk cId="125140687" sldId="276"/>
        </pc:sldMkLst>
        <pc:spChg chg="mod">
          <ac:chgData name="Embedded Development" userId="97690703-89ef-4183-8a66-0c81b6c8ace9" providerId="ADAL" clId="{BA6B5DA6-A584-42B7-AA33-F3B54EA8229D}" dt="2024-02-12T09:12:18.288" v="2422" actId="1036"/>
          <ac:spMkLst>
            <pc:docMk/>
            <pc:sldMk cId="125140687" sldId="276"/>
            <ac:spMk id="3" creationId="{195AEA51-EC55-660D-2349-38BF0C5DA16E}"/>
          </ac:spMkLst>
        </pc:spChg>
        <pc:spChg chg="mod">
          <ac:chgData name="Embedded Development" userId="97690703-89ef-4183-8a66-0c81b6c8ace9" providerId="ADAL" clId="{BA6B5DA6-A584-42B7-AA33-F3B54EA8229D}" dt="2024-02-12T09:11:56.768" v="2379" actId="1076"/>
          <ac:spMkLst>
            <pc:docMk/>
            <pc:sldMk cId="125140687" sldId="276"/>
            <ac:spMk id="4" creationId="{CD7DA3F5-D38C-CE5A-457B-58F2F3AF56DD}"/>
          </ac:spMkLst>
        </pc:spChg>
        <pc:spChg chg="mod">
          <ac:chgData name="Embedded Development" userId="97690703-89ef-4183-8a66-0c81b6c8ace9" providerId="ADAL" clId="{BA6B5DA6-A584-42B7-AA33-F3B54EA8229D}" dt="2024-02-12T09:11:56.768" v="2379" actId="1076"/>
          <ac:spMkLst>
            <pc:docMk/>
            <pc:sldMk cId="125140687" sldId="276"/>
            <ac:spMk id="8" creationId="{1F5C15BC-4F3C-5DA0-4C78-DF0B3E170E1B}"/>
          </ac:spMkLst>
        </pc:spChg>
        <pc:spChg chg="del">
          <ac:chgData name="Embedded Development" userId="97690703-89ef-4183-8a66-0c81b6c8ace9" providerId="ADAL" clId="{BA6B5DA6-A584-42B7-AA33-F3B54EA8229D}" dt="2024-02-12T09:11:46.183" v="2371" actId="478"/>
          <ac:spMkLst>
            <pc:docMk/>
            <pc:sldMk cId="125140687" sldId="276"/>
            <ac:spMk id="9" creationId="{351A656D-D575-59B0-C5B6-4FA06ACE3582}"/>
          </ac:spMkLst>
        </pc:spChg>
        <pc:spChg chg="mod">
          <ac:chgData name="Embedded Development" userId="97690703-89ef-4183-8a66-0c81b6c8ace9" providerId="ADAL" clId="{BA6B5DA6-A584-42B7-AA33-F3B54EA8229D}" dt="2024-02-12T09:11:56.768" v="2379" actId="1076"/>
          <ac:spMkLst>
            <pc:docMk/>
            <pc:sldMk cId="125140687" sldId="276"/>
            <ac:spMk id="11" creationId="{FD883960-CA6D-F41E-F8CC-C452528AC8F5}"/>
          </ac:spMkLst>
        </pc:spChg>
        <pc:spChg chg="del">
          <ac:chgData name="Embedded Development" userId="97690703-89ef-4183-8a66-0c81b6c8ace9" providerId="ADAL" clId="{BA6B5DA6-A584-42B7-AA33-F3B54EA8229D}" dt="2024-02-12T09:11:46.914" v="2372" actId="478"/>
          <ac:spMkLst>
            <pc:docMk/>
            <pc:sldMk cId="125140687" sldId="276"/>
            <ac:spMk id="13" creationId="{9BF19E09-7823-B706-BDA1-B6F918BD305B}"/>
          </ac:spMkLst>
        </pc:spChg>
        <pc:spChg chg="mod">
          <ac:chgData name="Embedded Development" userId="97690703-89ef-4183-8a66-0c81b6c8ace9" providerId="ADAL" clId="{BA6B5DA6-A584-42B7-AA33-F3B54EA8229D}" dt="2024-02-12T09:48:06.357" v="4230" actId="1076"/>
          <ac:spMkLst>
            <pc:docMk/>
            <pc:sldMk cId="125140687" sldId="276"/>
            <ac:spMk id="14" creationId="{DC18236C-CC66-BD95-7A37-9CF9396F7DDA}"/>
          </ac:spMkLst>
        </pc:spChg>
        <pc:spChg chg="del mod">
          <ac:chgData name="Embedded Development" userId="97690703-89ef-4183-8a66-0c81b6c8ace9" providerId="ADAL" clId="{BA6B5DA6-A584-42B7-AA33-F3B54EA8229D}" dt="2024-02-12T09:12:06.525" v="2383" actId="478"/>
          <ac:spMkLst>
            <pc:docMk/>
            <pc:sldMk cId="125140687" sldId="276"/>
            <ac:spMk id="16" creationId="{C961850D-3689-1766-FD4F-121F64BD3F18}"/>
          </ac:spMkLst>
        </pc:spChg>
        <pc:spChg chg="add mod">
          <ac:chgData name="Embedded Development" userId="97690703-89ef-4183-8a66-0c81b6c8ace9" providerId="ADAL" clId="{BA6B5DA6-A584-42B7-AA33-F3B54EA8229D}" dt="2024-02-12T09:11:21.881" v="2358"/>
          <ac:spMkLst>
            <pc:docMk/>
            <pc:sldMk cId="125140687" sldId="276"/>
            <ac:spMk id="17" creationId="{B0032DC1-9C23-6BD9-EEC8-B7AA6C5AE918}"/>
          </ac:spMkLst>
        </pc:spChg>
        <pc:spChg chg="del">
          <ac:chgData name="Embedded Development" userId="97690703-89ef-4183-8a66-0c81b6c8ace9" providerId="ADAL" clId="{BA6B5DA6-A584-42B7-AA33-F3B54EA8229D}" dt="2024-02-12T09:11:49.188" v="2375" actId="478"/>
          <ac:spMkLst>
            <pc:docMk/>
            <pc:sldMk cId="125140687" sldId="276"/>
            <ac:spMk id="22" creationId="{A077B3C8-D157-CBDD-F087-074BBFDEBC5F}"/>
          </ac:spMkLst>
        </pc:spChg>
        <pc:spChg chg="del">
          <ac:chgData name="Embedded Development" userId="97690703-89ef-4183-8a66-0c81b6c8ace9" providerId="ADAL" clId="{BA6B5DA6-A584-42B7-AA33-F3B54EA8229D}" dt="2024-02-12T09:11:51.037" v="2377" actId="478"/>
          <ac:spMkLst>
            <pc:docMk/>
            <pc:sldMk cId="125140687" sldId="276"/>
            <ac:spMk id="32" creationId="{84C4BB58-EB3C-D3E1-F512-C669E68584BA}"/>
          </ac:spMkLst>
        </pc:spChg>
        <pc:spChg chg="mod">
          <ac:chgData name="Embedded Development" userId="97690703-89ef-4183-8a66-0c81b6c8ace9" providerId="ADAL" clId="{BA6B5DA6-A584-42B7-AA33-F3B54EA8229D}" dt="2024-02-12T09:20:40.076" v="2937" actId="1076"/>
          <ac:spMkLst>
            <pc:docMk/>
            <pc:sldMk cId="125140687" sldId="276"/>
            <ac:spMk id="33" creationId="{F0F4AC09-C370-62C6-B575-41E0EA960EB3}"/>
          </ac:spMkLst>
        </pc:spChg>
        <pc:spChg chg="mod">
          <ac:chgData name="Embedded Development" userId="97690703-89ef-4183-8a66-0c81b6c8ace9" providerId="ADAL" clId="{BA6B5DA6-A584-42B7-AA33-F3B54EA8229D}" dt="2024-02-12T09:47:59.499" v="4227" actId="20577"/>
          <ac:spMkLst>
            <pc:docMk/>
            <pc:sldMk cId="125140687" sldId="276"/>
            <ac:spMk id="35" creationId="{E4ACBD17-8614-C5B6-B14B-6EF3DE8ECF88}"/>
          </ac:spMkLst>
        </pc:spChg>
        <pc:spChg chg="mod">
          <ac:chgData name="Embedded Development" userId="97690703-89ef-4183-8a66-0c81b6c8ace9" providerId="ADAL" clId="{BA6B5DA6-A584-42B7-AA33-F3B54EA8229D}" dt="2024-02-12T09:48:01.703" v="4229" actId="20577"/>
          <ac:spMkLst>
            <pc:docMk/>
            <pc:sldMk cId="125140687" sldId="276"/>
            <ac:spMk id="36" creationId="{3B2A641D-B598-35A1-D564-C23F7446E0FB}"/>
          </ac:spMkLst>
        </pc:spChg>
        <pc:cxnChg chg="mod">
          <ac:chgData name="Embedded Development" userId="97690703-89ef-4183-8a66-0c81b6c8ace9" providerId="ADAL" clId="{BA6B5DA6-A584-42B7-AA33-F3B54EA8229D}" dt="2024-02-12T09:49:23.111" v="4252" actId="14100"/>
          <ac:cxnSpMkLst>
            <pc:docMk/>
            <pc:sldMk cId="125140687" sldId="276"/>
            <ac:cxnSpMk id="2" creationId="{9EA9DC58-5DB6-883A-7606-C4361F8CA7A7}"/>
          </ac:cxnSpMkLst>
        </pc:cxnChg>
        <pc:cxnChg chg="mod">
          <ac:chgData name="Embedded Development" userId="97690703-89ef-4183-8a66-0c81b6c8ace9" providerId="ADAL" clId="{BA6B5DA6-A584-42B7-AA33-F3B54EA8229D}" dt="2024-02-12T09:11:56.768" v="2379" actId="1076"/>
          <ac:cxnSpMkLst>
            <pc:docMk/>
            <pc:sldMk cId="125140687" sldId="276"/>
            <ac:cxnSpMk id="5" creationId="{B4064D51-0DD9-9D93-BEB9-51FA5CD6DDCB}"/>
          </ac:cxnSpMkLst>
        </pc:cxnChg>
        <pc:cxnChg chg="mod">
          <ac:chgData name="Embedded Development" userId="97690703-89ef-4183-8a66-0c81b6c8ace9" providerId="ADAL" clId="{BA6B5DA6-A584-42B7-AA33-F3B54EA8229D}" dt="2024-02-12T09:11:56.768" v="2379" actId="1076"/>
          <ac:cxnSpMkLst>
            <pc:docMk/>
            <pc:sldMk cId="125140687" sldId="276"/>
            <ac:cxnSpMk id="6" creationId="{ABB50800-D7C4-09E3-8DE6-6D798549A58A}"/>
          </ac:cxnSpMkLst>
        </pc:cxnChg>
        <pc:cxnChg chg="del mod">
          <ac:chgData name="Embedded Development" userId="97690703-89ef-4183-8a66-0c81b6c8ace9" providerId="ADAL" clId="{BA6B5DA6-A584-42B7-AA33-F3B54EA8229D}" dt="2024-02-12T09:11:48.158" v="2374" actId="478"/>
          <ac:cxnSpMkLst>
            <pc:docMk/>
            <pc:sldMk cId="125140687" sldId="276"/>
            <ac:cxnSpMk id="7" creationId="{35F735A7-594E-3D31-F372-616020B99138}"/>
          </ac:cxnSpMkLst>
        </pc:cxnChg>
        <pc:cxnChg chg="mod">
          <ac:chgData name="Embedded Development" userId="97690703-89ef-4183-8a66-0c81b6c8ace9" providerId="ADAL" clId="{BA6B5DA6-A584-42B7-AA33-F3B54EA8229D}" dt="2024-02-12T09:11:56.768" v="2379" actId="1076"/>
          <ac:cxnSpMkLst>
            <pc:docMk/>
            <pc:sldMk cId="125140687" sldId="276"/>
            <ac:cxnSpMk id="10" creationId="{899EA28E-A14A-EC4F-1040-BB527A804C68}"/>
          </ac:cxnSpMkLst>
        </pc:cxnChg>
        <pc:cxnChg chg="del mod">
          <ac:chgData name="Embedded Development" userId="97690703-89ef-4183-8a66-0c81b6c8ace9" providerId="ADAL" clId="{BA6B5DA6-A584-42B7-AA33-F3B54EA8229D}" dt="2024-02-12T09:11:47.497" v="2373" actId="478"/>
          <ac:cxnSpMkLst>
            <pc:docMk/>
            <pc:sldMk cId="125140687" sldId="276"/>
            <ac:cxnSpMk id="12" creationId="{BBCD93C3-DF12-2471-F569-B567E35781A3}"/>
          </ac:cxnSpMkLst>
        </pc:cxnChg>
        <pc:cxnChg chg="del mod">
          <ac:chgData name="Embedded Development" userId="97690703-89ef-4183-8a66-0c81b6c8ace9" providerId="ADAL" clId="{BA6B5DA6-A584-42B7-AA33-F3B54EA8229D}" dt="2024-02-12T09:12:07.236" v="2384" actId="478"/>
          <ac:cxnSpMkLst>
            <pc:docMk/>
            <pc:sldMk cId="125140687" sldId="276"/>
            <ac:cxnSpMk id="15" creationId="{64C20BB1-9428-4890-72DA-10526C5CE2D2}"/>
          </ac:cxnSpMkLst>
        </pc:cxnChg>
        <pc:cxnChg chg="del">
          <ac:chgData name="Embedded Development" userId="97690703-89ef-4183-8a66-0c81b6c8ace9" providerId="ADAL" clId="{BA6B5DA6-A584-42B7-AA33-F3B54EA8229D}" dt="2024-02-12T09:11:49.994" v="2376" actId="478"/>
          <ac:cxnSpMkLst>
            <pc:docMk/>
            <pc:sldMk cId="125140687" sldId="276"/>
            <ac:cxnSpMk id="21" creationId="{32B25B0A-9990-075C-492E-759552BE25EC}"/>
          </ac:cxnSpMkLst>
        </pc:cxnChg>
        <pc:cxnChg chg="del">
          <ac:chgData name="Embedded Development" userId="97690703-89ef-4183-8a66-0c81b6c8ace9" providerId="ADAL" clId="{BA6B5DA6-A584-42B7-AA33-F3B54EA8229D}" dt="2024-02-12T09:11:51.686" v="2378" actId="478"/>
          <ac:cxnSpMkLst>
            <pc:docMk/>
            <pc:sldMk cId="125140687" sldId="276"/>
            <ac:cxnSpMk id="30" creationId="{F1720FE7-F6EE-D115-9AB5-55B90077C334}"/>
          </ac:cxnSpMkLst>
        </pc:cxnChg>
        <pc:cxnChg chg="mod">
          <ac:chgData name="Embedded Development" userId="97690703-89ef-4183-8a66-0c81b6c8ace9" providerId="ADAL" clId="{BA6B5DA6-A584-42B7-AA33-F3B54EA8229D}" dt="2024-02-12T09:12:18.288" v="2422" actId="1036"/>
          <ac:cxnSpMkLst>
            <pc:docMk/>
            <pc:sldMk cId="125140687" sldId="276"/>
            <ac:cxnSpMk id="31" creationId="{2DAB1ECD-77A7-99CD-4873-5C5A6540B785}"/>
          </ac:cxnSpMkLst>
        </pc:cxnChg>
      </pc:sldChg>
      <pc:sldChg chg="modSp mod ord addCm delCm">
        <pc:chgData name="Embedded Development" userId="97690703-89ef-4183-8a66-0c81b6c8ace9" providerId="ADAL" clId="{BA6B5DA6-A584-42B7-AA33-F3B54EA8229D}" dt="2024-02-12T09:48:36.799" v="4250" actId="5793"/>
        <pc:sldMkLst>
          <pc:docMk/>
          <pc:sldMk cId="3948856911" sldId="277"/>
        </pc:sldMkLst>
        <pc:spChg chg="mod">
          <ac:chgData name="Embedded Development" userId="97690703-89ef-4183-8a66-0c81b6c8ace9" providerId="ADAL" clId="{BA6B5DA6-A584-42B7-AA33-F3B54EA8229D}" dt="2024-02-12T09:14:00.048" v="2483" actId="1037"/>
          <ac:spMkLst>
            <pc:docMk/>
            <pc:sldMk cId="3948856911" sldId="277"/>
            <ac:spMk id="24" creationId="{9C2BEFE7-AD49-F3A6-8CFA-2C494CB7BA30}"/>
          </ac:spMkLst>
        </pc:spChg>
        <pc:spChg chg="mod">
          <ac:chgData name="Embedded Development" userId="97690703-89ef-4183-8a66-0c81b6c8ace9" providerId="ADAL" clId="{BA6B5DA6-A584-42B7-AA33-F3B54EA8229D}" dt="2024-02-12T09:14:00.048" v="2483" actId="1037"/>
          <ac:spMkLst>
            <pc:docMk/>
            <pc:sldMk cId="3948856911" sldId="277"/>
            <ac:spMk id="26" creationId="{816868FD-B3EF-D610-B989-8B3FCDA590C2}"/>
          </ac:spMkLst>
        </pc:spChg>
        <pc:spChg chg="mod">
          <ac:chgData name="Embedded Development" userId="97690703-89ef-4183-8a66-0c81b6c8ace9" providerId="ADAL" clId="{BA6B5DA6-A584-42B7-AA33-F3B54EA8229D}" dt="2024-02-12T09:14:00.048" v="2483" actId="1037"/>
          <ac:spMkLst>
            <pc:docMk/>
            <pc:sldMk cId="3948856911" sldId="277"/>
            <ac:spMk id="28" creationId="{611DCF5C-F592-FFF6-D459-B661E2B49CC9}"/>
          </ac:spMkLst>
        </pc:spChg>
        <pc:graphicFrameChg chg="mod modGraphic">
          <ac:chgData name="Embedded Development" userId="97690703-89ef-4183-8a66-0c81b6c8ace9" providerId="ADAL" clId="{BA6B5DA6-A584-42B7-AA33-F3B54EA8229D}" dt="2024-02-12T09:48:31.619" v="4244" actId="5793"/>
          <ac:graphicFrameMkLst>
            <pc:docMk/>
            <pc:sldMk cId="3948856911" sldId="277"/>
            <ac:graphicFrameMk id="23" creationId="{302C7FC7-9442-8434-8531-A930F5F3054B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48:36.799" v="4250" actId="5793"/>
          <ac:graphicFrameMkLst>
            <pc:docMk/>
            <pc:sldMk cId="3948856911" sldId="277"/>
            <ac:graphicFrameMk id="25" creationId="{C19C7A2E-928D-B7F8-5691-8DF7BEEB55E9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34:03.686" v="3621" actId="242"/>
          <ac:graphicFrameMkLst>
            <pc:docMk/>
            <pc:sldMk cId="3948856911" sldId="277"/>
            <ac:graphicFrameMk id="27" creationId="{4B39133D-5B08-309D-A9ED-7503942F45C2}"/>
          </ac:graphicFrameMkLst>
        </pc:graphicFrameChg>
      </pc:sldChg>
      <pc:sldChg chg="modSp mod">
        <pc:chgData name="Embedded Development" userId="97690703-89ef-4183-8a66-0c81b6c8ace9" providerId="ADAL" clId="{BA6B5DA6-A584-42B7-AA33-F3B54EA8229D}" dt="2024-02-12T09:52:40.836" v="4296" actId="20577"/>
        <pc:sldMkLst>
          <pc:docMk/>
          <pc:sldMk cId="181310961" sldId="278"/>
        </pc:sldMkLst>
        <pc:spChg chg="mod">
          <ac:chgData name="Embedded Development" userId="97690703-89ef-4183-8a66-0c81b6c8ace9" providerId="ADAL" clId="{BA6B5DA6-A584-42B7-AA33-F3B54EA8229D}" dt="2024-02-12T09:52:33.006" v="4290" actId="20577"/>
          <ac:spMkLst>
            <pc:docMk/>
            <pc:sldMk cId="181310961" sldId="278"/>
            <ac:spMk id="14" creationId="{5A14F15A-65D2-0B17-EF13-6E4999F30374}"/>
          </ac:spMkLst>
        </pc:spChg>
        <pc:spChg chg="mod">
          <ac:chgData name="Embedded Development" userId="97690703-89ef-4183-8a66-0c81b6c8ace9" providerId="ADAL" clId="{BA6B5DA6-A584-42B7-AA33-F3B54EA8229D}" dt="2024-02-12T09:18:59.033" v="2897" actId="1076"/>
          <ac:spMkLst>
            <pc:docMk/>
            <pc:sldMk cId="181310961" sldId="278"/>
            <ac:spMk id="20" creationId="{4FA23EEF-0F71-3155-27DA-3D9948BD046A}"/>
          </ac:spMkLst>
        </pc:spChg>
        <pc:spChg chg="mod">
          <ac:chgData name="Embedded Development" userId="97690703-89ef-4183-8a66-0c81b6c8ace9" providerId="ADAL" clId="{BA6B5DA6-A584-42B7-AA33-F3B54EA8229D}" dt="2024-02-12T09:52:40.836" v="4296" actId="20577"/>
          <ac:spMkLst>
            <pc:docMk/>
            <pc:sldMk cId="181310961" sldId="278"/>
            <ac:spMk id="21" creationId="{5322282F-2FEE-4899-E15F-1616F4D991F4}"/>
          </ac:spMkLst>
        </pc:spChg>
        <pc:graphicFrameChg chg="mod modGraphic">
          <ac:chgData name="Embedded Development" userId="97690703-89ef-4183-8a66-0c81b6c8ace9" providerId="ADAL" clId="{BA6B5DA6-A584-42B7-AA33-F3B54EA8229D}" dt="2024-02-12T09:52:35.526" v="4293" actId="20577"/>
          <ac:graphicFrameMkLst>
            <pc:docMk/>
            <pc:sldMk cId="181310961" sldId="278"/>
            <ac:graphicFrameMk id="19" creationId="{E4FFD3C2-7C5B-40C4-F443-64DD9437A3DB}"/>
          </ac:graphicFrameMkLst>
        </pc:graphicFrameChg>
      </pc:sldChg>
      <pc:sldChg chg="addSp delSp modSp mod">
        <pc:chgData name="Embedded Development" userId="97690703-89ef-4183-8a66-0c81b6c8ace9" providerId="ADAL" clId="{BA6B5DA6-A584-42B7-AA33-F3B54EA8229D}" dt="2024-02-12T08:09:24.466" v="1850" actId="20577"/>
        <pc:sldMkLst>
          <pc:docMk/>
          <pc:sldMk cId="1588761885" sldId="279"/>
        </pc:sldMkLst>
        <pc:spChg chg="add mod">
          <ac:chgData name="Embedded Development" userId="97690703-89ef-4183-8a66-0c81b6c8ace9" providerId="ADAL" clId="{BA6B5DA6-A584-42B7-AA33-F3B54EA8229D}" dt="2024-02-12T08:08:46.999" v="1789" actId="20577"/>
          <ac:spMkLst>
            <pc:docMk/>
            <pc:sldMk cId="1588761885" sldId="279"/>
            <ac:spMk id="2" creationId="{495FC2EA-985D-35DA-D428-1E8095AC98BC}"/>
          </ac:spMkLst>
        </pc:spChg>
        <pc:spChg chg="add mod">
          <ac:chgData name="Embedded Development" userId="97690703-89ef-4183-8a66-0c81b6c8ace9" providerId="ADAL" clId="{BA6B5DA6-A584-42B7-AA33-F3B54EA8229D}" dt="2024-02-12T08:08:50.517" v="1793" actId="20577"/>
          <ac:spMkLst>
            <pc:docMk/>
            <pc:sldMk cId="1588761885" sldId="279"/>
            <ac:spMk id="3" creationId="{DC4D3300-E1F4-FE50-D2AA-6EE0A950A0C9}"/>
          </ac:spMkLst>
        </pc:spChg>
        <pc:spChg chg="add mod">
          <ac:chgData name="Embedded Development" userId="97690703-89ef-4183-8a66-0c81b6c8ace9" providerId="ADAL" clId="{BA6B5DA6-A584-42B7-AA33-F3B54EA8229D}" dt="2024-02-12T08:09:05.734" v="1833" actId="20577"/>
          <ac:spMkLst>
            <pc:docMk/>
            <pc:sldMk cId="1588761885" sldId="279"/>
            <ac:spMk id="4" creationId="{1234FB63-3786-709B-49DB-CCF795284EDD}"/>
          </ac:spMkLst>
        </pc:spChg>
        <pc:spChg chg="del">
          <ac:chgData name="Embedded Development" userId="97690703-89ef-4183-8a66-0c81b6c8ace9" providerId="ADAL" clId="{BA6B5DA6-A584-42B7-AA33-F3B54EA8229D}" dt="2024-02-12T08:07:44.553" v="1541" actId="478"/>
          <ac:spMkLst>
            <pc:docMk/>
            <pc:sldMk cId="1588761885" sldId="279"/>
            <ac:spMk id="17" creationId="{EFA1CF0A-A58C-DDBB-359C-94C417F4879B}"/>
          </ac:spMkLst>
        </pc:spChg>
        <pc:spChg chg="del">
          <ac:chgData name="Embedded Development" userId="97690703-89ef-4183-8a66-0c81b6c8ace9" providerId="ADAL" clId="{BA6B5DA6-A584-42B7-AA33-F3B54EA8229D}" dt="2024-02-12T08:07:44.553" v="1541" actId="478"/>
          <ac:spMkLst>
            <pc:docMk/>
            <pc:sldMk cId="1588761885" sldId="279"/>
            <ac:spMk id="18" creationId="{64BBD591-8D1C-3ED0-5B7A-E8791118D5A3}"/>
          </ac:spMkLst>
        </pc:spChg>
        <pc:spChg chg="add mod">
          <ac:chgData name="Embedded Development" userId="97690703-89ef-4183-8a66-0c81b6c8ace9" providerId="ADAL" clId="{BA6B5DA6-A584-42B7-AA33-F3B54EA8229D}" dt="2024-02-12T08:09:13.397" v="1842" actId="20577"/>
          <ac:spMkLst>
            <pc:docMk/>
            <pc:sldMk cId="1588761885" sldId="279"/>
            <ac:spMk id="19" creationId="{D9443F27-CCC8-F3DD-61D7-A2E534700E35}"/>
          </ac:spMkLst>
        </pc:spChg>
        <pc:spChg chg="add mod">
          <ac:chgData name="Embedded Development" userId="97690703-89ef-4183-8a66-0c81b6c8ace9" providerId="ADAL" clId="{BA6B5DA6-A584-42B7-AA33-F3B54EA8229D}" dt="2024-02-12T08:09:18.168" v="1846" actId="20577"/>
          <ac:spMkLst>
            <pc:docMk/>
            <pc:sldMk cId="1588761885" sldId="279"/>
            <ac:spMk id="20" creationId="{A4C31439-E7DE-8110-BB6E-9562A6713E5F}"/>
          </ac:spMkLst>
        </pc:spChg>
        <pc:spChg chg="add mod">
          <ac:chgData name="Embedded Development" userId="97690703-89ef-4183-8a66-0c81b6c8ace9" providerId="ADAL" clId="{BA6B5DA6-A584-42B7-AA33-F3B54EA8229D}" dt="2024-02-12T08:09:24.466" v="1850" actId="20577"/>
          <ac:spMkLst>
            <pc:docMk/>
            <pc:sldMk cId="1588761885" sldId="279"/>
            <ac:spMk id="22" creationId="{1C6E64F8-9837-34BE-7C2C-7930BA9F362D}"/>
          </ac:spMkLst>
        </pc:spChg>
        <pc:spChg chg="mod">
          <ac:chgData name="Embedded Development" userId="97690703-89ef-4183-8a66-0c81b6c8ace9" providerId="ADAL" clId="{BA6B5DA6-A584-42B7-AA33-F3B54EA8229D}" dt="2024-02-12T08:07:58.475" v="1642" actId="1037"/>
          <ac:spMkLst>
            <pc:docMk/>
            <pc:sldMk cId="1588761885" sldId="279"/>
            <ac:spMk id="24" creationId="{2E63EA01-6A15-55AB-A8DF-843BB26DF2DD}"/>
          </ac:spMkLst>
        </pc:spChg>
        <pc:spChg chg="mod">
          <ac:chgData name="Embedded Development" userId="97690703-89ef-4183-8a66-0c81b6c8ace9" providerId="ADAL" clId="{BA6B5DA6-A584-42B7-AA33-F3B54EA8229D}" dt="2024-02-12T08:07:58.475" v="1642" actId="1037"/>
          <ac:spMkLst>
            <pc:docMk/>
            <pc:sldMk cId="1588761885" sldId="279"/>
            <ac:spMk id="25" creationId="{753F128F-5D88-A276-C51B-AC5FDF13F950}"/>
          </ac:spMkLst>
        </pc:spChg>
        <pc:spChg chg="mod">
          <ac:chgData name="Embedded Development" userId="97690703-89ef-4183-8a66-0c81b6c8ace9" providerId="ADAL" clId="{BA6B5DA6-A584-42B7-AA33-F3B54EA8229D}" dt="2024-02-12T08:07:58.475" v="1642" actId="1037"/>
          <ac:spMkLst>
            <pc:docMk/>
            <pc:sldMk cId="1588761885" sldId="279"/>
            <ac:spMk id="26" creationId="{CF469838-27FE-46E4-803B-5E8E70CCAFC7}"/>
          </ac:spMkLst>
        </pc:spChg>
        <pc:spChg chg="add mod">
          <ac:chgData name="Embedded Development" userId="97690703-89ef-4183-8a66-0c81b6c8ace9" providerId="ADAL" clId="{BA6B5DA6-A584-42B7-AA33-F3B54EA8229D}" dt="2024-02-12T08:08:35.897" v="1722" actId="1036"/>
          <ac:spMkLst>
            <pc:docMk/>
            <pc:sldMk cId="1588761885" sldId="279"/>
            <ac:spMk id="32" creationId="{F370EC10-FD6B-0128-F79E-FC28D9926127}"/>
          </ac:spMkLst>
        </pc:spChg>
        <pc:spChg chg="mod">
          <ac:chgData name="Embedded Development" userId="97690703-89ef-4183-8a66-0c81b6c8ace9" providerId="ADAL" clId="{BA6B5DA6-A584-42B7-AA33-F3B54EA8229D}" dt="2024-02-12T08:07:58.475" v="1642" actId="1037"/>
          <ac:spMkLst>
            <pc:docMk/>
            <pc:sldMk cId="1588761885" sldId="279"/>
            <ac:spMk id="33" creationId="{0C0A8FD9-7BD9-5786-FE08-B165987BEC3A}"/>
          </ac:spMkLst>
        </pc:spChg>
        <pc:spChg chg="mod">
          <ac:chgData name="Embedded Development" userId="97690703-89ef-4183-8a66-0c81b6c8ace9" providerId="ADAL" clId="{BA6B5DA6-A584-42B7-AA33-F3B54EA8229D}" dt="2024-02-12T08:07:58.475" v="1642" actId="1037"/>
          <ac:spMkLst>
            <pc:docMk/>
            <pc:sldMk cId="1588761885" sldId="279"/>
            <ac:spMk id="34" creationId="{C9429148-7CBD-690F-A0AD-D39BE28D446A}"/>
          </ac:spMkLst>
        </pc:spChg>
        <pc:spChg chg="mod">
          <ac:chgData name="Embedded Development" userId="97690703-89ef-4183-8a66-0c81b6c8ace9" providerId="ADAL" clId="{BA6B5DA6-A584-42B7-AA33-F3B54EA8229D}" dt="2024-02-12T08:07:58.475" v="1642" actId="1037"/>
          <ac:spMkLst>
            <pc:docMk/>
            <pc:sldMk cId="1588761885" sldId="279"/>
            <ac:spMk id="35" creationId="{8EA8476B-1637-15F1-1B1C-8A32864C1273}"/>
          </ac:spMkLst>
        </pc:spChg>
        <pc:spChg chg="del">
          <ac:chgData name="Embedded Development" userId="97690703-89ef-4183-8a66-0c81b6c8ace9" providerId="ADAL" clId="{BA6B5DA6-A584-42B7-AA33-F3B54EA8229D}" dt="2024-02-12T08:07:44.553" v="1541" actId="478"/>
          <ac:spMkLst>
            <pc:docMk/>
            <pc:sldMk cId="1588761885" sldId="279"/>
            <ac:spMk id="36" creationId="{A397189C-E897-F756-78A7-388346F23604}"/>
          </ac:spMkLst>
        </pc:spChg>
        <pc:spChg chg="del">
          <ac:chgData name="Embedded Development" userId="97690703-89ef-4183-8a66-0c81b6c8ace9" providerId="ADAL" clId="{BA6B5DA6-A584-42B7-AA33-F3B54EA8229D}" dt="2024-02-12T08:07:44.553" v="1541" actId="478"/>
          <ac:spMkLst>
            <pc:docMk/>
            <pc:sldMk cId="1588761885" sldId="279"/>
            <ac:spMk id="37" creationId="{FB95C942-F3F5-3326-4EEE-0794EFBED951}"/>
          </ac:spMkLst>
        </pc:spChg>
        <pc:spChg chg="mod">
          <ac:chgData name="Embedded Development" userId="97690703-89ef-4183-8a66-0c81b6c8ace9" providerId="ADAL" clId="{BA6B5DA6-A584-42B7-AA33-F3B54EA8229D}" dt="2024-02-12T08:08:09.260" v="1712" actId="1038"/>
          <ac:spMkLst>
            <pc:docMk/>
            <pc:sldMk cId="1588761885" sldId="279"/>
            <ac:spMk id="63" creationId="{B78B323F-C240-6A2A-0CDD-B1B8A8BAB12D}"/>
          </ac:spMkLst>
        </pc:spChg>
        <pc:spChg chg="mod">
          <ac:chgData name="Embedded Development" userId="97690703-89ef-4183-8a66-0c81b6c8ace9" providerId="ADAL" clId="{BA6B5DA6-A584-42B7-AA33-F3B54EA8229D}" dt="2024-02-12T08:08:09.260" v="1712" actId="1038"/>
          <ac:spMkLst>
            <pc:docMk/>
            <pc:sldMk cId="1588761885" sldId="279"/>
            <ac:spMk id="64" creationId="{849F3C70-AD12-9037-E12B-72E683296D3F}"/>
          </ac:spMkLst>
        </pc:spChg>
        <pc:spChg chg="mod">
          <ac:chgData name="Embedded Development" userId="97690703-89ef-4183-8a66-0c81b6c8ace9" providerId="ADAL" clId="{BA6B5DA6-A584-42B7-AA33-F3B54EA8229D}" dt="2024-02-12T08:08:09.260" v="1712" actId="1038"/>
          <ac:spMkLst>
            <pc:docMk/>
            <pc:sldMk cId="1588761885" sldId="279"/>
            <ac:spMk id="65" creationId="{20881497-32BE-608D-C319-E64AEFBF21C2}"/>
          </ac:spMkLst>
        </pc:spChg>
        <pc:spChg chg="mod">
          <ac:chgData name="Embedded Development" userId="97690703-89ef-4183-8a66-0c81b6c8ace9" providerId="ADAL" clId="{BA6B5DA6-A584-42B7-AA33-F3B54EA8229D}" dt="2024-02-12T08:08:09.260" v="1712" actId="1038"/>
          <ac:spMkLst>
            <pc:docMk/>
            <pc:sldMk cId="1588761885" sldId="279"/>
            <ac:spMk id="66" creationId="{4DEE4174-6A46-0646-D6BF-9C5F71363BB7}"/>
          </ac:spMkLst>
        </pc:spChg>
        <pc:spChg chg="del">
          <ac:chgData name="Embedded Development" userId="97690703-89ef-4183-8a66-0c81b6c8ace9" providerId="ADAL" clId="{BA6B5DA6-A584-42B7-AA33-F3B54EA8229D}" dt="2024-02-12T08:07:44.553" v="1541" actId="478"/>
          <ac:spMkLst>
            <pc:docMk/>
            <pc:sldMk cId="1588761885" sldId="279"/>
            <ac:spMk id="74" creationId="{3C437C14-F2C0-9437-0731-D12F9E4153E6}"/>
          </ac:spMkLst>
        </pc:spChg>
        <pc:spChg chg="mod">
          <ac:chgData name="Embedded Development" userId="97690703-89ef-4183-8a66-0c81b6c8ace9" providerId="ADAL" clId="{BA6B5DA6-A584-42B7-AA33-F3B54EA8229D}" dt="2024-02-12T08:07:58.475" v="1642" actId="1037"/>
          <ac:spMkLst>
            <pc:docMk/>
            <pc:sldMk cId="1588761885" sldId="279"/>
            <ac:spMk id="75" creationId="{4E806F7C-7E8A-E106-00E5-6EB3A6CEB7E6}"/>
          </ac:spMkLst>
        </pc:spChg>
        <pc:spChg chg="mod">
          <ac:chgData name="Embedded Development" userId="97690703-89ef-4183-8a66-0c81b6c8ace9" providerId="ADAL" clId="{BA6B5DA6-A584-42B7-AA33-F3B54EA8229D}" dt="2024-02-12T08:08:09.260" v="1712" actId="1038"/>
          <ac:spMkLst>
            <pc:docMk/>
            <pc:sldMk cId="1588761885" sldId="279"/>
            <ac:spMk id="76" creationId="{BA4F9672-F0BB-E128-1EFF-36907A0EBB61}"/>
          </ac:spMkLst>
        </pc:spChg>
        <pc:cxnChg chg="add mod">
          <ac:chgData name="Embedded Development" userId="97690703-89ef-4183-8a66-0c81b6c8ace9" providerId="ADAL" clId="{BA6B5DA6-A584-42B7-AA33-F3B54EA8229D}" dt="2024-02-12T08:08:23.826" v="1714" actId="1076"/>
          <ac:cxnSpMkLst>
            <pc:docMk/>
            <pc:sldMk cId="1588761885" sldId="279"/>
            <ac:cxnSpMk id="7" creationId="{B5FB50CD-6CE2-9821-01E8-C6EBC976D678}"/>
          </ac:cxnSpMkLst>
        </pc:cxnChg>
        <pc:cxnChg chg="add mod">
          <ac:chgData name="Embedded Development" userId="97690703-89ef-4183-8a66-0c81b6c8ace9" providerId="ADAL" clId="{BA6B5DA6-A584-42B7-AA33-F3B54EA8229D}" dt="2024-02-12T08:08:23.826" v="1714" actId="1076"/>
          <ac:cxnSpMkLst>
            <pc:docMk/>
            <pc:sldMk cId="1588761885" sldId="279"/>
            <ac:cxnSpMk id="11" creationId="{C52B66A8-BAE9-4CFF-336F-07C887E6DBBA}"/>
          </ac:cxnSpMkLst>
        </pc:cxnChg>
        <pc:cxnChg chg="del mod">
          <ac:chgData name="Embedded Development" userId="97690703-89ef-4183-8a66-0c81b6c8ace9" providerId="ADAL" clId="{BA6B5DA6-A584-42B7-AA33-F3B54EA8229D}" dt="2024-02-12T08:07:44.553" v="1541" actId="478"/>
          <ac:cxnSpMkLst>
            <pc:docMk/>
            <pc:sldMk cId="1588761885" sldId="279"/>
            <ac:cxnSpMk id="23" creationId="{91359119-3F9D-1888-B92E-84137A9821DF}"/>
          </ac:cxnSpMkLst>
        </pc:cxnChg>
        <pc:cxnChg chg="mod">
          <ac:chgData name="Embedded Development" userId="97690703-89ef-4183-8a66-0c81b6c8ace9" providerId="ADAL" clId="{BA6B5DA6-A584-42B7-AA33-F3B54EA8229D}" dt="2024-02-12T08:07:58.475" v="1642" actId="1037"/>
          <ac:cxnSpMkLst>
            <pc:docMk/>
            <pc:sldMk cId="1588761885" sldId="279"/>
            <ac:cxnSpMk id="27" creationId="{2E933225-154F-5BBE-1D6E-9708577477C5}"/>
          </ac:cxnSpMkLst>
        </pc:cxnChg>
        <pc:cxnChg chg="add mod">
          <ac:chgData name="Embedded Development" userId="97690703-89ef-4183-8a66-0c81b6c8ace9" providerId="ADAL" clId="{BA6B5DA6-A584-42B7-AA33-F3B54EA8229D}" dt="2024-02-12T08:08:23.826" v="1714" actId="1076"/>
          <ac:cxnSpMkLst>
            <pc:docMk/>
            <pc:sldMk cId="1588761885" sldId="279"/>
            <ac:cxnSpMk id="28" creationId="{9AD86E80-3899-02AB-3013-12F2F0DCDAEF}"/>
          </ac:cxnSpMkLst>
        </pc:cxnChg>
        <pc:cxnChg chg="add mod">
          <ac:chgData name="Embedded Development" userId="97690703-89ef-4183-8a66-0c81b6c8ace9" providerId="ADAL" clId="{BA6B5DA6-A584-42B7-AA33-F3B54EA8229D}" dt="2024-02-12T08:08:23.826" v="1714" actId="1076"/>
          <ac:cxnSpMkLst>
            <pc:docMk/>
            <pc:sldMk cId="1588761885" sldId="279"/>
            <ac:cxnSpMk id="29" creationId="{F7AA3E87-60BE-90FD-E4CB-4F45406EC207}"/>
          </ac:cxnSpMkLst>
        </pc:cxnChg>
        <pc:cxnChg chg="mod">
          <ac:chgData name="Embedded Development" userId="97690703-89ef-4183-8a66-0c81b6c8ace9" providerId="ADAL" clId="{BA6B5DA6-A584-42B7-AA33-F3B54EA8229D}" dt="2024-02-12T08:07:58.475" v="1642" actId="1037"/>
          <ac:cxnSpMkLst>
            <pc:docMk/>
            <pc:sldMk cId="1588761885" sldId="279"/>
            <ac:cxnSpMk id="30" creationId="{CC5351A6-C716-E2EF-932B-14F54E04AEB6}"/>
          </ac:cxnSpMkLst>
        </pc:cxnChg>
        <pc:cxnChg chg="add mod">
          <ac:chgData name="Embedded Development" userId="97690703-89ef-4183-8a66-0c81b6c8ace9" providerId="ADAL" clId="{BA6B5DA6-A584-42B7-AA33-F3B54EA8229D}" dt="2024-02-12T08:08:23.826" v="1714" actId="1076"/>
          <ac:cxnSpMkLst>
            <pc:docMk/>
            <pc:sldMk cId="1588761885" sldId="279"/>
            <ac:cxnSpMk id="31" creationId="{9FD3309C-79A7-A610-4A6E-A1BE5530E116}"/>
          </ac:cxnSpMkLst>
        </pc:cxnChg>
        <pc:cxnChg chg="del mod">
          <ac:chgData name="Embedded Development" userId="97690703-89ef-4183-8a66-0c81b6c8ace9" providerId="ADAL" clId="{BA6B5DA6-A584-42B7-AA33-F3B54EA8229D}" dt="2024-02-12T08:07:44.553" v="1541" actId="478"/>
          <ac:cxnSpMkLst>
            <pc:docMk/>
            <pc:sldMk cId="1588761885" sldId="279"/>
            <ac:cxnSpMk id="38" creationId="{240E091F-B73F-BE57-F569-BFF92A7EEE0B}"/>
          </ac:cxnSpMkLst>
        </pc:cxnChg>
        <pc:cxnChg chg="mod">
          <ac:chgData name="Embedded Development" userId="97690703-89ef-4183-8a66-0c81b6c8ace9" providerId="ADAL" clId="{BA6B5DA6-A584-42B7-AA33-F3B54EA8229D}" dt="2024-02-12T08:07:58.475" v="1642" actId="1037"/>
          <ac:cxnSpMkLst>
            <pc:docMk/>
            <pc:sldMk cId="1588761885" sldId="279"/>
            <ac:cxnSpMk id="42" creationId="{60BA3B90-DB41-E04E-42F6-861C443741AA}"/>
          </ac:cxnSpMkLst>
        </pc:cxnChg>
        <pc:cxnChg chg="mod">
          <ac:chgData name="Embedded Development" userId="97690703-89ef-4183-8a66-0c81b6c8ace9" providerId="ADAL" clId="{BA6B5DA6-A584-42B7-AA33-F3B54EA8229D}" dt="2024-02-12T08:07:58.475" v="1642" actId="1037"/>
          <ac:cxnSpMkLst>
            <pc:docMk/>
            <pc:sldMk cId="1588761885" sldId="279"/>
            <ac:cxnSpMk id="43" creationId="{B16AAB4B-0A09-2FB4-50FA-B758DDFEFA66}"/>
          </ac:cxnSpMkLst>
        </pc:cxnChg>
        <pc:cxnChg chg="del mod">
          <ac:chgData name="Embedded Development" userId="97690703-89ef-4183-8a66-0c81b6c8ace9" providerId="ADAL" clId="{BA6B5DA6-A584-42B7-AA33-F3B54EA8229D}" dt="2024-02-12T08:07:44.553" v="1541" actId="478"/>
          <ac:cxnSpMkLst>
            <pc:docMk/>
            <pc:sldMk cId="1588761885" sldId="279"/>
            <ac:cxnSpMk id="49" creationId="{849572BC-646D-C086-A1C0-2E5C4F0E7BB9}"/>
          </ac:cxnSpMkLst>
        </pc:cxnChg>
        <pc:cxnChg chg="mod">
          <ac:chgData name="Embedded Development" userId="97690703-89ef-4183-8a66-0c81b6c8ace9" providerId="ADAL" clId="{BA6B5DA6-A584-42B7-AA33-F3B54EA8229D}" dt="2024-02-12T08:07:58.475" v="1642" actId="1037"/>
          <ac:cxnSpMkLst>
            <pc:docMk/>
            <pc:sldMk cId="1588761885" sldId="279"/>
            <ac:cxnSpMk id="51" creationId="{8D9FE447-F7ED-54A8-4783-45524C24A3FD}"/>
          </ac:cxnSpMkLst>
        </pc:cxnChg>
        <pc:cxnChg chg="mod">
          <ac:chgData name="Embedded Development" userId="97690703-89ef-4183-8a66-0c81b6c8ace9" providerId="ADAL" clId="{BA6B5DA6-A584-42B7-AA33-F3B54EA8229D}" dt="2024-02-12T08:08:09.260" v="1712" actId="1038"/>
          <ac:cxnSpMkLst>
            <pc:docMk/>
            <pc:sldMk cId="1588761885" sldId="279"/>
            <ac:cxnSpMk id="67" creationId="{689BF092-3A54-9257-C80C-F6FA22CCEF83}"/>
          </ac:cxnSpMkLst>
        </pc:cxnChg>
        <pc:cxnChg chg="mod">
          <ac:chgData name="Embedded Development" userId="97690703-89ef-4183-8a66-0c81b6c8ace9" providerId="ADAL" clId="{BA6B5DA6-A584-42B7-AA33-F3B54EA8229D}" dt="2024-02-12T08:08:09.260" v="1712" actId="1038"/>
          <ac:cxnSpMkLst>
            <pc:docMk/>
            <pc:sldMk cId="1588761885" sldId="279"/>
            <ac:cxnSpMk id="68" creationId="{E8A79E0E-EAFE-360C-CAC2-7F09CE576C11}"/>
          </ac:cxnSpMkLst>
        </pc:cxnChg>
        <pc:cxnChg chg="mod">
          <ac:chgData name="Embedded Development" userId="97690703-89ef-4183-8a66-0c81b6c8ace9" providerId="ADAL" clId="{BA6B5DA6-A584-42B7-AA33-F3B54EA8229D}" dt="2024-02-12T08:08:09.260" v="1712" actId="1038"/>
          <ac:cxnSpMkLst>
            <pc:docMk/>
            <pc:sldMk cId="1588761885" sldId="279"/>
            <ac:cxnSpMk id="70" creationId="{755BDE14-8612-48EE-4DBE-7862997B6018}"/>
          </ac:cxnSpMkLst>
        </pc:cxnChg>
        <pc:cxnChg chg="mod">
          <ac:chgData name="Embedded Development" userId="97690703-89ef-4183-8a66-0c81b6c8ace9" providerId="ADAL" clId="{BA6B5DA6-A584-42B7-AA33-F3B54EA8229D}" dt="2024-02-12T08:07:50.769" v="1570" actId="1037"/>
          <ac:cxnSpMkLst>
            <pc:docMk/>
            <pc:sldMk cId="1588761885" sldId="279"/>
            <ac:cxnSpMk id="73" creationId="{813C4AD7-BCA5-91FF-57BA-AC89500156F5}"/>
          </ac:cxnSpMkLst>
        </pc:cxnChg>
      </pc:sldChg>
      <pc:sldChg chg="modSp mod">
        <pc:chgData name="Embedded Development" userId="97690703-89ef-4183-8a66-0c81b6c8ace9" providerId="ADAL" clId="{BA6B5DA6-A584-42B7-AA33-F3B54EA8229D}" dt="2024-02-12T09:07:10.294" v="2069" actId="20577"/>
        <pc:sldMkLst>
          <pc:docMk/>
          <pc:sldMk cId="1656820590" sldId="280"/>
        </pc:sldMkLst>
        <pc:spChg chg="mod">
          <ac:chgData name="Embedded Development" userId="97690703-89ef-4183-8a66-0c81b6c8ace9" providerId="ADAL" clId="{BA6B5DA6-A584-42B7-AA33-F3B54EA8229D}" dt="2024-02-12T08:14:30.796" v="1864" actId="20577"/>
          <ac:spMkLst>
            <pc:docMk/>
            <pc:sldMk cId="1656820590" sldId="280"/>
            <ac:spMk id="78" creationId="{D9CECB8F-A65F-CF9F-7BEA-99978028A697}"/>
          </ac:spMkLst>
        </pc:spChg>
        <pc:spChg chg="mod">
          <ac:chgData name="Embedded Development" userId="97690703-89ef-4183-8a66-0c81b6c8ace9" providerId="ADAL" clId="{BA6B5DA6-A584-42B7-AA33-F3B54EA8229D}" dt="2024-02-12T09:07:01.643" v="2059" actId="20577"/>
          <ac:spMkLst>
            <pc:docMk/>
            <pc:sldMk cId="1656820590" sldId="280"/>
            <ac:spMk id="122" creationId="{10E51DF3-21C2-3BC5-DDD9-139075B99AC6}"/>
          </ac:spMkLst>
        </pc:spChg>
        <pc:spChg chg="mod">
          <ac:chgData name="Embedded Development" userId="97690703-89ef-4183-8a66-0c81b6c8ace9" providerId="ADAL" clId="{BA6B5DA6-A584-42B7-AA33-F3B54EA8229D}" dt="2024-02-12T09:07:07.396" v="2064" actId="20577"/>
          <ac:spMkLst>
            <pc:docMk/>
            <pc:sldMk cId="1656820590" sldId="280"/>
            <ac:spMk id="123" creationId="{F18236B9-2A32-0BE3-04F5-53CDD55C42CB}"/>
          </ac:spMkLst>
        </pc:spChg>
        <pc:spChg chg="mod">
          <ac:chgData name="Embedded Development" userId="97690703-89ef-4183-8a66-0c81b6c8ace9" providerId="ADAL" clId="{BA6B5DA6-A584-42B7-AA33-F3B54EA8229D}" dt="2024-02-12T09:07:10.294" v="2069" actId="20577"/>
          <ac:spMkLst>
            <pc:docMk/>
            <pc:sldMk cId="1656820590" sldId="280"/>
            <ac:spMk id="125" creationId="{A418E0A6-1C12-1199-CBCF-6F824E75705E}"/>
          </ac:spMkLst>
        </pc:spChg>
      </pc:sldChg>
      <pc:sldChg chg="del">
        <pc:chgData name="Embedded Development" userId="97690703-89ef-4183-8a66-0c81b6c8ace9" providerId="ADAL" clId="{BA6B5DA6-A584-42B7-AA33-F3B54EA8229D}" dt="2024-02-12T08:16:33.705" v="1870" actId="47"/>
        <pc:sldMkLst>
          <pc:docMk/>
          <pc:sldMk cId="3502151246" sldId="281"/>
        </pc:sldMkLst>
      </pc:sldChg>
      <pc:sldChg chg="modSp mod ord">
        <pc:chgData name="Embedded Development" userId="97690703-89ef-4183-8a66-0c81b6c8ace9" providerId="ADAL" clId="{BA6B5DA6-A584-42B7-AA33-F3B54EA8229D}" dt="2024-02-12T09:52:28.727" v="4287" actId="20577"/>
        <pc:sldMkLst>
          <pc:docMk/>
          <pc:sldMk cId="4027331707" sldId="282"/>
        </pc:sldMkLst>
        <pc:spChg chg="mod">
          <ac:chgData name="Embedded Development" userId="97690703-89ef-4183-8a66-0c81b6c8ace9" providerId="ADAL" clId="{BA6B5DA6-A584-42B7-AA33-F3B54EA8229D}" dt="2024-02-12T09:52:25.731" v="4284" actId="20577"/>
          <ac:spMkLst>
            <pc:docMk/>
            <pc:sldMk cId="4027331707" sldId="282"/>
            <ac:spMk id="2" creationId="{A1096FDC-184C-3218-A689-8C19FFCA536E}"/>
          </ac:spMkLst>
        </pc:spChg>
        <pc:spChg chg="mod">
          <ac:chgData name="Embedded Development" userId="97690703-89ef-4183-8a66-0c81b6c8ace9" providerId="ADAL" clId="{BA6B5DA6-A584-42B7-AA33-F3B54EA8229D}" dt="2024-02-12T09:52:28.727" v="4287" actId="20577"/>
          <ac:spMkLst>
            <pc:docMk/>
            <pc:sldMk cId="4027331707" sldId="282"/>
            <ac:spMk id="30" creationId="{576D5378-4725-8171-D222-AC654390CCB7}"/>
          </ac:spMkLst>
        </pc:spChg>
        <pc:graphicFrameChg chg="mod modGraphic">
          <ac:chgData name="Embedded Development" userId="97690703-89ef-4183-8a66-0c81b6c8ace9" providerId="ADAL" clId="{BA6B5DA6-A584-42B7-AA33-F3B54EA8229D}" dt="2024-02-12T09:49:04.659" v="4251"/>
          <ac:graphicFrameMkLst>
            <pc:docMk/>
            <pc:sldMk cId="4027331707" sldId="282"/>
            <ac:graphicFrameMk id="4" creationId="{DA2A474B-47E8-A293-1D08-81A56E189C06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49:04.659" v="4251"/>
          <ac:graphicFrameMkLst>
            <pc:docMk/>
            <pc:sldMk cId="4027331707" sldId="282"/>
            <ac:graphicFrameMk id="6" creationId="{DB5FDC40-88FD-379F-D9D1-EA7A2F14943F}"/>
          </ac:graphicFrameMkLst>
        </pc:graphicFrameChg>
      </pc:sldChg>
      <pc:sldChg chg="addSp delSp modSp mod">
        <pc:chgData name="Embedded Development" userId="97690703-89ef-4183-8a66-0c81b6c8ace9" providerId="ADAL" clId="{BA6B5DA6-A584-42B7-AA33-F3B54EA8229D}" dt="2024-02-12T09:55:03.764" v="4362" actId="113"/>
        <pc:sldMkLst>
          <pc:docMk/>
          <pc:sldMk cId="2549508935" sldId="283"/>
        </pc:sldMkLst>
        <pc:spChg chg="add del">
          <ac:chgData name="Embedded Development" userId="97690703-89ef-4183-8a66-0c81b6c8ace9" providerId="ADAL" clId="{BA6B5DA6-A584-42B7-AA33-F3B54EA8229D}" dt="2024-02-09T13:01:13.389" v="1" actId="478"/>
          <ac:spMkLst>
            <pc:docMk/>
            <pc:sldMk cId="2549508935" sldId="283"/>
            <ac:spMk id="2" creationId="{CEABFC41-A6F3-0048-C8E4-2F372F50CBE1}"/>
          </ac:spMkLst>
        </pc:spChg>
        <pc:spChg chg="add del mod">
          <ac:chgData name="Embedded Development" userId="97690703-89ef-4183-8a66-0c81b6c8ace9" providerId="ADAL" clId="{BA6B5DA6-A584-42B7-AA33-F3B54EA8229D}" dt="2024-02-09T13:01:25.358" v="4"/>
          <ac:spMkLst>
            <pc:docMk/>
            <pc:sldMk cId="2549508935" sldId="283"/>
            <ac:spMk id="3" creationId="{24929845-0B8B-59F7-4AA2-F55248478D63}"/>
          </ac:spMkLst>
        </pc:spChg>
        <pc:spChg chg="add mod">
          <ac:chgData name="Embedded Development" userId="97690703-89ef-4183-8a66-0c81b6c8ace9" providerId="ADAL" clId="{BA6B5DA6-A584-42B7-AA33-F3B54EA8229D}" dt="2024-02-09T13:09:26.669" v="270" actId="20577"/>
          <ac:spMkLst>
            <pc:docMk/>
            <pc:sldMk cId="2549508935" sldId="283"/>
            <ac:spMk id="4" creationId="{797E7399-0390-B13A-8A43-58EC026E10CB}"/>
          </ac:spMkLst>
        </pc:spChg>
        <pc:spChg chg="add del mod">
          <ac:chgData name="Embedded Development" userId="97690703-89ef-4183-8a66-0c81b6c8ace9" providerId="ADAL" clId="{BA6B5DA6-A584-42B7-AA33-F3B54EA8229D}" dt="2024-02-09T13:08:57.543" v="258" actId="478"/>
          <ac:spMkLst>
            <pc:docMk/>
            <pc:sldMk cId="2549508935" sldId="283"/>
            <ac:spMk id="5" creationId="{D413EE10-1D5A-633B-256F-7A2365673A94}"/>
          </ac:spMkLst>
        </pc:spChg>
        <pc:graphicFrameChg chg="add mod modGraphic">
          <ac:chgData name="Embedded Development" userId="97690703-89ef-4183-8a66-0c81b6c8ace9" providerId="ADAL" clId="{BA6B5DA6-A584-42B7-AA33-F3B54EA8229D}" dt="2024-02-12T09:55:03.764" v="4362" actId="113"/>
          <ac:graphicFrameMkLst>
            <pc:docMk/>
            <pc:sldMk cId="2549508935" sldId="283"/>
            <ac:graphicFrameMk id="6" creationId="{3F1F59D9-6954-8202-0A9C-B72BFF4C8B09}"/>
          </ac:graphicFrameMkLst>
        </pc:graphicFrameChg>
      </pc:sldChg>
      <pc:sldChg chg="add del">
        <pc:chgData name="Embedded Development" userId="97690703-89ef-4183-8a66-0c81b6c8ace9" providerId="ADAL" clId="{BA6B5DA6-A584-42B7-AA33-F3B54EA8229D}" dt="2024-02-12T08:09:44.843" v="1854" actId="47"/>
        <pc:sldMkLst>
          <pc:docMk/>
          <pc:sldMk cId="3726438520" sldId="284"/>
        </pc:sldMkLst>
      </pc:sldChg>
      <pc:sldChg chg="addSp delSp modSp add mod ord">
        <pc:chgData name="Embedded Development" userId="97690703-89ef-4183-8a66-0c81b6c8ace9" providerId="ADAL" clId="{BA6B5DA6-A584-42B7-AA33-F3B54EA8229D}" dt="2024-02-12T09:38:43.771" v="3633" actId="1036"/>
        <pc:sldMkLst>
          <pc:docMk/>
          <pc:sldMk cId="1671863335" sldId="285"/>
        </pc:sldMkLst>
        <pc:spChg chg="add mod">
          <ac:chgData name="Embedded Development" userId="97690703-89ef-4183-8a66-0c81b6c8ace9" providerId="ADAL" clId="{BA6B5DA6-A584-42B7-AA33-F3B54EA8229D}" dt="2024-02-12T09:25:53.700" v="3386" actId="20577"/>
          <ac:spMkLst>
            <pc:docMk/>
            <pc:sldMk cId="1671863335" sldId="285"/>
            <ac:spMk id="2" creationId="{7D0D34F7-9759-FBAA-7064-554F9BAC1CC3}"/>
          </ac:spMkLst>
        </pc:spChg>
        <pc:spChg chg="add mod">
          <ac:chgData name="Embedded Development" userId="97690703-89ef-4183-8a66-0c81b6c8ace9" providerId="ADAL" clId="{BA6B5DA6-A584-42B7-AA33-F3B54EA8229D}" dt="2024-02-12T08:05:05.900" v="1254" actId="1076"/>
          <ac:spMkLst>
            <pc:docMk/>
            <pc:sldMk cId="1671863335" sldId="285"/>
            <ac:spMk id="3" creationId="{D554A6BD-896F-55A7-290A-88C08B693603}"/>
          </ac:spMkLst>
        </pc:spChg>
        <pc:spChg chg="add mod">
          <ac:chgData name="Embedded Development" userId="97690703-89ef-4183-8a66-0c81b6c8ace9" providerId="ADAL" clId="{BA6B5DA6-A584-42B7-AA33-F3B54EA8229D}" dt="2024-02-12T08:04:16.190" v="1247" actId="1037"/>
          <ac:spMkLst>
            <pc:docMk/>
            <pc:sldMk cId="1671863335" sldId="285"/>
            <ac:spMk id="7" creationId="{4E736764-82BB-04CA-FE2B-5D9594951BDA}"/>
          </ac:spMkLst>
        </pc:spChg>
        <pc:spChg chg="add mod">
          <ac:chgData name="Embedded Development" userId="97690703-89ef-4183-8a66-0c81b6c8ace9" providerId="ADAL" clId="{BA6B5DA6-A584-42B7-AA33-F3B54EA8229D}" dt="2024-02-12T08:05:32.571" v="1345" actId="20577"/>
          <ac:spMkLst>
            <pc:docMk/>
            <pc:sldMk cId="1671863335" sldId="285"/>
            <ac:spMk id="19" creationId="{82354B0D-FDE9-A005-526A-195FCAC6CAE4}"/>
          </ac:spMkLst>
        </pc:spChg>
        <pc:spChg chg="del">
          <ac:chgData name="Embedded Development" userId="97690703-89ef-4183-8a66-0c81b6c8ace9" providerId="ADAL" clId="{BA6B5DA6-A584-42B7-AA33-F3B54EA8229D}" dt="2024-02-09T13:04:14.967" v="234" actId="478"/>
          <ac:spMkLst>
            <pc:docMk/>
            <pc:sldMk cId="1671863335" sldId="285"/>
            <ac:spMk id="24" creationId="{3B3EE2CA-D0D8-E652-045C-C855A61F3C81}"/>
          </ac:spMkLst>
        </pc:spChg>
        <pc:spChg chg="del">
          <ac:chgData name="Embedded Development" userId="97690703-89ef-4183-8a66-0c81b6c8ace9" providerId="ADAL" clId="{BA6B5DA6-A584-42B7-AA33-F3B54EA8229D}" dt="2024-02-09T13:04:14.967" v="234" actId="478"/>
          <ac:spMkLst>
            <pc:docMk/>
            <pc:sldMk cId="1671863335" sldId="285"/>
            <ac:spMk id="25" creationId="{4A46444D-0482-8BCC-F9F7-8580436F9253}"/>
          </ac:spMkLst>
        </pc:spChg>
        <pc:spChg chg="del">
          <ac:chgData name="Embedded Development" userId="97690703-89ef-4183-8a66-0c81b6c8ace9" providerId="ADAL" clId="{BA6B5DA6-A584-42B7-AA33-F3B54EA8229D}" dt="2024-02-09T13:04:14.967" v="234" actId="478"/>
          <ac:spMkLst>
            <pc:docMk/>
            <pc:sldMk cId="1671863335" sldId="285"/>
            <ac:spMk id="26" creationId="{27E0BA5D-E974-515B-F9E8-D07A63F91365}"/>
          </ac:spMkLst>
        </pc:spChg>
        <pc:spChg chg="add mod">
          <ac:chgData name="Embedded Development" userId="97690703-89ef-4183-8a66-0c81b6c8ace9" providerId="ADAL" clId="{BA6B5DA6-A584-42B7-AA33-F3B54EA8229D}" dt="2024-02-12T09:10:48.067" v="2334" actId="14100"/>
          <ac:spMkLst>
            <pc:docMk/>
            <pc:sldMk cId="1671863335" sldId="285"/>
            <ac:spMk id="26" creationId="{83957946-8AA2-EC11-FD66-794945EFC601}"/>
          </ac:spMkLst>
        </pc:spChg>
        <pc:spChg chg="add mod">
          <ac:chgData name="Embedded Development" userId="97690703-89ef-4183-8a66-0c81b6c8ace9" providerId="ADAL" clId="{BA6B5DA6-A584-42B7-AA33-F3B54EA8229D}" dt="2024-02-12T08:07:07.101" v="1493" actId="20577"/>
          <ac:spMkLst>
            <pc:docMk/>
            <pc:sldMk cId="1671863335" sldId="285"/>
            <ac:spMk id="27" creationId="{A1F78E65-ADAD-161D-CAC5-61BCA821F68B}"/>
          </ac:spMkLst>
        </pc:spChg>
        <pc:spChg chg="add mod">
          <ac:chgData name="Embedded Development" userId="97690703-89ef-4183-8a66-0c81b6c8ace9" providerId="ADAL" clId="{BA6B5DA6-A584-42B7-AA33-F3B54EA8229D}" dt="2024-02-12T08:07:17.188" v="1512" actId="20577"/>
          <ac:spMkLst>
            <pc:docMk/>
            <pc:sldMk cId="1671863335" sldId="285"/>
            <ac:spMk id="28" creationId="{6085FBD8-8096-D309-2052-DEB5A5042B10}"/>
          </ac:spMkLst>
        </pc:spChg>
        <pc:spChg chg="add mod">
          <ac:chgData name="Embedded Development" userId="97690703-89ef-4183-8a66-0c81b6c8ace9" providerId="ADAL" clId="{BA6B5DA6-A584-42B7-AA33-F3B54EA8229D}" dt="2024-02-12T08:07:25.969" v="1540" actId="20577"/>
          <ac:spMkLst>
            <pc:docMk/>
            <pc:sldMk cId="1671863335" sldId="285"/>
            <ac:spMk id="30" creationId="{7F89039C-7DCE-CE7A-088A-59E0398B674B}"/>
          </ac:spMkLst>
        </pc:spChg>
        <pc:spChg chg="add mod">
          <ac:chgData name="Embedded Development" userId="97690703-89ef-4183-8a66-0c81b6c8ace9" providerId="ADAL" clId="{BA6B5DA6-A584-42B7-AA33-F3B54EA8229D}" dt="2024-02-12T08:07:22.068" v="1526" actId="20577"/>
          <ac:spMkLst>
            <pc:docMk/>
            <pc:sldMk cId="1671863335" sldId="285"/>
            <ac:spMk id="31" creationId="{CFDE5571-52CC-BFFF-34C9-AB7ABBB2C93A}"/>
          </ac:spMkLst>
        </pc:spChg>
        <pc:spChg chg="del">
          <ac:chgData name="Embedded Development" userId="97690703-89ef-4183-8a66-0c81b6c8ace9" providerId="ADAL" clId="{BA6B5DA6-A584-42B7-AA33-F3B54EA8229D}" dt="2024-02-09T13:04:14.967" v="234" actId="478"/>
          <ac:spMkLst>
            <pc:docMk/>
            <pc:sldMk cId="1671863335" sldId="285"/>
            <ac:spMk id="33" creationId="{CBB866A0-7E32-32C0-3B9F-5B754C750D86}"/>
          </ac:spMkLst>
        </pc:spChg>
        <pc:spChg chg="del">
          <ac:chgData name="Embedded Development" userId="97690703-89ef-4183-8a66-0c81b6c8ace9" providerId="ADAL" clId="{BA6B5DA6-A584-42B7-AA33-F3B54EA8229D}" dt="2024-02-09T13:04:14.967" v="234" actId="478"/>
          <ac:spMkLst>
            <pc:docMk/>
            <pc:sldMk cId="1671863335" sldId="285"/>
            <ac:spMk id="34" creationId="{A0919977-3C68-DB7F-A8DA-30BA7959D6F6}"/>
          </ac:spMkLst>
        </pc:spChg>
        <pc:spChg chg="del">
          <ac:chgData name="Embedded Development" userId="97690703-89ef-4183-8a66-0c81b6c8ace9" providerId="ADAL" clId="{BA6B5DA6-A584-42B7-AA33-F3B54EA8229D}" dt="2024-02-09T13:04:14.967" v="234" actId="478"/>
          <ac:spMkLst>
            <pc:docMk/>
            <pc:sldMk cId="1671863335" sldId="285"/>
            <ac:spMk id="35" creationId="{359AF092-F11A-6D7E-5BC0-D58D9AA1FEB6}"/>
          </ac:spMkLst>
        </pc:spChg>
        <pc:spChg chg="del">
          <ac:chgData name="Embedded Development" userId="97690703-89ef-4183-8a66-0c81b6c8ace9" providerId="ADAL" clId="{BA6B5DA6-A584-42B7-AA33-F3B54EA8229D}" dt="2024-02-09T13:04:17.875" v="235" actId="478"/>
          <ac:spMkLst>
            <pc:docMk/>
            <pc:sldMk cId="1671863335" sldId="285"/>
            <ac:spMk id="63" creationId="{11CF2E59-7CA4-2E4A-BF46-51AD7A56D6EA}"/>
          </ac:spMkLst>
        </pc:spChg>
        <pc:spChg chg="del">
          <ac:chgData name="Embedded Development" userId="97690703-89ef-4183-8a66-0c81b6c8ace9" providerId="ADAL" clId="{BA6B5DA6-A584-42B7-AA33-F3B54EA8229D}" dt="2024-02-09T13:04:17.875" v="235" actId="478"/>
          <ac:spMkLst>
            <pc:docMk/>
            <pc:sldMk cId="1671863335" sldId="285"/>
            <ac:spMk id="64" creationId="{E43E0F34-4FD0-D56B-07D9-87B56012BD1C}"/>
          </ac:spMkLst>
        </pc:spChg>
        <pc:spChg chg="del">
          <ac:chgData name="Embedded Development" userId="97690703-89ef-4183-8a66-0c81b6c8ace9" providerId="ADAL" clId="{BA6B5DA6-A584-42B7-AA33-F3B54EA8229D}" dt="2024-02-09T13:04:17.875" v="235" actId="478"/>
          <ac:spMkLst>
            <pc:docMk/>
            <pc:sldMk cId="1671863335" sldId="285"/>
            <ac:spMk id="65" creationId="{778F9668-1880-C507-C9AE-13A39DAED7F3}"/>
          </ac:spMkLst>
        </pc:spChg>
        <pc:spChg chg="del">
          <ac:chgData name="Embedded Development" userId="97690703-89ef-4183-8a66-0c81b6c8ace9" providerId="ADAL" clId="{BA6B5DA6-A584-42B7-AA33-F3B54EA8229D}" dt="2024-02-09T13:04:17.875" v="235" actId="478"/>
          <ac:spMkLst>
            <pc:docMk/>
            <pc:sldMk cId="1671863335" sldId="285"/>
            <ac:spMk id="66" creationId="{035D5117-2829-5F1A-7DAC-EF9C279A5CBE}"/>
          </ac:spMkLst>
        </pc:spChg>
        <pc:spChg chg="mod">
          <ac:chgData name="Embedded Development" userId="97690703-89ef-4183-8a66-0c81b6c8ace9" providerId="ADAL" clId="{BA6B5DA6-A584-42B7-AA33-F3B54EA8229D}" dt="2024-02-12T09:38:43.771" v="3633" actId="1036"/>
          <ac:spMkLst>
            <pc:docMk/>
            <pc:sldMk cId="1671863335" sldId="285"/>
            <ac:spMk id="71" creationId="{D85DD374-9516-7590-3657-F0FB808C77D7}"/>
          </ac:spMkLst>
        </pc:spChg>
        <pc:spChg chg="del">
          <ac:chgData name="Embedded Development" userId="97690703-89ef-4183-8a66-0c81b6c8ace9" providerId="ADAL" clId="{BA6B5DA6-A584-42B7-AA33-F3B54EA8229D}" dt="2024-02-09T13:04:14.967" v="234" actId="478"/>
          <ac:spMkLst>
            <pc:docMk/>
            <pc:sldMk cId="1671863335" sldId="285"/>
            <ac:spMk id="75" creationId="{79086903-24FC-2C96-20BE-F22171C11AF7}"/>
          </ac:spMkLst>
        </pc:spChg>
        <pc:spChg chg="del">
          <ac:chgData name="Embedded Development" userId="97690703-89ef-4183-8a66-0c81b6c8ace9" providerId="ADAL" clId="{BA6B5DA6-A584-42B7-AA33-F3B54EA8229D}" dt="2024-02-09T13:04:17.875" v="235" actId="478"/>
          <ac:spMkLst>
            <pc:docMk/>
            <pc:sldMk cId="1671863335" sldId="285"/>
            <ac:spMk id="76" creationId="{7267FB2F-1D6B-BDCA-B718-9E9D61A80F12}"/>
          </ac:spMkLst>
        </pc:spChg>
        <pc:cxnChg chg="add mod">
          <ac:chgData name="Embedded Development" userId="97690703-89ef-4183-8a66-0c81b6c8ace9" providerId="ADAL" clId="{BA6B5DA6-A584-42B7-AA33-F3B54EA8229D}" dt="2024-02-12T08:05:05.900" v="1254" actId="1076"/>
          <ac:cxnSpMkLst>
            <pc:docMk/>
            <pc:sldMk cId="1671863335" sldId="285"/>
            <ac:cxnSpMk id="4" creationId="{2A492341-64F0-1308-45EC-EBA870773057}"/>
          </ac:cxnSpMkLst>
        </pc:cxnChg>
        <pc:cxnChg chg="add mod">
          <ac:chgData name="Embedded Development" userId="97690703-89ef-4183-8a66-0c81b6c8ace9" providerId="ADAL" clId="{BA6B5DA6-A584-42B7-AA33-F3B54EA8229D}" dt="2024-02-09T13:04:30.797" v="237"/>
          <ac:cxnSpMkLst>
            <pc:docMk/>
            <pc:sldMk cId="1671863335" sldId="285"/>
            <ac:cxnSpMk id="11" creationId="{5C424D39-721D-0FF3-319F-714EE2196E19}"/>
          </ac:cxnSpMkLst>
        </pc:cxnChg>
        <pc:cxnChg chg="add mod">
          <ac:chgData name="Embedded Development" userId="97690703-89ef-4183-8a66-0c81b6c8ace9" providerId="ADAL" clId="{BA6B5DA6-A584-42B7-AA33-F3B54EA8229D}" dt="2024-02-09T13:04:30.797" v="237"/>
          <ac:cxnSpMkLst>
            <pc:docMk/>
            <pc:sldMk cId="1671863335" sldId="285"/>
            <ac:cxnSpMk id="19" creationId="{66CFFE6F-F968-F41F-8AE8-96B446C27233}"/>
          </ac:cxnSpMkLst>
        </pc:cxnChg>
        <pc:cxnChg chg="add mod">
          <ac:chgData name="Embedded Development" userId="97690703-89ef-4183-8a66-0c81b6c8ace9" providerId="ADAL" clId="{BA6B5DA6-A584-42B7-AA33-F3B54EA8229D}" dt="2024-02-09T13:04:36.391" v="238"/>
          <ac:cxnSpMkLst>
            <pc:docMk/>
            <pc:sldMk cId="1671863335" sldId="285"/>
            <ac:cxnSpMk id="20" creationId="{32C632ED-59AF-EC06-E2EA-4FDF811549A7}"/>
          </ac:cxnSpMkLst>
        </pc:cxnChg>
        <pc:cxnChg chg="add mod">
          <ac:chgData name="Embedded Development" userId="97690703-89ef-4183-8a66-0c81b6c8ace9" providerId="ADAL" clId="{BA6B5DA6-A584-42B7-AA33-F3B54EA8229D}" dt="2024-02-12T08:04:48.631" v="1252" actId="1076"/>
          <ac:cxnSpMkLst>
            <pc:docMk/>
            <pc:sldMk cId="1671863335" sldId="285"/>
            <ac:cxnSpMk id="22" creationId="{D2832F77-582E-1DFB-A150-96105427E0F4}"/>
          </ac:cxnSpMkLst>
        </pc:cxnChg>
        <pc:cxnChg chg="del mod">
          <ac:chgData name="Embedded Development" userId="97690703-89ef-4183-8a66-0c81b6c8ace9" providerId="ADAL" clId="{BA6B5DA6-A584-42B7-AA33-F3B54EA8229D}" dt="2024-02-09T13:04:14.967" v="234" actId="478"/>
          <ac:cxnSpMkLst>
            <pc:docMk/>
            <pc:sldMk cId="1671863335" sldId="285"/>
            <ac:cxnSpMk id="27" creationId="{AA306017-0A91-04FC-A494-59E07BDCB1F8}"/>
          </ac:cxnSpMkLst>
        </pc:cxnChg>
        <pc:cxnChg chg="add mod">
          <ac:chgData name="Embedded Development" userId="97690703-89ef-4183-8a66-0c81b6c8ace9" providerId="ADAL" clId="{BA6B5DA6-A584-42B7-AA33-F3B54EA8229D}" dt="2024-02-12T08:06:50.815" v="1417" actId="1076"/>
          <ac:cxnSpMkLst>
            <pc:docMk/>
            <pc:sldMk cId="1671863335" sldId="285"/>
            <ac:cxnSpMk id="29" creationId="{E7F2F94A-C46B-3178-CB2D-ED5953AA97B7}"/>
          </ac:cxnSpMkLst>
        </pc:cxnChg>
        <pc:cxnChg chg="del mod">
          <ac:chgData name="Embedded Development" userId="97690703-89ef-4183-8a66-0c81b6c8ace9" providerId="ADAL" clId="{BA6B5DA6-A584-42B7-AA33-F3B54EA8229D}" dt="2024-02-09T13:04:14.967" v="234" actId="478"/>
          <ac:cxnSpMkLst>
            <pc:docMk/>
            <pc:sldMk cId="1671863335" sldId="285"/>
            <ac:cxnSpMk id="30" creationId="{B7675C0E-BB2A-DCAE-5BD4-89C0B8F79DB0}"/>
          </ac:cxnSpMkLst>
        </pc:cxnChg>
        <pc:cxnChg chg="add mod">
          <ac:chgData name="Embedded Development" userId="97690703-89ef-4183-8a66-0c81b6c8ace9" providerId="ADAL" clId="{BA6B5DA6-A584-42B7-AA33-F3B54EA8229D}" dt="2024-02-12T08:06:50.815" v="1417" actId="1076"/>
          <ac:cxnSpMkLst>
            <pc:docMk/>
            <pc:sldMk cId="1671863335" sldId="285"/>
            <ac:cxnSpMk id="32" creationId="{AF694003-2F0A-70B5-7537-C62FCC33F1F1}"/>
          </ac:cxnSpMkLst>
        </pc:cxnChg>
        <pc:cxnChg chg="del mod">
          <ac:chgData name="Embedded Development" userId="97690703-89ef-4183-8a66-0c81b6c8ace9" providerId="ADAL" clId="{BA6B5DA6-A584-42B7-AA33-F3B54EA8229D}" dt="2024-02-09T13:04:14.967" v="234" actId="478"/>
          <ac:cxnSpMkLst>
            <pc:docMk/>
            <pc:sldMk cId="1671863335" sldId="285"/>
            <ac:cxnSpMk id="42" creationId="{C4C7439C-7DE0-1565-4679-F802859C5074}"/>
          </ac:cxnSpMkLst>
        </pc:cxnChg>
        <pc:cxnChg chg="del mod">
          <ac:chgData name="Embedded Development" userId="97690703-89ef-4183-8a66-0c81b6c8ace9" providerId="ADAL" clId="{BA6B5DA6-A584-42B7-AA33-F3B54EA8229D}" dt="2024-02-09T13:04:14.967" v="234" actId="478"/>
          <ac:cxnSpMkLst>
            <pc:docMk/>
            <pc:sldMk cId="1671863335" sldId="285"/>
            <ac:cxnSpMk id="43" creationId="{0CC2A683-3F05-D592-BA1A-E4017B633CEF}"/>
          </ac:cxnSpMkLst>
        </pc:cxnChg>
        <pc:cxnChg chg="del">
          <ac:chgData name="Embedded Development" userId="97690703-89ef-4183-8a66-0c81b6c8ace9" providerId="ADAL" clId="{BA6B5DA6-A584-42B7-AA33-F3B54EA8229D}" dt="2024-02-09T13:04:14.967" v="234" actId="478"/>
          <ac:cxnSpMkLst>
            <pc:docMk/>
            <pc:sldMk cId="1671863335" sldId="285"/>
            <ac:cxnSpMk id="51" creationId="{642087AC-EA77-E6B0-0C74-21A5863AD04A}"/>
          </ac:cxnSpMkLst>
        </pc:cxnChg>
        <pc:cxnChg chg="del mod">
          <ac:chgData name="Embedded Development" userId="97690703-89ef-4183-8a66-0c81b6c8ace9" providerId="ADAL" clId="{BA6B5DA6-A584-42B7-AA33-F3B54EA8229D}" dt="2024-02-09T13:04:17.875" v="235" actId="478"/>
          <ac:cxnSpMkLst>
            <pc:docMk/>
            <pc:sldMk cId="1671863335" sldId="285"/>
            <ac:cxnSpMk id="67" creationId="{07A0717A-8222-762B-1BD7-91EF54ED37F5}"/>
          </ac:cxnSpMkLst>
        </pc:cxnChg>
        <pc:cxnChg chg="del mod">
          <ac:chgData name="Embedded Development" userId="97690703-89ef-4183-8a66-0c81b6c8ace9" providerId="ADAL" clId="{BA6B5DA6-A584-42B7-AA33-F3B54EA8229D}" dt="2024-02-09T13:04:17.875" v="235" actId="478"/>
          <ac:cxnSpMkLst>
            <pc:docMk/>
            <pc:sldMk cId="1671863335" sldId="285"/>
            <ac:cxnSpMk id="68" creationId="{213F6332-6B47-4622-3963-B6709D34F6D5}"/>
          </ac:cxnSpMkLst>
        </pc:cxnChg>
        <pc:cxnChg chg="del">
          <ac:chgData name="Embedded Development" userId="97690703-89ef-4183-8a66-0c81b6c8ace9" providerId="ADAL" clId="{BA6B5DA6-A584-42B7-AA33-F3B54EA8229D}" dt="2024-02-09T13:04:17.875" v="235" actId="478"/>
          <ac:cxnSpMkLst>
            <pc:docMk/>
            <pc:sldMk cId="1671863335" sldId="285"/>
            <ac:cxnSpMk id="70" creationId="{88D152E8-0D96-E4B5-E4F9-EB6AB17F58D1}"/>
          </ac:cxnSpMkLst>
        </pc:cxnChg>
        <pc:cxnChg chg="del">
          <ac:chgData name="Embedded Development" userId="97690703-89ef-4183-8a66-0c81b6c8ace9" providerId="ADAL" clId="{BA6B5DA6-A584-42B7-AA33-F3B54EA8229D}" dt="2024-02-09T13:04:17.875" v="235" actId="478"/>
          <ac:cxnSpMkLst>
            <pc:docMk/>
            <pc:sldMk cId="1671863335" sldId="285"/>
            <ac:cxnSpMk id="73" creationId="{AFE19335-B18A-EAD3-81B8-72F1F4DC8BB4}"/>
          </ac:cxnSpMkLst>
        </pc:cxnChg>
      </pc:sldChg>
      <pc:sldChg chg="delSp modSp add mod ord">
        <pc:chgData name="Embedded Development" userId="97690703-89ef-4183-8a66-0c81b6c8ace9" providerId="ADAL" clId="{BA6B5DA6-A584-42B7-AA33-F3B54EA8229D}" dt="2024-02-12T09:50:51.481" v="4255"/>
        <pc:sldMkLst>
          <pc:docMk/>
          <pc:sldMk cId="6800507" sldId="286"/>
        </pc:sldMkLst>
        <pc:spChg chg="mod">
          <ac:chgData name="Embedded Development" userId="97690703-89ef-4183-8a66-0c81b6c8ace9" providerId="ADAL" clId="{BA6B5DA6-A584-42B7-AA33-F3B54EA8229D}" dt="2024-02-12T09:20:05.376" v="2919" actId="20577"/>
          <ac:spMkLst>
            <pc:docMk/>
            <pc:sldMk cId="6800507" sldId="286"/>
            <ac:spMk id="2" creationId="{2652CDE7-CA35-1446-7997-9D31A3120EDF}"/>
          </ac:spMkLst>
        </pc:spChg>
        <pc:spChg chg="del">
          <ac:chgData name="Embedded Development" userId="97690703-89ef-4183-8a66-0c81b6c8ace9" providerId="ADAL" clId="{BA6B5DA6-A584-42B7-AA33-F3B54EA8229D}" dt="2024-02-12T08:19:41.928" v="1920" actId="478"/>
          <ac:spMkLst>
            <pc:docMk/>
            <pc:sldMk cId="6800507" sldId="286"/>
            <ac:spMk id="3" creationId="{6F4241D0-7EA4-41ED-5DDE-4110B1E0E7CA}"/>
          </ac:spMkLst>
        </pc:spChg>
        <pc:spChg chg="mod">
          <ac:chgData name="Embedded Development" userId="97690703-89ef-4183-8a66-0c81b6c8ace9" providerId="ADAL" clId="{BA6B5DA6-A584-42B7-AA33-F3B54EA8229D}" dt="2024-02-12T08:20:01.945" v="1925" actId="1076"/>
          <ac:spMkLst>
            <pc:docMk/>
            <pc:sldMk cId="6800507" sldId="286"/>
            <ac:spMk id="10" creationId="{EC5CDD24-CDC3-E1E4-2100-84EABA3A0DA0}"/>
          </ac:spMkLst>
        </pc:spChg>
        <pc:spChg chg="mod">
          <ac:chgData name="Embedded Development" userId="97690703-89ef-4183-8a66-0c81b6c8ace9" providerId="ADAL" clId="{BA6B5DA6-A584-42B7-AA33-F3B54EA8229D}" dt="2024-02-12T08:20:01.945" v="1925" actId="1076"/>
          <ac:spMkLst>
            <pc:docMk/>
            <pc:sldMk cId="6800507" sldId="286"/>
            <ac:spMk id="19" creationId="{5D1A3AF4-72F5-4F50-4ACE-5BD643762625}"/>
          </ac:spMkLst>
        </pc:spChg>
        <pc:spChg chg="del">
          <ac:chgData name="Embedded Development" userId="97690703-89ef-4183-8a66-0c81b6c8ace9" providerId="ADAL" clId="{BA6B5DA6-A584-42B7-AA33-F3B54EA8229D}" dt="2024-02-12T08:19:38.215" v="1915" actId="478"/>
          <ac:spMkLst>
            <pc:docMk/>
            <pc:sldMk cId="6800507" sldId="286"/>
            <ac:spMk id="20" creationId="{E8F84A89-F768-9648-17BE-7D7D3F00E233}"/>
          </ac:spMkLst>
        </pc:spChg>
        <pc:spChg chg="mod">
          <ac:chgData name="Embedded Development" userId="97690703-89ef-4183-8a66-0c81b6c8ace9" providerId="ADAL" clId="{BA6B5DA6-A584-42B7-AA33-F3B54EA8229D}" dt="2024-02-12T08:20:01.945" v="1925" actId="1076"/>
          <ac:spMkLst>
            <pc:docMk/>
            <pc:sldMk cId="6800507" sldId="286"/>
            <ac:spMk id="21" creationId="{A2B5ECB2-549F-0ABB-102E-AB2F1DF7A20D}"/>
          </ac:spMkLst>
        </pc:spChg>
        <pc:spChg chg="del">
          <ac:chgData name="Embedded Development" userId="97690703-89ef-4183-8a66-0c81b6c8ace9" providerId="ADAL" clId="{BA6B5DA6-A584-42B7-AA33-F3B54EA8229D}" dt="2024-02-12T08:19:41.328" v="1919" actId="478"/>
          <ac:spMkLst>
            <pc:docMk/>
            <pc:sldMk cId="6800507" sldId="286"/>
            <ac:spMk id="22" creationId="{925232C4-7964-2916-9FA0-B44E79650D9D}"/>
          </ac:spMkLst>
        </pc:spChg>
        <pc:spChg chg="mod">
          <ac:chgData name="Embedded Development" userId="97690703-89ef-4183-8a66-0c81b6c8ace9" providerId="ADAL" clId="{BA6B5DA6-A584-42B7-AA33-F3B54EA8229D}" dt="2024-02-12T08:20:01.945" v="1925" actId="1076"/>
          <ac:spMkLst>
            <pc:docMk/>
            <pc:sldMk cId="6800507" sldId="286"/>
            <ac:spMk id="24" creationId="{F72BED9A-559F-0D5E-3C57-B751749B0AC9}"/>
          </ac:spMkLst>
        </pc:spChg>
        <pc:spChg chg="del">
          <ac:chgData name="Embedded Development" userId="97690703-89ef-4183-8a66-0c81b6c8ace9" providerId="ADAL" clId="{BA6B5DA6-A584-42B7-AA33-F3B54EA8229D}" dt="2024-02-12T08:19:38.911" v="1916" actId="478"/>
          <ac:spMkLst>
            <pc:docMk/>
            <pc:sldMk cId="6800507" sldId="286"/>
            <ac:spMk id="26" creationId="{411CA20D-67A1-1ECF-3FC4-44ADAE7BFBF2}"/>
          </ac:spMkLst>
        </pc:spChg>
        <pc:spChg chg="del mod">
          <ac:chgData name="Embedded Development" userId="97690703-89ef-4183-8a66-0c81b6c8ace9" providerId="ADAL" clId="{BA6B5DA6-A584-42B7-AA33-F3B54EA8229D}" dt="2024-02-12T08:20:10.291" v="1927" actId="478"/>
          <ac:spMkLst>
            <pc:docMk/>
            <pc:sldMk cId="6800507" sldId="286"/>
            <ac:spMk id="27" creationId="{ED1FB51F-88AD-50C0-961C-67E633EEB434}"/>
          </ac:spMkLst>
        </pc:spChg>
        <pc:spChg chg="del mod">
          <ac:chgData name="Embedded Development" userId="97690703-89ef-4183-8a66-0c81b6c8ace9" providerId="ADAL" clId="{BA6B5DA6-A584-42B7-AA33-F3B54EA8229D}" dt="2024-02-12T08:19:43.446" v="1922" actId="478"/>
          <ac:spMkLst>
            <pc:docMk/>
            <pc:sldMk cId="6800507" sldId="286"/>
            <ac:spMk id="28" creationId="{36895ACC-667D-74E0-0455-5AB00FCB1A1E}"/>
          </ac:spMkLst>
        </pc:spChg>
        <pc:spChg chg="mod">
          <ac:chgData name="Embedded Development" userId="97690703-89ef-4183-8a66-0c81b6c8ace9" providerId="ADAL" clId="{BA6B5DA6-A584-42B7-AA33-F3B54EA8229D}" dt="2024-02-12T09:20:32.789" v="2936" actId="20577"/>
          <ac:spMkLst>
            <pc:docMk/>
            <pc:sldMk cId="6800507" sldId="286"/>
            <ac:spMk id="29" creationId="{1CEA85EF-380D-CF3D-2CFB-5248F88D967C}"/>
          </ac:spMkLst>
        </pc:spChg>
        <pc:spChg chg="mod">
          <ac:chgData name="Embedded Development" userId="97690703-89ef-4183-8a66-0c81b6c8ace9" providerId="ADAL" clId="{BA6B5DA6-A584-42B7-AA33-F3B54EA8229D}" dt="2024-02-12T09:20:09.463" v="2926" actId="20577"/>
          <ac:spMkLst>
            <pc:docMk/>
            <pc:sldMk cId="6800507" sldId="286"/>
            <ac:spMk id="30" creationId="{5748340F-FFA3-FE08-7122-CFBF4C76C27A}"/>
          </ac:spMkLst>
        </pc:spChg>
        <pc:spChg chg="mod">
          <ac:chgData name="Embedded Development" userId="97690703-89ef-4183-8a66-0c81b6c8ace9" providerId="ADAL" clId="{BA6B5DA6-A584-42B7-AA33-F3B54EA8229D}" dt="2024-02-12T08:20:05.956" v="1926" actId="1076"/>
          <ac:spMkLst>
            <pc:docMk/>
            <pc:sldMk cId="6800507" sldId="286"/>
            <ac:spMk id="31" creationId="{1712E19B-E48C-E21D-EA47-C1E810443CB9}"/>
          </ac:spMkLst>
        </pc:spChg>
        <pc:spChg chg="mod">
          <ac:chgData name="Embedded Development" userId="97690703-89ef-4183-8a66-0c81b6c8ace9" providerId="ADAL" clId="{BA6B5DA6-A584-42B7-AA33-F3B54EA8229D}" dt="2024-02-12T09:20:14.703" v="2932" actId="20577"/>
          <ac:spMkLst>
            <pc:docMk/>
            <pc:sldMk cId="6800507" sldId="286"/>
            <ac:spMk id="33" creationId="{6CB196EB-233C-C33B-4C51-4223FAFA3E49}"/>
          </ac:spMkLst>
        </pc:spChg>
        <pc:graphicFrameChg chg="mod modGraphic">
          <ac:chgData name="Embedded Development" userId="97690703-89ef-4183-8a66-0c81b6c8ace9" providerId="ADAL" clId="{BA6B5DA6-A584-42B7-AA33-F3B54EA8229D}" dt="2024-02-12T09:49:04.659" v="4251"/>
          <ac:graphicFrameMkLst>
            <pc:docMk/>
            <pc:sldMk cId="6800507" sldId="286"/>
            <ac:graphicFrameMk id="4" creationId="{5CB2B6CD-CDEA-6B1E-289B-13EF15A2F910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49:04.659" v="4251"/>
          <ac:graphicFrameMkLst>
            <pc:docMk/>
            <pc:sldMk cId="6800507" sldId="286"/>
            <ac:graphicFrameMk id="6" creationId="{2A79CE7F-3F2B-2B38-599A-3BCC8AA70228}"/>
          </ac:graphicFrameMkLst>
        </pc:graphicFrameChg>
        <pc:graphicFrameChg chg="modGraphic">
          <ac:chgData name="Embedded Development" userId="97690703-89ef-4183-8a66-0c81b6c8ace9" providerId="ADAL" clId="{BA6B5DA6-A584-42B7-AA33-F3B54EA8229D}" dt="2024-02-12T08:21:00.387" v="1958" actId="14100"/>
          <ac:graphicFrameMkLst>
            <pc:docMk/>
            <pc:sldMk cId="6800507" sldId="286"/>
            <ac:graphicFrameMk id="8" creationId="{CBB11BF2-68D1-23B5-89FD-B161F076A11A}"/>
          </ac:graphicFrameMkLst>
        </pc:graphicFrameChg>
        <pc:cxnChg chg="mod">
          <ac:chgData name="Embedded Development" userId="97690703-89ef-4183-8a66-0c81b6c8ace9" providerId="ADAL" clId="{BA6B5DA6-A584-42B7-AA33-F3B54EA8229D}" dt="2024-02-12T08:20:01.945" v="1925" actId="1076"/>
          <ac:cxnSpMkLst>
            <pc:docMk/>
            <pc:sldMk cId="6800507" sldId="286"/>
            <ac:cxnSpMk id="11" creationId="{FE92B2B5-D758-763A-3434-2A25F7B504A3}"/>
          </ac:cxnSpMkLst>
        </pc:cxnChg>
        <pc:cxnChg chg="mod">
          <ac:chgData name="Embedded Development" userId="97690703-89ef-4183-8a66-0c81b6c8ace9" providerId="ADAL" clId="{BA6B5DA6-A584-42B7-AA33-F3B54EA8229D}" dt="2024-02-12T08:20:01.945" v="1925" actId="1076"/>
          <ac:cxnSpMkLst>
            <pc:docMk/>
            <pc:sldMk cId="6800507" sldId="286"/>
            <ac:cxnSpMk id="12" creationId="{042505AC-AB20-D090-1F3E-54D81416E8B9}"/>
          </ac:cxnSpMkLst>
        </pc:cxnChg>
        <pc:cxnChg chg="del mod">
          <ac:chgData name="Embedded Development" userId="97690703-89ef-4183-8a66-0c81b6c8ace9" providerId="ADAL" clId="{BA6B5DA6-A584-42B7-AA33-F3B54EA8229D}" dt="2024-02-12T08:19:40.221" v="1918" actId="478"/>
          <ac:cxnSpMkLst>
            <pc:docMk/>
            <pc:sldMk cId="6800507" sldId="286"/>
            <ac:cxnSpMk id="13" creationId="{399CB165-F12F-18FD-8CB9-37D59B5189BF}"/>
          </ac:cxnSpMkLst>
        </pc:cxnChg>
        <pc:cxnChg chg="mod">
          <ac:chgData name="Embedded Development" userId="97690703-89ef-4183-8a66-0c81b6c8ace9" providerId="ADAL" clId="{BA6B5DA6-A584-42B7-AA33-F3B54EA8229D}" dt="2024-02-12T08:20:01.945" v="1925" actId="1076"/>
          <ac:cxnSpMkLst>
            <pc:docMk/>
            <pc:sldMk cId="6800507" sldId="286"/>
            <ac:cxnSpMk id="14" creationId="{4C173A13-391F-9A9E-FD63-7310EB9A8821}"/>
          </ac:cxnSpMkLst>
        </pc:cxnChg>
        <pc:cxnChg chg="del">
          <ac:chgData name="Embedded Development" userId="97690703-89ef-4183-8a66-0c81b6c8ace9" providerId="ADAL" clId="{BA6B5DA6-A584-42B7-AA33-F3B54EA8229D}" dt="2024-02-12T08:19:44.062" v="1923" actId="478"/>
          <ac:cxnSpMkLst>
            <pc:docMk/>
            <pc:sldMk cId="6800507" sldId="286"/>
            <ac:cxnSpMk id="15" creationId="{26019E31-9993-96CD-38F6-BAAED98F260D}"/>
          </ac:cxnSpMkLst>
        </pc:cxnChg>
        <pc:cxnChg chg="del">
          <ac:chgData name="Embedded Development" userId="97690703-89ef-4183-8a66-0c81b6c8ace9" providerId="ADAL" clId="{BA6B5DA6-A584-42B7-AA33-F3B54EA8229D}" dt="2024-02-12T08:19:44.947" v="1924" actId="478"/>
          <ac:cxnSpMkLst>
            <pc:docMk/>
            <pc:sldMk cId="6800507" sldId="286"/>
            <ac:cxnSpMk id="16" creationId="{3F1451E3-A131-C26A-3FB1-C370DF272C2B}"/>
          </ac:cxnSpMkLst>
        </pc:cxnChg>
        <pc:cxnChg chg="mod">
          <ac:chgData name="Embedded Development" userId="97690703-89ef-4183-8a66-0c81b6c8ace9" providerId="ADAL" clId="{BA6B5DA6-A584-42B7-AA33-F3B54EA8229D}" dt="2024-02-12T08:20:16.671" v="1950" actId="1035"/>
          <ac:cxnSpMkLst>
            <pc:docMk/>
            <pc:sldMk cId="6800507" sldId="286"/>
            <ac:cxnSpMk id="17" creationId="{C1BF40C8-B990-B315-8DF9-19AA518C3C0F}"/>
          </ac:cxnSpMkLst>
        </pc:cxnChg>
        <pc:cxnChg chg="del mod">
          <ac:chgData name="Embedded Development" userId="97690703-89ef-4183-8a66-0c81b6c8ace9" providerId="ADAL" clId="{BA6B5DA6-A584-42B7-AA33-F3B54EA8229D}" dt="2024-02-12T08:20:12.475" v="1928" actId="478"/>
          <ac:cxnSpMkLst>
            <pc:docMk/>
            <pc:sldMk cId="6800507" sldId="286"/>
            <ac:cxnSpMk id="18" creationId="{77BEF8E8-DD12-D0D5-EA32-D2076E218D21}"/>
          </ac:cxnSpMkLst>
        </pc:cxnChg>
        <pc:cxnChg chg="mod">
          <ac:chgData name="Embedded Development" userId="97690703-89ef-4183-8a66-0c81b6c8ace9" providerId="ADAL" clId="{BA6B5DA6-A584-42B7-AA33-F3B54EA8229D}" dt="2024-02-12T08:20:01.945" v="1925" actId="1076"/>
          <ac:cxnSpMkLst>
            <pc:docMk/>
            <pc:sldMk cId="6800507" sldId="286"/>
            <ac:cxnSpMk id="23" creationId="{CA95779A-45C0-CAD7-13DF-64016321C0C0}"/>
          </ac:cxnSpMkLst>
        </pc:cxnChg>
        <pc:cxnChg chg="del mod">
          <ac:chgData name="Embedded Development" userId="97690703-89ef-4183-8a66-0c81b6c8ace9" providerId="ADAL" clId="{BA6B5DA6-A584-42B7-AA33-F3B54EA8229D}" dt="2024-02-12T08:19:39.431" v="1917" actId="478"/>
          <ac:cxnSpMkLst>
            <pc:docMk/>
            <pc:sldMk cId="6800507" sldId="286"/>
            <ac:cxnSpMk id="25" creationId="{9DC73E54-8391-44DF-AF60-07500646037D}"/>
          </ac:cxnSpMkLst>
        </pc:cxnChg>
      </pc:sldChg>
      <pc:sldChg chg="addSp delSp modSp add mod ord">
        <pc:chgData name="Embedded Development" userId="97690703-89ef-4183-8a66-0c81b6c8ace9" providerId="ADAL" clId="{BA6B5DA6-A584-42B7-AA33-F3B54EA8229D}" dt="2024-02-12T09:39:07.785" v="3640" actId="1076"/>
        <pc:sldMkLst>
          <pc:docMk/>
          <pc:sldMk cId="2607262334" sldId="288"/>
        </pc:sldMkLst>
        <pc:spChg chg="mod">
          <ac:chgData name="Embedded Development" userId="97690703-89ef-4183-8a66-0c81b6c8ace9" providerId="ADAL" clId="{BA6B5DA6-A584-42B7-AA33-F3B54EA8229D}" dt="2024-02-12T09:07:54.909" v="2122" actId="20577"/>
          <ac:spMkLst>
            <pc:docMk/>
            <pc:sldMk cId="2607262334" sldId="288"/>
            <ac:spMk id="3" creationId="{D36AD96A-B6B6-4FBD-CB1C-4FBBC8F5FED1}"/>
          </ac:spMkLst>
        </pc:spChg>
        <pc:spChg chg="del">
          <ac:chgData name="Embedded Development" userId="97690703-89ef-4183-8a66-0c81b6c8ace9" providerId="ADAL" clId="{BA6B5DA6-A584-42B7-AA33-F3B54EA8229D}" dt="2024-02-12T09:07:46.795" v="2100" actId="478"/>
          <ac:spMkLst>
            <pc:docMk/>
            <pc:sldMk cId="2607262334" sldId="288"/>
            <ac:spMk id="7" creationId="{20A5F61A-3B7D-DA18-A693-A9A5F8304763}"/>
          </ac:spMkLst>
        </pc:spChg>
        <pc:spChg chg="mod">
          <ac:chgData name="Embedded Development" userId="97690703-89ef-4183-8a66-0c81b6c8ace9" providerId="ADAL" clId="{BA6B5DA6-A584-42B7-AA33-F3B54EA8229D}" dt="2024-02-12T09:08:40.078" v="2179" actId="20577"/>
          <ac:spMkLst>
            <pc:docMk/>
            <pc:sldMk cId="2607262334" sldId="288"/>
            <ac:spMk id="22" creationId="{A7EBC4B6-2074-EFA3-D290-302136BB0427}"/>
          </ac:spMkLst>
        </pc:spChg>
        <pc:spChg chg="add mod">
          <ac:chgData name="Embedded Development" userId="97690703-89ef-4183-8a66-0c81b6c8ace9" providerId="ADAL" clId="{BA6B5DA6-A584-42B7-AA33-F3B54EA8229D}" dt="2024-02-12T09:09:17.362" v="2229" actId="20577"/>
          <ac:spMkLst>
            <pc:docMk/>
            <pc:sldMk cId="2607262334" sldId="288"/>
            <ac:spMk id="25" creationId="{288D93D2-5796-72BF-16CE-521808C662C1}"/>
          </ac:spMkLst>
        </pc:spChg>
        <pc:spChg chg="del mod">
          <ac:chgData name="Embedded Development" userId="97690703-89ef-4183-8a66-0c81b6c8ace9" providerId="ADAL" clId="{BA6B5DA6-A584-42B7-AA33-F3B54EA8229D}" dt="2024-02-12T09:08:05.144" v="2128" actId="478"/>
          <ac:spMkLst>
            <pc:docMk/>
            <pc:sldMk cId="2607262334" sldId="288"/>
            <ac:spMk id="44" creationId="{4DD08C69-3ED9-37A4-DC5B-631D0DEA85E8}"/>
          </ac:spMkLst>
        </pc:spChg>
        <pc:spChg chg="del">
          <ac:chgData name="Embedded Development" userId="97690703-89ef-4183-8a66-0c81b6c8ace9" providerId="ADAL" clId="{BA6B5DA6-A584-42B7-AA33-F3B54EA8229D}" dt="2024-02-12T09:09:58.098" v="2313" actId="478"/>
          <ac:spMkLst>
            <pc:docMk/>
            <pc:sldMk cId="2607262334" sldId="288"/>
            <ac:spMk id="62" creationId="{D8AE7CC2-B983-AD61-CD3B-B4FC15FC9C99}"/>
          </ac:spMkLst>
        </pc:spChg>
        <pc:spChg chg="del">
          <ac:chgData name="Embedded Development" userId="97690703-89ef-4183-8a66-0c81b6c8ace9" providerId="ADAL" clId="{BA6B5DA6-A584-42B7-AA33-F3B54EA8229D}" dt="2024-02-12T09:09:57.038" v="2312" actId="478"/>
          <ac:spMkLst>
            <pc:docMk/>
            <pc:sldMk cId="2607262334" sldId="288"/>
            <ac:spMk id="69" creationId="{CFC58C19-0E61-4C49-04E6-33D5EA2A6364}"/>
          </ac:spMkLst>
        </pc:spChg>
        <pc:spChg chg="mod">
          <ac:chgData name="Embedded Development" userId="97690703-89ef-4183-8a66-0c81b6c8ace9" providerId="ADAL" clId="{BA6B5DA6-A584-42B7-AA33-F3B54EA8229D}" dt="2024-02-12T09:09:50.506" v="2310" actId="20577"/>
          <ac:spMkLst>
            <pc:docMk/>
            <pc:sldMk cId="2607262334" sldId="288"/>
            <ac:spMk id="72" creationId="{DE676257-09E9-078D-7D1F-89FF304A36E4}"/>
          </ac:spMkLst>
        </pc:spChg>
        <pc:spChg chg="mod">
          <ac:chgData name="Embedded Development" userId="97690703-89ef-4183-8a66-0c81b6c8ace9" providerId="ADAL" clId="{BA6B5DA6-A584-42B7-AA33-F3B54EA8229D}" dt="2024-02-12T09:10:17.991" v="2329" actId="20577"/>
          <ac:spMkLst>
            <pc:docMk/>
            <pc:sldMk cId="2607262334" sldId="288"/>
            <ac:spMk id="82" creationId="{19964CED-A676-82F1-8C0D-6A0FC61EF51D}"/>
          </ac:spMkLst>
        </pc:spChg>
        <pc:spChg chg="del">
          <ac:chgData name="Embedded Development" userId="97690703-89ef-4183-8a66-0c81b6c8ace9" providerId="ADAL" clId="{BA6B5DA6-A584-42B7-AA33-F3B54EA8229D}" dt="2024-02-12T09:10:10.044" v="2315" actId="478"/>
          <ac:spMkLst>
            <pc:docMk/>
            <pc:sldMk cId="2607262334" sldId="288"/>
            <ac:spMk id="84" creationId="{E0AECEBC-3F9B-BA1B-F264-8A98D33EA250}"/>
          </ac:spMkLst>
        </pc:spChg>
        <pc:spChg chg="del">
          <ac:chgData name="Embedded Development" userId="97690703-89ef-4183-8a66-0c81b6c8ace9" providerId="ADAL" clId="{BA6B5DA6-A584-42B7-AA33-F3B54EA8229D}" dt="2024-02-12T09:10:10.927" v="2316" actId="478"/>
          <ac:spMkLst>
            <pc:docMk/>
            <pc:sldMk cId="2607262334" sldId="288"/>
            <ac:spMk id="87" creationId="{78E7AB94-91B6-9CC5-A1EF-19108559E1C8}"/>
          </ac:spMkLst>
        </pc:spChg>
        <pc:spChg chg="mod">
          <ac:chgData name="Embedded Development" userId="97690703-89ef-4183-8a66-0c81b6c8ace9" providerId="ADAL" clId="{BA6B5DA6-A584-42B7-AA33-F3B54EA8229D}" dt="2024-02-12T09:10:38.523" v="2333" actId="20577"/>
          <ac:spMkLst>
            <pc:docMk/>
            <pc:sldMk cId="2607262334" sldId="288"/>
            <ac:spMk id="94" creationId="{18E11639-1EC5-4BE5-64FA-02EA034FAE16}"/>
          </ac:spMkLst>
        </pc:spChg>
        <pc:spChg chg="mod">
          <ac:chgData name="Embedded Development" userId="97690703-89ef-4183-8a66-0c81b6c8ace9" providerId="ADAL" clId="{BA6B5DA6-A584-42B7-AA33-F3B54EA8229D}" dt="2024-02-12T09:07:27.658" v="2081" actId="1076"/>
          <ac:spMkLst>
            <pc:docMk/>
            <pc:sldMk cId="2607262334" sldId="288"/>
            <ac:spMk id="122" creationId="{8C6C0829-278F-0229-CA89-B3D29A06CBC7}"/>
          </ac:spMkLst>
        </pc:spChg>
        <pc:spChg chg="mod">
          <ac:chgData name="Embedded Development" userId="97690703-89ef-4183-8a66-0c81b6c8ace9" providerId="ADAL" clId="{BA6B5DA6-A584-42B7-AA33-F3B54EA8229D}" dt="2024-02-12T09:39:07.785" v="3640" actId="1076"/>
          <ac:spMkLst>
            <pc:docMk/>
            <pc:sldMk cId="2607262334" sldId="288"/>
            <ac:spMk id="123" creationId="{23968ACF-83F8-A31C-9842-9E45832B11BF}"/>
          </ac:spMkLst>
        </pc:spChg>
        <pc:spChg chg="mod">
          <ac:chgData name="Embedded Development" userId="97690703-89ef-4183-8a66-0c81b6c8ace9" providerId="ADAL" clId="{BA6B5DA6-A584-42B7-AA33-F3B54EA8229D}" dt="2024-02-12T09:07:40.970" v="2099" actId="1076"/>
          <ac:spMkLst>
            <pc:docMk/>
            <pc:sldMk cId="2607262334" sldId="288"/>
            <ac:spMk id="125" creationId="{FED5462D-3A2A-BD09-A72A-696B4315AF0E}"/>
          </ac:spMkLst>
        </pc:spChg>
        <pc:cxnChg chg="del mod">
          <ac:chgData name="Embedded Development" userId="97690703-89ef-4183-8a66-0c81b6c8ace9" providerId="ADAL" clId="{BA6B5DA6-A584-42B7-AA33-F3B54EA8229D}" dt="2024-02-12T09:07:47.838" v="2101" actId="478"/>
          <ac:cxnSpMkLst>
            <pc:docMk/>
            <pc:sldMk cId="2607262334" sldId="288"/>
            <ac:cxnSpMk id="11" creationId="{B7446109-38CE-A5E2-F91D-EFBB972A8117}"/>
          </ac:cxnSpMkLst>
        </pc:cxnChg>
        <pc:cxnChg chg="add mod">
          <ac:chgData name="Embedded Development" userId="97690703-89ef-4183-8a66-0c81b6c8ace9" providerId="ADAL" clId="{BA6B5DA6-A584-42B7-AA33-F3B54EA8229D}" dt="2024-02-12T09:08:27.889" v="2135" actId="14100"/>
          <ac:cxnSpMkLst>
            <pc:docMk/>
            <pc:sldMk cId="2607262334" sldId="288"/>
            <ac:cxnSpMk id="17" creationId="{021CAF05-CAE7-41CE-0919-B594B466B141}"/>
          </ac:cxnSpMkLst>
        </pc:cxnChg>
        <pc:cxnChg chg="add mod">
          <ac:chgData name="Embedded Development" userId="97690703-89ef-4183-8a66-0c81b6c8ace9" providerId="ADAL" clId="{BA6B5DA6-A584-42B7-AA33-F3B54EA8229D}" dt="2024-02-12T09:09:04.601" v="2220"/>
          <ac:cxnSpMkLst>
            <pc:docMk/>
            <pc:sldMk cId="2607262334" sldId="288"/>
            <ac:cxnSpMk id="24" creationId="{13F4EC39-7F50-A6B4-18D8-0505632CA31A}"/>
          </ac:cxnSpMkLst>
        </pc:cxnChg>
        <pc:cxnChg chg="mod">
          <ac:chgData name="Embedded Development" userId="97690703-89ef-4183-8a66-0c81b6c8ace9" providerId="ADAL" clId="{BA6B5DA6-A584-42B7-AA33-F3B54EA8229D}" dt="2024-02-12T09:08:15.655" v="2132" actId="14100"/>
          <ac:cxnSpMkLst>
            <pc:docMk/>
            <pc:sldMk cId="2607262334" sldId="288"/>
            <ac:cxnSpMk id="39" creationId="{90AA71DF-F102-9AD4-0C90-7D647F64EBB5}"/>
          </ac:cxnSpMkLst>
        </pc:cxnChg>
        <pc:cxnChg chg="del">
          <ac:chgData name="Embedded Development" userId="97690703-89ef-4183-8a66-0c81b6c8ace9" providerId="ADAL" clId="{BA6B5DA6-A584-42B7-AA33-F3B54EA8229D}" dt="2024-02-12T09:08:05.918" v="2129" actId="478"/>
          <ac:cxnSpMkLst>
            <pc:docMk/>
            <pc:sldMk cId="2607262334" sldId="288"/>
            <ac:cxnSpMk id="46" creationId="{7CAEEBD3-E258-DB4C-5CB0-12D966DFDB41}"/>
          </ac:cxnSpMkLst>
        </pc:cxnChg>
        <pc:cxnChg chg="add del">
          <ac:chgData name="Embedded Development" userId="97690703-89ef-4183-8a66-0c81b6c8ace9" providerId="ADAL" clId="{BA6B5DA6-A584-42B7-AA33-F3B54EA8229D}" dt="2024-02-12T09:08:02.091" v="2125" actId="478"/>
          <ac:cxnSpMkLst>
            <pc:docMk/>
            <pc:sldMk cId="2607262334" sldId="288"/>
            <ac:cxnSpMk id="47" creationId="{FD84F1FC-76EC-CC2D-B0F8-3252B0E4D00F}"/>
          </ac:cxnSpMkLst>
        </pc:cxnChg>
        <pc:cxnChg chg="del mod">
          <ac:chgData name="Embedded Development" userId="97690703-89ef-4183-8a66-0c81b6c8ace9" providerId="ADAL" clId="{BA6B5DA6-A584-42B7-AA33-F3B54EA8229D}" dt="2024-02-12T09:08:03.692" v="2127" actId="478"/>
          <ac:cxnSpMkLst>
            <pc:docMk/>
            <pc:sldMk cId="2607262334" sldId="288"/>
            <ac:cxnSpMk id="57" creationId="{1AB98541-C59A-E507-A7F2-558A22FB3B8C}"/>
          </ac:cxnSpMkLst>
        </pc:cxnChg>
        <pc:cxnChg chg="mod">
          <ac:chgData name="Embedded Development" userId="97690703-89ef-4183-8a66-0c81b6c8ace9" providerId="ADAL" clId="{BA6B5DA6-A584-42B7-AA33-F3B54EA8229D}" dt="2024-02-12T09:10:05.557" v="2314" actId="1076"/>
          <ac:cxnSpMkLst>
            <pc:docMk/>
            <pc:sldMk cId="2607262334" sldId="288"/>
            <ac:cxnSpMk id="71" creationId="{86EF32C1-FC9E-0748-7B2C-DD4D28B8D3A3}"/>
          </ac:cxnSpMkLst>
        </pc:cxnChg>
        <pc:cxnChg chg="del mod">
          <ac:chgData name="Embedded Development" userId="97690703-89ef-4183-8a66-0c81b6c8ace9" providerId="ADAL" clId="{BA6B5DA6-A584-42B7-AA33-F3B54EA8229D}" dt="2024-02-12T09:09:55.578" v="2311" actId="478"/>
          <ac:cxnSpMkLst>
            <pc:docMk/>
            <pc:sldMk cId="2607262334" sldId="288"/>
            <ac:cxnSpMk id="75" creationId="{5FA178BC-9B55-0827-4127-70B53C9C2017}"/>
          </ac:cxnSpMkLst>
        </pc:cxnChg>
        <pc:cxnChg chg="del">
          <ac:chgData name="Embedded Development" userId="97690703-89ef-4183-8a66-0c81b6c8ace9" providerId="ADAL" clId="{BA6B5DA6-A584-42B7-AA33-F3B54EA8229D}" dt="2024-02-12T09:10:12.933" v="2318" actId="478"/>
          <ac:cxnSpMkLst>
            <pc:docMk/>
            <pc:sldMk cId="2607262334" sldId="288"/>
            <ac:cxnSpMk id="85" creationId="{2C1EB3F5-1ACA-5672-7516-12428896DED5}"/>
          </ac:cxnSpMkLst>
        </pc:cxnChg>
        <pc:cxnChg chg="mod">
          <ac:chgData name="Embedded Development" userId="97690703-89ef-4183-8a66-0c81b6c8ace9" providerId="ADAL" clId="{BA6B5DA6-A584-42B7-AA33-F3B54EA8229D}" dt="2024-02-12T09:10:22.649" v="2330" actId="1076"/>
          <ac:cxnSpMkLst>
            <pc:docMk/>
            <pc:sldMk cId="2607262334" sldId="288"/>
            <ac:cxnSpMk id="88" creationId="{2B8CF9FD-D058-764B-8C8E-22CF76D00699}"/>
          </ac:cxnSpMkLst>
        </pc:cxnChg>
        <pc:cxnChg chg="del mod">
          <ac:chgData name="Embedded Development" userId="97690703-89ef-4183-8a66-0c81b6c8ace9" providerId="ADAL" clId="{BA6B5DA6-A584-42B7-AA33-F3B54EA8229D}" dt="2024-02-12T09:10:12.097" v="2317" actId="478"/>
          <ac:cxnSpMkLst>
            <pc:docMk/>
            <pc:sldMk cId="2607262334" sldId="288"/>
            <ac:cxnSpMk id="97" creationId="{F96BFB34-31C5-A189-A966-3853FA4C5EED}"/>
          </ac:cxnSpMkLst>
        </pc:cxnChg>
      </pc:sldChg>
      <pc:sldChg chg="modSp add mod ord">
        <pc:chgData name="Embedded Development" userId="97690703-89ef-4183-8a66-0c81b6c8ace9" providerId="ADAL" clId="{BA6B5DA6-A584-42B7-AA33-F3B54EA8229D}" dt="2024-02-12T09:53:27.081" v="4315" actId="20577"/>
        <pc:sldMkLst>
          <pc:docMk/>
          <pc:sldMk cId="1205897938" sldId="289"/>
        </pc:sldMkLst>
        <pc:spChg chg="mod">
          <ac:chgData name="Embedded Development" userId="97690703-89ef-4183-8a66-0c81b6c8ace9" providerId="ADAL" clId="{BA6B5DA6-A584-42B7-AA33-F3B54EA8229D}" dt="2024-02-12T09:53:20.568" v="4306" actId="20577"/>
          <ac:spMkLst>
            <pc:docMk/>
            <pc:sldMk cId="1205897938" sldId="289"/>
            <ac:spMk id="35" creationId="{AA542283-B90B-4BB8-C295-63117D040F00}"/>
          </ac:spMkLst>
        </pc:spChg>
        <pc:spChg chg="mod">
          <ac:chgData name="Embedded Development" userId="97690703-89ef-4183-8a66-0c81b6c8ace9" providerId="ADAL" clId="{BA6B5DA6-A584-42B7-AA33-F3B54EA8229D}" dt="2024-02-12T09:53:27.081" v="4315" actId="20577"/>
          <ac:spMkLst>
            <pc:docMk/>
            <pc:sldMk cId="1205897938" sldId="289"/>
            <ac:spMk id="36" creationId="{8D9F3A09-B7C1-5EDF-2F7E-1CF7C9FC92B9}"/>
          </ac:spMkLst>
        </pc:spChg>
      </pc:sldChg>
      <pc:sldChg chg="modSp add mod ord">
        <pc:chgData name="Embedded Development" userId="97690703-89ef-4183-8a66-0c81b6c8ace9" providerId="ADAL" clId="{BA6B5DA6-A584-42B7-AA33-F3B54EA8229D}" dt="2024-02-12T09:52:50.952" v="4300" actId="20577"/>
        <pc:sldMkLst>
          <pc:docMk/>
          <pc:sldMk cId="2573466333" sldId="290"/>
        </pc:sldMkLst>
        <pc:graphicFrameChg chg="mod modGraphic">
          <ac:chgData name="Embedded Development" userId="97690703-89ef-4183-8a66-0c81b6c8ace9" providerId="ADAL" clId="{BA6B5DA6-A584-42B7-AA33-F3B54EA8229D}" dt="2024-02-12T09:52:45.854" v="4298" actId="20577"/>
          <ac:graphicFrameMkLst>
            <pc:docMk/>
            <pc:sldMk cId="2573466333" sldId="290"/>
            <ac:graphicFrameMk id="23" creationId="{C176855F-2745-899B-65DD-8FE4B0F29EF7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52:50.952" v="4300" actId="20577"/>
          <ac:graphicFrameMkLst>
            <pc:docMk/>
            <pc:sldMk cId="2573466333" sldId="290"/>
            <ac:graphicFrameMk id="25" creationId="{D1DF67F7-4321-AA05-41E5-32AA63E5F901}"/>
          </ac:graphicFrameMkLst>
        </pc:graphicFrameChg>
        <pc:graphicFrameChg chg="mod modGraphic">
          <ac:chgData name="Embedded Development" userId="97690703-89ef-4183-8a66-0c81b6c8ace9" providerId="ADAL" clId="{BA6B5DA6-A584-42B7-AA33-F3B54EA8229D}" dt="2024-02-12T09:16:14.039" v="2597" actId="20577"/>
          <ac:graphicFrameMkLst>
            <pc:docMk/>
            <pc:sldMk cId="2573466333" sldId="290"/>
            <ac:graphicFrameMk id="27" creationId="{753A4EE5-7355-27A6-49BB-58F8E939B1AF}"/>
          </ac:graphicFrameMkLst>
        </pc:graphicFrameChg>
      </pc:sldChg>
      <pc:sldChg chg="delSp modSp add mod ord">
        <pc:chgData name="Embedded Development" userId="97690703-89ef-4183-8a66-0c81b6c8ace9" providerId="ADAL" clId="{BA6B5DA6-A584-42B7-AA33-F3B54EA8229D}" dt="2024-02-12T09:48:25.200" v="4238" actId="20577"/>
        <pc:sldMkLst>
          <pc:docMk/>
          <pc:sldMk cId="3893652762" sldId="291"/>
        </pc:sldMkLst>
        <pc:spChg chg="mod">
          <ac:chgData name="Embedded Development" userId="97690703-89ef-4183-8a66-0c81b6c8ace9" providerId="ADAL" clId="{BA6B5DA6-A584-42B7-AA33-F3B54EA8229D}" dt="2024-02-12T09:17:48.421" v="2669" actId="1076"/>
          <ac:spMkLst>
            <pc:docMk/>
            <pc:sldMk cId="3893652762" sldId="291"/>
            <ac:spMk id="4" creationId="{7F4B2D36-CE9C-613B-114E-D9841B77AB85}"/>
          </ac:spMkLst>
        </pc:spChg>
        <pc:spChg chg="mod">
          <ac:chgData name="Embedded Development" userId="97690703-89ef-4183-8a66-0c81b6c8ace9" providerId="ADAL" clId="{BA6B5DA6-A584-42B7-AA33-F3B54EA8229D}" dt="2024-02-12T09:17:48.421" v="2669" actId="1076"/>
          <ac:spMkLst>
            <pc:docMk/>
            <pc:sldMk cId="3893652762" sldId="291"/>
            <ac:spMk id="8" creationId="{30D29E8F-03F2-1FCE-E5C7-8B560A82B06D}"/>
          </ac:spMkLst>
        </pc:spChg>
        <pc:spChg chg="del">
          <ac:chgData name="Embedded Development" userId="97690703-89ef-4183-8a66-0c81b6c8ace9" providerId="ADAL" clId="{BA6B5DA6-A584-42B7-AA33-F3B54EA8229D}" dt="2024-02-12T09:17:19.247" v="2642" actId="478"/>
          <ac:spMkLst>
            <pc:docMk/>
            <pc:sldMk cId="3893652762" sldId="291"/>
            <ac:spMk id="9" creationId="{B6F095CC-1A0A-0BFE-9EFD-00B7F3D291A1}"/>
          </ac:spMkLst>
        </pc:spChg>
        <pc:spChg chg="mod">
          <ac:chgData name="Embedded Development" userId="97690703-89ef-4183-8a66-0c81b6c8ace9" providerId="ADAL" clId="{BA6B5DA6-A584-42B7-AA33-F3B54EA8229D}" dt="2024-02-12T09:17:48.421" v="2669" actId="1076"/>
          <ac:spMkLst>
            <pc:docMk/>
            <pc:sldMk cId="3893652762" sldId="291"/>
            <ac:spMk id="11" creationId="{319C8AF9-B45C-ADAF-14D5-187E7382DC7A}"/>
          </ac:spMkLst>
        </pc:spChg>
        <pc:spChg chg="del">
          <ac:chgData name="Embedded Development" userId="97690703-89ef-4183-8a66-0c81b6c8ace9" providerId="ADAL" clId="{BA6B5DA6-A584-42B7-AA33-F3B54EA8229D}" dt="2024-02-12T09:17:17.856" v="2640" actId="478"/>
          <ac:spMkLst>
            <pc:docMk/>
            <pc:sldMk cId="3893652762" sldId="291"/>
            <ac:spMk id="13" creationId="{6F42C696-6F93-ECEC-43CB-F424C7BB3A79}"/>
          </ac:spMkLst>
        </pc:spChg>
        <pc:spChg chg="mod">
          <ac:chgData name="Embedded Development" userId="97690703-89ef-4183-8a66-0c81b6c8ace9" providerId="ADAL" clId="{BA6B5DA6-A584-42B7-AA33-F3B54EA8229D}" dt="2024-02-12T09:35:00.465" v="3628" actId="20577"/>
          <ac:spMkLst>
            <pc:docMk/>
            <pc:sldMk cId="3893652762" sldId="291"/>
            <ac:spMk id="14" creationId="{CD8CBD66-D16F-5919-B71D-2BB510276EAE}"/>
          </ac:spMkLst>
        </pc:spChg>
        <pc:spChg chg="mod">
          <ac:chgData name="Embedded Development" userId="97690703-89ef-4183-8a66-0c81b6c8ace9" providerId="ADAL" clId="{BA6B5DA6-A584-42B7-AA33-F3B54EA8229D}" dt="2024-02-12T09:17:53.003" v="2677" actId="20577"/>
          <ac:spMkLst>
            <pc:docMk/>
            <pc:sldMk cId="3893652762" sldId="291"/>
            <ac:spMk id="16" creationId="{01189A89-3F09-5C95-9FAA-04F7020495E8}"/>
          </ac:spMkLst>
        </pc:spChg>
        <pc:spChg chg="del mod">
          <ac:chgData name="Embedded Development" userId="97690703-89ef-4183-8a66-0c81b6c8ace9" providerId="ADAL" clId="{BA6B5DA6-A584-42B7-AA33-F3B54EA8229D}" dt="2024-02-12T09:17:34.976" v="2647" actId="478"/>
          <ac:spMkLst>
            <pc:docMk/>
            <pc:sldMk cId="3893652762" sldId="291"/>
            <ac:spMk id="18" creationId="{AAC941C4-34FA-926A-A4A6-D8400884BFBA}"/>
          </ac:spMkLst>
        </pc:spChg>
        <pc:spChg chg="mod">
          <ac:chgData name="Embedded Development" userId="97690703-89ef-4183-8a66-0c81b6c8ace9" providerId="ADAL" clId="{BA6B5DA6-A584-42B7-AA33-F3B54EA8229D}" dt="2024-02-12T09:17:09.496" v="2638" actId="1076"/>
          <ac:spMkLst>
            <pc:docMk/>
            <pc:sldMk cId="3893652762" sldId="291"/>
            <ac:spMk id="20" creationId="{B73947CD-948A-7392-7845-993FF41F62DB}"/>
          </ac:spMkLst>
        </pc:spChg>
        <pc:spChg chg="mod">
          <ac:chgData name="Embedded Development" userId="97690703-89ef-4183-8a66-0c81b6c8ace9" providerId="ADAL" clId="{BA6B5DA6-A584-42B7-AA33-F3B54EA8229D}" dt="2024-02-12T09:48:25.200" v="4238" actId="20577"/>
          <ac:spMkLst>
            <pc:docMk/>
            <pc:sldMk cId="3893652762" sldId="291"/>
            <ac:spMk id="21" creationId="{CEDF4E52-DEE4-443A-8C9D-BF2E61D75727}"/>
          </ac:spMkLst>
        </pc:spChg>
        <pc:spChg chg="mod">
          <ac:chgData name="Embedded Development" userId="97690703-89ef-4183-8a66-0c81b6c8ace9" providerId="ADAL" clId="{BA6B5DA6-A584-42B7-AA33-F3B54EA8229D}" dt="2024-02-12T09:18:34.131" v="2886" actId="20577"/>
          <ac:spMkLst>
            <pc:docMk/>
            <pc:sldMk cId="3893652762" sldId="291"/>
            <ac:spMk id="22" creationId="{B0C1576D-C3B4-E806-404F-9F038D1A2B64}"/>
          </ac:spMkLst>
        </pc:spChg>
        <pc:graphicFrameChg chg="mod modGraphic">
          <ac:chgData name="Embedded Development" userId="97690703-89ef-4183-8a66-0c81b6c8ace9" providerId="ADAL" clId="{BA6B5DA6-A584-42B7-AA33-F3B54EA8229D}" dt="2024-02-12T09:48:22.081" v="4236" actId="20577"/>
          <ac:graphicFrameMkLst>
            <pc:docMk/>
            <pc:sldMk cId="3893652762" sldId="291"/>
            <ac:graphicFrameMk id="19" creationId="{93FE349E-B45B-CEEE-0050-F6BA8435ABF2}"/>
          </ac:graphicFrameMkLst>
        </pc:graphicFrameChg>
        <pc:cxnChg chg="mod">
          <ac:chgData name="Embedded Development" userId="97690703-89ef-4183-8a66-0c81b6c8ace9" providerId="ADAL" clId="{BA6B5DA6-A584-42B7-AA33-F3B54EA8229D}" dt="2024-02-12T09:17:48.421" v="2669" actId="1076"/>
          <ac:cxnSpMkLst>
            <pc:docMk/>
            <pc:sldMk cId="3893652762" sldId="291"/>
            <ac:cxnSpMk id="5" creationId="{BE4599E9-5ACF-E6E9-4ADE-91582BFAB6E0}"/>
          </ac:cxnSpMkLst>
        </pc:cxnChg>
        <pc:cxnChg chg="mod">
          <ac:chgData name="Embedded Development" userId="97690703-89ef-4183-8a66-0c81b6c8ace9" providerId="ADAL" clId="{BA6B5DA6-A584-42B7-AA33-F3B54EA8229D}" dt="2024-02-12T09:17:48.421" v="2669" actId="1076"/>
          <ac:cxnSpMkLst>
            <pc:docMk/>
            <pc:sldMk cId="3893652762" sldId="291"/>
            <ac:cxnSpMk id="6" creationId="{87D7386E-25B4-CBEE-5124-5E76BEC29576}"/>
          </ac:cxnSpMkLst>
        </pc:cxnChg>
        <pc:cxnChg chg="del mod">
          <ac:chgData name="Embedded Development" userId="97690703-89ef-4183-8a66-0c81b6c8ace9" providerId="ADAL" clId="{BA6B5DA6-A584-42B7-AA33-F3B54EA8229D}" dt="2024-02-12T09:17:20.445" v="2643" actId="478"/>
          <ac:cxnSpMkLst>
            <pc:docMk/>
            <pc:sldMk cId="3893652762" sldId="291"/>
            <ac:cxnSpMk id="7" creationId="{84FB5406-B0E3-0591-1966-7226C1799B31}"/>
          </ac:cxnSpMkLst>
        </pc:cxnChg>
        <pc:cxnChg chg="mod">
          <ac:chgData name="Embedded Development" userId="97690703-89ef-4183-8a66-0c81b6c8ace9" providerId="ADAL" clId="{BA6B5DA6-A584-42B7-AA33-F3B54EA8229D}" dt="2024-02-12T09:17:48.421" v="2669" actId="1076"/>
          <ac:cxnSpMkLst>
            <pc:docMk/>
            <pc:sldMk cId="3893652762" sldId="291"/>
            <ac:cxnSpMk id="10" creationId="{061E1283-AC41-CA1C-1AD3-8AB082543C6C}"/>
          </ac:cxnSpMkLst>
        </pc:cxnChg>
        <pc:cxnChg chg="del mod">
          <ac:chgData name="Embedded Development" userId="97690703-89ef-4183-8a66-0c81b6c8ace9" providerId="ADAL" clId="{BA6B5DA6-A584-42B7-AA33-F3B54EA8229D}" dt="2024-02-12T09:17:18.732" v="2641" actId="478"/>
          <ac:cxnSpMkLst>
            <pc:docMk/>
            <pc:sldMk cId="3893652762" sldId="291"/>
            <ac:cxnSpMk id="12" creationId="{CE871C7A-462C-49EF-813E-95BB32DF5673}"/>
          </ac:cxnSpMkLst>
        </pc:cxnChg>
        <pc:cxnChg chg="mod">
          <ac:chgData name="Embedded Development" userId="97690703-89ef-4183-8a66-0c81b6c8ace9" providerId="ADAL" clId="{BA6B5DA6-A584-42B7-AA33-F3B54EA8229D}" dt="2024-02-12T09:17:48.421" v="2669" actId="1076"/>
          <ac:cxnSpMkLst>
            <pc:docMk/>
            <pc:sldMk cId="3893652762" sldId="291"/>
            <ac:cxnSpMk id="15" creationId="{70C2876D-4E6B-9DF9-458B-A68C214C8C9A}"/>
          </ac:cxnSpMkLst>
        </pc:cxnChg>
        <pc:cxnChg chg="del">
          <ac:chgData name="Embedded Development" userId="97690703-89ef-4183-8a66-0c81b6c8ace9" providerId="ADAL" clId="{BA6B5DA6-A584-42B7-AA33-F3B54EA8229D}" dt="2024-02-12T09:17:33.325" v="2645" actId="478"/>
          <ac:cxnSpMkLst>
            <pc:docMk/>
            <pc:sldMk cId="3893652762" sldId="291"/>
            <ac:cxnSpMk id="17" creationId="{C2BD4EDA-B1C1-6CDB-66B4-F534A149C109}"/>
          </ac:cxnSpMkLst>
        </pc:cxnChg>
      </pc:sldChg>
      <pc:sldChg chg="delSp modSp add mod ord">
        <pc:chgData name="Embedded Development" userId="97690703-89ef-4183-8a66-0c81b6c8ace9" providerId="ADAL" clId="{BA6B5DA6-A584-42B7-AA33-F3B54EA8229D}" dt="2024-02-12T09:47:33.886" v="4212" actId="20577"/>
        <pc:sldMkLst>
          <pc:docMk/>
          <pc:sldMk cId="1024772808" sldId="292"/>
        </pc:sldMkLst>
        <pc:spChg chg="mod">
          <ac:chgData name="Embedded Development" userId="97690703-89ef-4183-8a66-0c81b6c8ace9" providerId="ADAL" clId="{BA6B5DA6-A584-42B7-AA33-F3B54EA8229D}" dt="2024-02-12T09:24:57.339" v="3369" actId="20577"/>
          <ac:spMkLst>
            <pc:docMk/>
            <pc:sldMk cId="1024772808" sldId="292"/>
            <ac:spMk id="2" creationId="{04D7FD28-D87F-17E8-E9AD-7859761BE2F6}"/>
          </ac:spMkLst>
        </pc:spChg>
        <pc:spChg chg="del">
          <ac:chgData name="Embedded Development" userId="97690703-89ef-4183-8a66-0c81b6c8ace9" providerId="ADAL" clId="{BA6B5DA6-A584-42B7-AA33-F3B54EA8229D}" dt="2024-02-12T09:23:32.400" v="3275" actId="478"/>
          <ac:spMkLst>
            <pc:docMk/>
            <pc:sldMk cId="1024772808" sldId="292"/>
            <ac:spMk id="9" creationId="{62FB145A-EA5B-BBD1-8AF7-66EF71733C3C}"/>
          </ac:spMkLst>
        </pc:spChg>
        <pc:spChg chg="del">
          <ac:chgData name="Embedded Development" userId="97690703-89ef-4183-8a66-0c81b6c8ace9" providerId="ADAL" clId="{BA6B5DA6-A584-42B7-AA33-F3B54EA8229D}" dt="2024-02-12T09:23:33.918" v="3277" actId="478"/>
          <ac:spMkLst>
            <pc:docMk/>
            <pc:sldMk cId="1024772808" sldId="292"/>
            <ac:spMk id="13" creationId="{78B6DA2D-F740-6481-EED8-FCCD7AAA5031}"/>
          </ac:spMkLst>
        </pc:spChg>
        <pc:spChg chg="mod">
          <ac:chgData name="Embedded Development" userId="97690703-89ef-4183-8a66-0c81b6c8ace9" providerId="ADAL" clId="{BA6B5DA6-A584-42B7-AA33-F3B54EA8229D}" dt="2024-02-12T09:23:42.835" v="3280" actId="1076"/>
          <ac:spMkLst>
            <pc:docMk/>
            <pc:sldMk cId="1024772808" sldId="292"/>
            <ac:spMk id="14" creationId="{4CA0215D-28E0-EC82-47EF-728C6085CED7}"/>
          </ac:spMkLst>
        </pc:spChg>
        <pc:spChg chg="del">
          <ac:chgData name="Embedded Development" userId="97690703-89ef-4183-8a66-0c81b6c8ace9" providerId="ADAL" clId="{BA6B5DA6-A584-42B7-AA33-F3B54EA8229D}" dt="2024-02-12T09:23:35.185" v="3278" actId="478"/>
          <ac:spMkLst>
            <pc:docMk/>
            <pc:sldMk cId="1024772808" sldId="292"/>
            <ac:spMk id="18" creationId="{F73E9EA7-2C06-E9AE-C6FC-3B773D0BF86B}"/>
          </ac:spMkLst>
        </pc:spChg>
        <pc:spChg chg="mod">
          <ac:chgData name="Embedded Development" userId="97690703-89ef-4183-8a66-0c81b6c8ace9" providerId="ADAL" clId="{BA6B5DA6-A584-42B7-AA33-F3B54EA8229D}" dt="2024-02-12T09:23:29.250" v="3272" actId="20577"/>
          <ac:spMkLst>
            <pc:docMk/>
            <pc:sldMk cId="1024772808" sldId="292"/>
            <ac:spMk id="20" creationId="{50DDB142-A029-DF3A-FBC3-3639018A0D1C}"/>
          </ac:spMkLst>
        </pc:spChg>
        <pc:spChg chg="mod">
          <ac:chgData name="Embedded Development" userId="97690703-89ef-4183-8a66-0c81b6c8ace9" providerId="ADAL" clId="{BA6B5DA6-A584-42B7-AA33-F3B54EA8229D}" dt="2024-02-12T09:47:30.393" v="4210" actId="20577"/>
          <ac:spMkLst>
            <pc:docMk/>
            <pc:sldMk cId="1024772808" sldId="292"/>
            <ac:spMk id="36" creationId="{A42D33D0-F042-653C-C04C-18E3125A150C}"/>
          </ac:spMkLst>
        </pc:spChg>
        <pc:graphicFrameChg chg="modGraphic">
          <ac:chgData name="Embedded Development" userId="97690703-89ef-4183-8a66-0c81b6c8ace9" providerId="ADAL" clId="{BA6B5DA6-A584-42B7-AA33-F3B54EA8229D}" dt="2024-02-12T09:47:33.886" v="4212" actId="20577"/>
          <ac:graphicFrameMkLst>
            <pc:docMk/>
            <pc:sldMk cId="1024772808" sldId="292"/>
            <ac:graphicFrameMk id="25" creationId="{7CBBF7AE-968F-B3C1-3CC0-A90369D907C7}"/>
          </ac:graphicFrameMkLst>
        </pc:graphicFrameChg>
        <pc:graphicFrameChg chg="modGraphic">
          <ac:chgData name="Embedded Development" userId="97690703-89ef-4183-8a66-0c81b6c8ace9" providerId="ADAL" clId="{BA6B5DA6-A584-42B7-AA33-F3B54EA8229D}" dt="2024-02-12T09:24:01.503" v="3285" actId="20577"/>
          <ac:graphicFrameMkLst>
            <pc:docMk/>
            <pc:sldMk cId="1024772808" sldId="292"/>
            <ac:graphicFrameMk id="27" creationId="{01C8304D-DFFB-4E01-D0D0-368E1965B250}"/>
          </ac:graphicFrameMkLst>
        </pc:graphicFrameChg>
        <pc:cxnChg chg="del mod">
          <ac:chgData name="Embedded Development" userId="97690703-89ef-4183-8a66-0c81b6c8ace9" providerId="ADAL" clId="{BA6B5DA6-A584-42B7-AA33-F3B54EA8229D}" dt="2024-02-12T09:23:31.927" v="3274" actId="478"/>
          <ac:cxnSpMkLst>
            <pc:docMk/>
            <pc:sldMk cId="1024772808" sldId="292"/>
            <ac:cxnSpMk id="7" creationId="{560ABAF5-3EF2-F7A3-A530-600A5C340B26}"/>
          </ac:cxnSpMkLst>
        </pc:cxnChg>
        <pc:cxnChg chg="del mod">
          <ac:chgData name="Embedded Development" userId="97690703-89ef-4183-8a66-0c81b6c8ace9" providerId="ADAL" clId="{BA6B5DA6-A584-42B7-AA33-F3B54EA8229D}" dt="2024-02-12T09:23:33.490" v="3276" actId="478"/>
          <ac:cxnSpMkLst>
            <pc:docMk/>
            <pc:sldMk cId="1024772808" sldId="292"/>
            <ac:cxnSpMk id="12" creationId="{CC6AE041-7BF7-5E19-2CD5-D79A1BE82187}"/>
          </ac:cxnSpMkLst>
        </pc:cxnChg>
        <pc:cxnChg chg="del">
          <ac:chgData name="Embedded Development" userId="97690703-89ef-4183-8a66-0c81b6c8ace9" providerId="ADAL" clId="{BA6B5DA6-A584-42B7-AA33-F3B54EA8229D}" dt="2024-02-12T09:23:31.009" v="3273" actId="478"/>
          <ac:cxnSpMkLst>
            <pc:docMk/>
            <pc:sldMk cId="1024772808" sldId="292"/>
            <ac:cxnSpMk id="17" creationId="{6A0D0A17-A727-72A3-21EE-CBC231622B2A}"/>
          </ac:cxnSpMkLst>
        </pc:cxnChg>
      </pc:sldChg>
      <pc:sldChg chg="add del">
        <pc:chgData name="Embedded Development" userId="97690703-89ef-4183-8a66-0c81b6c8ace9" providerId="ADAL" clId="{BA6B5DA6-A584-42B7-AA33-F3B54EA8229D}" dt="2024-02-12T09:45:03.779" v="4176" actId="47"/>
        <pc:sldMkLst>
          <pc:docMk/>
          <pc:sldMk cId="1188162411" sldId="293"/>
        </pc:sldMkLst>
      </pc:sldChg>
    </pc:docChg>
  </pc:docChgLst>
  <pc:docChgLst>
    <pc:chgData name="Embedded Development" userId="S::embedded@qmaxsys.com::97690703-89ef-4183-8a66-0c81b6c8ace9" providerId="AD" clId="Web-{2CB26E0A-EC53-2BD8-D7A3-3352250CA8A3}"/>
    <pc:docChg chg="modSld">
      <pc:chgData name="Embedded Development" userId="S::embedded@qmaxsys.com::97690703-89ef-4183-8a66-0c81b6c8ace9" providerId="AD" clId="Web-{2CB26E0A-EC53-2BD8-D7A3-3352250CA8A3}" dt="2024-02-03T11:01:20.875" v="340"/>
      <pc:docMkLst>
        <pc:docMk/>
      </pc:docMkLst>
      <pc:sldChg chg="modSp">
        <pc:chgData name="Embedded Development" userId="S::embedded@qmaxsys.com::97690703-89ef-4183-8a66-0c81b6c8ace9" providerId="AD" clId="Web-{2CB26E0A-EC53-2BD8-D7A3-3352250CA8A3}" dt="2024-02-03T10:58:10.966" v="89"/>
        <pc:sldMkLst>
          <pc:docMk/>
          <pc:sldMk cId="3116336226" sldId="256"/>
        </pc:sldMkLst>
        <pc:spChg chg="mod">
          <ac:chgData name="Embedded Development" userId="S::embedded@qmaxsys.com::97690703-89ef-4183-8a66-0c81b6c8ace9" providerId="AD" clId="Web-{2CB26E0A-EC53-2BD8-D7A3-3352250CA8A3}" dt="2024-02-03T10:57:16.184" v="14" actId="1076"/>
          <ac:spMkLst>
            <pc:docMk/>
            <pc:sldMk cId="3116336226" sldId="256"/>
            <ac:spMk id="6" creationId="{AD20DFB7-A5FE-6D7B-7EE5-BB73A187978D}"/>
          </ac:spMkLst>
        </pc:spChg>
        <pc:graphicFrameChg chg="mod modGraphic">
          <ac:chgData name="Embedded Development" userId="S::embedded@qmaxsys.com::97690703-89ef-4183-8a66-0c81b6c8ace9" providerId="AD" clId="Web-{2CB26E0A-EC53-2BD8-D7A3-3352250CA8A3}" dt="2024-02-03T10:58:10.966" v="89"/>
          <ac:graphicFrameMkLst>
            <pc:docMk/>
            <pc:sldMk cId="3116336226" sldId="256"/>
            <ac:graphicFrameMk id="2" creationId="{179AF028-29EB-3A39-F202-19AAF9891FF6}"/>
          </ac:graphicFrameMkLst>
        </pc:graphicFrameChg>
        <pc:graphicFrameChg chg="mod modGraphic">
          <ac:chgData name="Embedded Development" userId="S::embedded@qmaxsys.com::97690703-89ef-4183-8a66-0c81b6c8ace9" providerId="AD" clId="Web-{2CB26E0A-EC53-2BD8-D7A3-3352250CA8A3}" dt="2024-02-03T10:57:40.059" v="50"/>
          <ac:graphicFrameMkLst>
            <pc:docMk/>
            <pc:sldMk cId="3116336226" sldId="256"/>
            <ac:graphicFrameMk id="3" creationId="{4BD7DC63-F8E9-28B1-0F9A-D1370815E53F}"/>
          </ac:graphicFrameMkLst>
        </pc:graphicFrameChg>
      </pc:sldChg>
      <pc:sldChg chg="modSp">
        <pc:chgData name="Embedded Development" userId="S::embedded@qmaxsys.com::97690703-89ef-4183-8a66-0c81b6c8ace9" providerId="AD" clId="Web-{2CB26E0A-EC53-2BD8-D7A3-3352250CA8A3}" dt="2024-02-03T11:00:46.781" v="264"/>
        <pc:sldMkLst>
          <pc:docMk/>
          <pc:sldMk cId="425043199" sldId="257"/>
        </pc:sldMkLst>
        <pc:graphicFrameChg chg="mod modGraphic">
          <ac:chgData name="Embedded Development" userId="S::embedded@qmaxsys.com::97690703-89ef-4183-8a66-0c81b6c8ace9" providerId="AD" clId="Web-{2CB26E0A-EC53-2BD8-D7A3-3352250CA8A3}" dt="2024-02-03T11:00:31.952" v="221"/>
          <ac:graphicFrameMkLst>
            <pc:docMk/>
            <pc:sldMk cId="425043199" sldId="257"/>
            <ac:graphicFrameMk id="3" creationId="{F9E873BA-09AB-031A-81DA-5C58F6D123F3}"/>
          </ac:graphicFrameMkLst>
        </pc:graphicFrameChg>
        <pc:graphicFrameChg chg="mod modGraphic">
          <ac:chgData name="Embedded Development" userId="S::embedded@qmaxsys.com::97690703-89ef-4183-8a66-0c81b6c8ace9" providerId="AD" clId="Web-{2CB26E0A-EC53-2BD8-D7A3-3352250CA8A3}" dt="2024-02-03T11:00:46.781" v="264"/>
          <ac:graphicFrameMkLst>
            <pc:docMk/>
            <pc:sldMk cId="425043199" sldId="257"/>
            <ac:graphicFrameMk id="8" creationId="{1CE6329A-7FC6-EEA9-A156-623550D5FB8D}"/>
          </ac:graphicFrameMkLst>
        </pc:graphicFrameChg>
      </pc:sldChg>
      <pc:sldChg chg="modSp">
        <pc:chgData name="Embedded Development" userId="S::embedded@qmaxsys.com::97690703-89ef-4183-8a66-0c81b6c8ace9" providerId="AD" clId="Web-{2CB26E0A-EC53-2BD8-D7A3-3352250CA8A3}" dt="2024-02-03T11:01:20.875" v="340"/>
        <pc:sldMkLst>
          <pc:docMk/>
          <pc:sldMk cId="1956433020" sldId="261"/>
        </pc:sldMkLst>
        <pc:graphicFrameChg chg="mod modGraphic">
          <ac:chgData name="Embedded Development" userId="S::embedded@qmaxsys.com::97690703-89ef-4183-8a66-0c81b6c8ace9" providerId="AD" clId="Web-{2CB26E0A-EC53-2BD8-D7A3-3352250CA8A3}" dt="2024-02-03T11:01:06.859" v="303"/>
          <ac:graphicFrameMkLst>
            <pc:docMk/>
            <pc:sldMk cId="1956433020" sldId="261"/>
            <ac:graphicFrameMk id="22" creationId="{AC0BAE12-D506-1FFC-9C8B-5957E16A4332}"/>
          </ac:graphicFrameMkLst>
        </pc:graphicFrameChg>
        <pc:graphicFrameChg chg="mod modGraphic">
          <ac:chgData name="Embedded Development" userId="S::embedded@qmaxsys.com::97690703-89ef-4183-8a66-0c81b6c8ace9" providerId="AD" clId="Web-{2CB26E0A-EC53-2BD8-D7A3-3352250CA8A3}" dt="2024-02-03T11:01:20.875" v="340"/>
          <ac:graphicFrameMkLst>
            <pc:docMk/>
            <pc:sldMk cId="1956433020" sldId="261"/>
            <ac:graphicFrameMk id="25" creationId="{2141FF02-1CCF-417A-095B-42AFA7248A40}"/>
          </ac:graphicFrameMkLst>
        </pc:graphicFrameChg>
      </pc:sldChg>
      <pc:sldChg chg="modSp">
        <pc:chgData name="Embedded Development" userId="S::embedded@qmaxsys.com::97690703-89ef-4183-8a66-0c81b6c8ace9" providerId="AD" clId="Web-{2CB26E0A-EC53-2BD8-D7A3-3352250CA8A3}" dt="2024-02-03T10:58:47.826" v="179"/>
        <pc:sldMkLst>
          <pc:docMk/>
          <pc:sldMk cId="1943458392" sldId="262"/>
        </pc:sldMkLst>
        <pc:spChg chg="mod">
          <ac:chgData name="Embedded Development" userId="S::embedded@qmaxsys.com::97690703-89ef-4183-8a66-0c81b6c8ace9" providerId="AD" clId="Web-{2CB26E0A-EC53-2BD8-D7A3-3352250CA8A3}" dt="2024-02-03T10:58:30.622" v="122" actId="1076"/>
          <ac:spMkLst>
            <pc:docMk/>
            <pc:sldMk cId="1943458392" sldId="262"/>
            <ac:spMk id="13" creationId="{2FD938B8-C2C6-D15D-B9F9-7A57B4591D1F}"/>
          </ac:spMkLst>
        </pc:spChg>
        <pc:graphicFrameChg chg="mod modGraphic">
          <ac:chgData name="Embedded Development" userId="S::embedded@qmaxsys.com::97690703-89ef-4183-8a66-0c81b6c8ace9" providerId="AD" clId="Web-{2CB26E0A-EC53-2BD8-D7A3-3352250CA8A3}" dt="2024-02-03T10:58:25.310" v="120"/>
          <ac:graphicFrameMkLst>
            <pc:docMk/>
            <pc:sldMk cId="1943458392" sldId="262"/>
            <ac:graphicFrameMk id="5" creationId="{E8DD78CE-6DB1-C1D9-1B47-468750E24619}"/>
          </ac:graphicFrameMkLst>
        </pc:graphicFrameChg>
        <pc:graphicFrameChg chg="mod modGraphic">
          <ac:chgData name="Embedded Development" userId="S::embedded@qmaxsys.com::97690703-89ef-4183-8a66-0c81b6c8ace9" providerId="AD" clId="Web-{2CB26E0A-EC53-2BD8-D7A3-3352250CA8A3}" dt="2024-02-03T10:58:47.826" v="179"/>
          <ac:graphicFrameMkLst>
            <pc:docMk/>
            <pc:sldMk cId="1943458392" sldId="262"/>
            <ac:graphicFrameMk id="12" creationId="{429D734C-A13A-E533-2543-5F852D9E249C}"/>
          </ac:graphicFrameMkLst>
        </pc:graphicFrameChg>
      </pc:sldChg>
    </pc:docChg>
  </pc:docChgLst>
  <pc:docChgLst>
    <pc:chgData name="Embedded Development" userId="S::embedded@qmaxsys.com::97690703-89ef-4183-8a66-0c81b6c8ace9" providerId="AD" clId="Web-{B148D880-9759-499E-3C9E-817EA0D53B1A}"/>
    <pc:docChg chg="modSld">
      <pc:chgData name="Embedded Development" userId="S::embedded@qmaxsys.com::97690703-89ef-4183-8a66-0c81b6c8ace9" providerId="AD" clId="Web-{B148D880-9759-499E-3C9E-817EA0D53B1A}" dt="2024-02-08T11:27:05.344" v="2" actId="14100"/>
      <pc:docMkLst>
        <pc:docMk/>
      </pc:docMkLst>
      <pc:sldChg chg="modSp">
        <pc:chgData name="Embedded Development" userId="S::embedded@qmaxsys.com::97690703-89ef-4183-8a66-0c81b6c8ace9" providerId="AD" clId="Web-{B148D880-9759-499E-3C9E-817EA0D53B1A}" dt="2024-02-08T11:27:05.344" v="2" actId="14100"/>
        <pc:sldMkLst>
          <pc:docMk/>
          <pc:sldMk cId="1656820590" sldId="280"/>
        </pc:sldMkLst>
        <pc:spChg chg="mod">
          <ac:chgData name="Embedded Development" userId="S::embedded@qmaxsys.com::97690703-89ef-4183-8a66-0c81b6c8ace9" providerId="AD" clId="Web-{B148D880-9759-499E-3C9E-817EA0D53B1A}" dt="2024-02-08T11:26:52.766" v="0" actId="14100"/>
          <ac:spMkLst>
            <pc:docMk/>
            <pc:sldMk cId="1656820590" sldId="280"/>
            <ac:spMk id="6" creationId="{56EAE25D-FB9D-CC79-5D54-112471D135EC}"/>
          </ac:spMkLst>
        </pc:spChg>
        <pc:grpChg chg="mod">
          <ac:chgData name="Embedded Development" userId="S::embedded@qmaxsys.com::97690703-89ef-4183-8a66-0c81b6c8ace9" providerId="AD" clId="Web-{B148D880-9759-499E-3C9E-817EA0D53B1A}" dt="2024-02-08T11:27:05.344" v="2" actId="14100"/>
          <ac:grpSpMkLst>
            <pc:docMk/>
            <pc:sldMk cId="1656820590" sldId="280"/>
            <ac:grpSpMk id="21" creationId="{AFC409AF-E27D-77C7-F1FE-28137BA6392F}"/>
          </ac:grpSpMkLst>
        </pc:grpChg>
      </pc:sldChg>
    </pc:docChg>
  </pc:docChgLst>
  <pc:docChgLst>
    <pc:chgData name="Embedded Development" userId="S::embedded@qmaxsys.com::97690703-89ef-4183-8a66-0c81b6c8ace9" providerId="AD" clId="Web-{CB4E7D85-013E-7C6D-B823-71D831F18460}"/>
    <pc:docChg chg="modSld">
      <pc:chgData name="Embedded Development" userId="S::embedded@qmaxsys.com::97690703-89ef-4183-8a66-0c81b6c8ace9" providerId="AD" clId="Web-{CB4E7D85-013E-7C6D-B823-71D831F18460}" dt="2024-02-09T05:11:07.852" v="21" actId="1076"/>
      <pc:docMkLst>
        <pc:docMk/>
      </pc:docMkLst>
      <pc:sldChg chg="modSp">
        <pc:chgData name="Embedded Development" userId="S::embedded@qmaxsys.com::97690703-89ef-4183-8a66-0c81b6c8ace9" providerId="AD" clId="Web-{CB4E7D85-013E-7C6D-B823-71D831F18460}" dt="2024-02-09T05:11:07.852" v="21" actId="1076"/>
        <pc:sldMkLst>
          <pc:docMk/>
          <pc:sldMk cId="1588761885" sldId="279"/>
        </pc:sldMkLst>
        <pc:spChg chg="mod">
          <ac:chgData name="Embedded Development" userId="S::embedded@qmaxsys.com::97690703-89ef-4183-8a66-0c81b6c8ace9" providerId="AD" clId="Web-{CB4E7D85-013E-7C6D-B823-71D831F18460}" dt="2024-02-09T05:10:37.351" v="6" actId="1076"/>
          <ac:spMkLst>
            <pc:docMk/>
            <pc:sldMk cId="1588761885" sldId="279"/>
            <ac:spMk id="74" creationId="{3C437C14-F2C0-9437-0731-D12F9E4153E6}"/>
          </ac:spMkLst>
        </pc:spChg>
        <pc:spChg chg="mod">
          <ac:chgData name="Embedded Development" userId="S::embedded@qmaxsys.com::97690703-89ef-4183-8a66-0c81b6c8ace9" providerId="AD" clId="Web-{CB4E7D85-013E-7C6D-B823-71D831F18460}" dt="2024-02-09T05:11:07.852" v="21" actId="1076"/>
          <ac:spMkLst>
            <pc:docMk/>
            <pc:sldMk cId="1588761885" sldId="279"/>
            <ac:spMk id="75" creationId="{4E806F7C-7E8A-E106-00E5-6EB3A6CEB7E6}"/>
          </ac:spMkLst>
        </pc:spChg>
        <pc:spChg chg="mod">
          <ac:chgData name="Embedded Development" userId="S::embedded@qmaxsys.com::97690703-89ef-4183-8a66-0c81b6c8ace9" providerId="AD" clId="Web-{CB4E7D85-013E-7C6D-B823-71D831F18460}" dt="2024-02-09T05:10:58.805" v="19" actId="1076"/>
          <ac:spMkLst>
            <pc:docMk/>
            <pc:sldMk cId="1588761885" sldId="279"/>
            <ac:spMk id="76" creationId="{BA4F9672-F0BB-E128-1EFF-36907A0EBB61}"/>
          </ac:spMkLst>
        </pc:spChg>
      </pc:sldChg>
    </pc:docChg>
  </pc:docChgLst>
  <pc:docChgLst>
    <pc:chgData name="Embedded Development" userId="S::embedded@qmaxsys.com::97690703-89ef-4183-8a66-0c81b6c8ace9" providerId="AD" clId="Web-{5CD7CF73-3FB5-8F4A-98AE-7D6B90155138}"/>
    <pc:docChg chg="modSld">
      <pc:chgData name="Embedded Development" userId="S::embedded@qmaxsys.com::97690703-89ef-4183-8a66-0c81b6c8ace9" providerId="AD" clId="Web-{5CD7CF73-3FB5-8F4A-98AE-7D6B90155138}" dt="2024-02-08T07:27:44.020" v="342" actId="1076"/>
      <pc:docMkLst>
        <pc:docMk/>
      </pc:docMkLst>
      <pc:sldChg chg="addSp delSp modSp delCm">
        <pc:chgData name="Embedded Development" userId="S::embedded@qmaxsys.com::97690703-89ef-4183-8a66-0c81b6c8ace9" providerId="AD" clId="Web-{5CD7CF73-3FB5-8F4A-98AE-7D6B90155138}" dt="2024-02-08T07:27:44.020" v="342" actId="1076"/>
        <pc:sldMkLst>
          <pc:docMk/>
          <pc:sldMk cId="3116336226" sldId="256"/>
        </pc:sldMkLst>
        <pc:spChg chg="mod">
          <ac:chgData name="Embedded Development" userId="S::embedded@qmaxsys.com::97690703-89ef-4183-8a66-0c81b6c8ace9" providerId="AD" clId="Web-{5CD7CF73-3FB5-8F4A-98AE-7D6B90155138}" dt="2024-02-08T07:12:08.273" v="110" actId="1076"/>
          <ac:spMkLst>
            <pc:docMk/>
            <pc:sldMk cId="3116336226" sldId="256"/>
            <ac:spMk id="4" creationId="{70CD7454-5FA4-8FFB-0066-50A6BB6BD811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05:35.721" v="40" actId="1076"/>
          <ac:spMkLst>
            <pc:docMk/>
            <pc:sldMk cId="3116336226" sldId="256"/>
            <ac:spMk id="5" creationId="{F6324772-7B18-92E8-4D3E-220E0C0DCC4E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12:08.383" v="112" actId="1076"/>
          <ac:spMkLst>
            <pc:docMk/>
            <pc:sldMk cId="3116336226" sldId="256"/>
            <ac:spMk id="6" creationId="{AD20DFB7-A5FE-6D7B-7EE5-BB73A187978D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05:35.768" v="41" actId="1076"/>
          <ac:spMkLst>
            <pc:docMk/>
            <pc:sldMk cId="3116336226" sldId="256"/>
            <ac:spMk id="7" creationId="{8DB2483E-75F6-F80E-8837-97C8C102ECEA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15:38.651" v="238" actId="1076"/>
          <ac:spMkLst>
            <pc:docMk/>
            <pc:sldMk cId="3116336226" sldId="256"/>
            <ac:spMk id="9" creationId="{F7EDEAC7-1705-BC74-AFD9-57284BEF10DC}"/>
          </ac:spMkLst>
        </pc:spChg>
        <pc:spChg chg="add mod">
          <ac:chgData name="Embedded Development" userId="S::embedded@qmaxsys.com::97690703-89ef-4183-8a66-0c81b6c8ace9" providerId="AD" clId="Web-{5CD7CF73-3FB5-8F4A-98AE-7D6B90155138}" dt="2024-02-08T07:14:57.994" v="200" actId="1076"/>
          <ac:spMkLst>
            <pc:docMk/>
            <pc:sldMk cId="3116336226" sldId="256"/>
            <ac:spMk id="10" creationId="{76A5832B-E368-B357-9402-832DF3F17B83}"/>
          </ac:spMkLst>
        </pc:spChg>
        <pc:spChg chg="add del mod">
          <ac:chgData name="Embedded Development" userId="S::embedded@qmaxsys.com::97690703-89ef-4183-8a66-0c81b6c8ace9" providerId="AD" clId="Web-{5CD7CF73-3FB5-8F4A-98AE-7D6B90155138}" dt="2024-02-08T07:09:30.771" v="100"/>
          <ac:spMkLst>
            <pc:docMk/>
            <pc:sldMk cId="3116336226" sldId="256"/>
            <ac:spMk id="11" creationId="{ECB2E052-2A89-FD26-4CBF-CFB1CA9061AD}"/>
          </ac:spMkLst>
        </pc:spChg>
        <pc:spChg chg="add del mod">
          <ac:chgData name="Embedded Development" userId="S::embedded@qmaxsys.com::97690703-89ef-4183-8a66-0c81b6c8ace9" providerId="AD" clId="Web-{5CD7CF73-3FB5-8F4A-98AE-7D6B90155138}" dt="2024-02-08T07:11:52.336" v="107"/>
          <ac:spMkLst>
            <pc:docMk/>
            <pc:sldMk cId="3116336226" sldId="256"/>
            <ac:spMk id="12" creationId="{CDC1F1D1-2714-5C20-9D0F-E8D8B1298DDD}"/>
          </ac:spMkLst>
        </pc:spChg>
        <pc:spChg chg="add mod">
          <ac:chgData name="Embedded Development" userId="S::embedded@qmaxsys.com::97690703-89ef-4183-8a66-0c81b6c8ace9" providerId="AD" clId="Web-{5CD7CF73-3FB5-8F4A-98AE-7D6B90155138}" dt="2024-02-08T07:14:52.604" v="199" actId="1076"/>
          <ac:spMkLst>
            <pc:docMk/>
            <pc:sldMk cId="3116336226" sldId="256"/>
            <ac:spMk id="13" creationId="{507A1125-9A1B-A917-E389-61B5ACB5728B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05:35.800" v="42" actId="1076"/>
          <ac:spMkLst>
            <pc:docMk/>
            <pc:sldMk cId="3116336226" sldId="256"/>
            <ac:spMk id="16" creationId="{93D40C93-9EAC-DA7C-F1AC-42FE6B7D681F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11:55.633" v="108" actId="1076"/>
          <ac:spMkLst>
            <pc:docMk/>
            <pc:sldMk cId="3116336226" sldId="256"/>
            <ac:spMk id="23" creationId="{466DA469-08CB-94E2-3F05-C208C3F8BF52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7:43.911" v="340" actId="1076"/>
          <ac:spMkLst>
            <pc:docMk/>
            <pc:sldMk cId="3116336226" sldId="256"/>
            <ac:spMk id="25" creationId="{85791150-5635-5FB9-AB1B-E35DFEBA922D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7:44.020" v="342" actId="1076"/>
          <ac:spMkLst>
            <pc:docMk/>
            <pc:sldMk cId="3116336226" sldId="256"/>
            <ac:spMk id="28" creationId="{F03765B4-2F41-9A42-4B19-3B906BBC71C4}"/>
          </ac:spMkLst>
        </pc:spChg>
        <pc:graphicFrameChg chg="mod">
          <ac:chgData name="Embedded Development" userId="S::embedded@qmaxsys.com::97690703-89ef-4183-8a66-0c81b6c8ace9" providerId="AD" clId="Web-{5CD7CF73-3FB5-8F4A-98AE-7D6B90155138}" dt="2024-02-08T07:12:08.336" v="111" actId="1076"/>
          <ac:graphicFrameMkLst>
            <pc:docMk/>
            <pc:sldMk cId="3116336226" sldId="256"/>
            <ac:graphicFrameMk id="2" creationId="{179AF028-29EB-3A39-F202-19AAF9891FF6}"/>
          </ac:graphicFrameMkLst>
        </pc:graphicFrameChg>
        <pc:graphicFrameChg chg="mod modGraphic">
          <ac:chgData name="Embedded Development" userId="S::embedded@qmaxsys.com::97690703-89ef-4183-8a66-0c81b6c8ace9" providerId="AD" clId="Web-{5CD7CF73-3FB5-8F4A-98AE-7D6B90155138}" dt="2024-02-08T07:12:08.227" v="109" actId="1076"/>
          <ac:graphicFrameMkLst>
            <pc:docMk/>
            <pc:sldMk cId="3116336226" sldId="256"/>
            <ac:graphicFrameMk id="3" creationId="{4BD7DC63-F8E9-28B1-0F9A-D1370815E53F}"/>
          </ac:graphicFrameMkLst>
        </pc:graphicFrameChg>
        <pc:graphicFrameChg chg="mod modGraphic">
          <ac:chgData name="Embedded Development" userId="S::embedded@qmaxsys.com::97690703-89ef-4183-8a66-0c81b6c8ace9" providerId="AD" clId="Web-{5CD7CF73-3FB5-8F4A-98AE-7D6B90155138}" dt="2024-02-08T07:15:38.714" v="239" actId="1076"/>
          <ac:graphicFrameMkLst>
            <pc:docMk/>
            <pc:sldMk cId="3116336226" sldId="256"/>
            <ac:graphicFrameMk id="8" creationId="{D726E11F-5CA1-1FD4-5765-8835B4C0AF4B}"/>
          </ac:graphicFrameMkLst>
        </pc:graphicFrameChg>
        <pc:cxnChg chg="mod">
          <ac:chgData name="Embedded Development" userId="S::embedded@qmaxsys.com::97690703-89ef-4183-8a66-0c81b6c8ace9" providerId="AD" clId="Web-{5CD7CF73-3FB5-8F4A-98AE-7D6B90155138}" dt="2024-02-08T07:05:35.846" v="43" actId="1076"/>
          <ac:cxnSpMkLst>
            <pc:docMk/>
            <pc:sldMk cId="3116336226" sldId="256"/>
            <ac:cxnSpMk id="18" creationId="{B490904F-FE6B-20C0-E257-F3EF42653890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05:35.893" v="44" actId="1076"/>
          <ac:cxnSpMkLst>
            <pc:docMk/>
            <pc:sldMk cId="3116336226" sldId="256"/>
            <ac:cxnSpMk id="19" creationId="{E660EC5D-28A9-9C2A-3533-32E2B37690D4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05:35.940" v="45" actId="1076"/>
          <ac:cxnSpMkLst>
            <pc:docMk/>
            <pc:sldMk cId="3116336226" sldId="256"/>
            <ac:cxnSpMk id="22" creationId="{01D543AB-E540-5033-A9B9-D3E916AA5237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27:43.848" v="339" actId="1076"/>
          <ac:cxnSpMkLst>
            <pc:docMk/>
            <pc:sldMk cId="3116336226" sldId="256"/>
            <ac:cxnSpMk id="24" creationId="{968DE889-BF03-66DE-F9E4-A5645042F184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27:43.958" v="341" actId="1076"/>
          <ac:cxnSpMkLst>
            <pc:docMk/>
            <pc:sldMk cId="3116336226" sldId="256"/>
            <ac:cxnSpMk id="27" creationId="{C005F987-7FCE-CA05-950D-15E02B4ABD9F}"/>
          </ac:cxnSpMkLst>
        </pc:cxnChg>
      </pc:sldChg>
      <pc:sldChg chg="addSp delSp modSp addCm delCm">
        <pc:chgData name="Embedded Development" userId="S::embedded@qmaxsys.com::97690703-89ef-4183-8a66-0c81b6c8ace9" providerId="AD" clId="Web-{5CD7CF73-3FB5-8F4A-98AE-7D6B90155138}" dt="2024-02-08T07:27:35.411" v="338" actId="1076"/>
        <pc:sldMkLst>
          <pc:docMk/>
          <pc:sldMk cId="1943458392" sldId="262"/>
        </pc:sldMkLst>
        <pc:spChg chg="mod">
          <ac:chgData name="Embedded Development" userId="S::embedded@qmaxsys.com::97690703-89ef-4183-8a66-0c81b6c8ace9" providerId="AD" clId="Web-{5CD7CF73-3FB5-8F4A-98AE-7D6B90155138}" dt="2024-02-08T07:26:37.269" v="320" actId="1076"/>
          <ac:spMkLst>
            <pc:docMk/>
            <pc:sldMk cId="1943458392" sldId="262"/>
            <ac:spMk id="2" creationId="{103142F4-9E07-E7C8-8EC5-08A4092B4296}"/>
          </ac:spMkLst>
        </pc:spChg>
        <pc:spChg chg="del">
          <ac:chgData name="Embedded Development" userId="S::embedded@qmaxsys.com::97690703-89ef-4183-8a66-0c81b6c8ace9" providerId="AD" clId="Web-{5CD7CF73-3FB5-8F4A-98AE-7D6B90155138}" dt="2024-02-08T07:26:48.316" v="325"/>
          <ac:spMkLst>
            <pc:docMk/>
            <pc:sldMk cId="1943458392" sldId="262"/>
            <ac:spMk id="3" creationId="{BB9F8F36-6408-2128-DD2C-4FF213CF5069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2:46.110" v="307" actId="1076"/>
          <ac:spMkLst>
            <pc:docMk/>
            <pc:sldMk cId="1943458392" sldId="262"/>
            <ac:spMk id="7" creationId="{25840DEC-B883-6E5E-9096-75C61611D6B8}"/>
          </ac:spMkLst>
        </pc:spChg>
        <pc:spChg chg="del mod">
          <ac:chgData name="Embedded Development" userId="S::embedded@qmaxsys.com::97690703-89ef-4183-8a66-0c81b6c8ace9" providerId="AD" clId="Web-{5CD7CF73-3FB5-8F4A-98AE-7D6B90155138}" dt="2024-02-08T07:27:21.114" v="332"/>
          <ac:spMkLst>
            <pc:docMk/>
            <pc:sldMk cId="1943458392" sldId="262"/>
            <ac:spMk id="9" creationId="{DE7C4353-B073-8608-568B-7AA29D0BD26E}"/>
          </ac:spMkLst>
        </pc:spChg>
        <pc:spChg chg="del mod">
          <ac:chgData name="Embedded Development" userId="S::embedded@qmaxsys.com::97690703-89ef-4183-8a66-0c81b6c8ace9" providerId="AD" clId="Web-{5CD7CF73-3FB5-8F4A-98AE-7D6B90155138}" dt="2024-02-08T07:27:22.176" v="333"/>
          <ac:spMkLst>
            <pc:docMk/>
            <pc:sldMk cId="1943458392" sldId="262"/>
            <ac:spMk id="11" creationId="{326944DB-763E-97AF-4650-7FF4F9A7CA7A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3:05.891" v="313" actId="1076"/>
          <ac:spMkLst>
            <pc:docMk/>
            <pc:sldMk cId="1943458392" sldId="262"/>
            <ac:spMk id="13" creationId="{2FD938B8-C2C6-D15D-B9F9-7A57B4591D1F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3:09.938" v="314" actId="1076"/>
          <ac:spMkLst>
            <pc:docMk/>
            <pc:sldMk cId="1943458392" sldId="262"/>
            <ac:spMk id="15" creationId="{ECA97BF2-DCDD-BAAC-3E48-277C8F743913}"/>
          </ac:spMkLst>
        </pc:spChg>
        <pc:spChg chg="add mod">
          <ac:chgData name="Embedded Development" userId="S::embedded@qmaxsys.com::97690703-89ef-4183-8a66-0c81b6c8ace9" providerId="AD" clId="Web-{5CD7CF73-3FB5-8F4A-98AE-7D6B90155138}" dt="2024-02-08T07:27:13.113" v="330" actId="1076"/>
          <ac:spMkLst>
            <pc:docMk/>
            <pc:sldMk cId="1943458392" sldId="262"/>
            <ac:spMk id="17" creationId="{BBF89046-C61A-98CD-A38D-4FA139D4611D}"/>
          </ac:spMkLst>
        </pc:spChg>
        <pc:graphicFrameChg chg="mod">
          <ac:chgData name="Embedded Development" userId="S::embedded@qmaxsys.com::97690703-89ef-4183-8a66-0c81b6c8ace9" providerId="AD" clId="Web-{5CD7CF73-3FB5-8F4A-98AE-7D6B90155138}" dt="2024-02-08T07:22:46.047" v="306" actId="1076"/>
          <ac:graphicFrameMkLst>
            <pc:docMk/>
            <pc:sldMk cId="1943458392" sldId="262"/>
            <ac:graphicFrameMk id="5" creationId="{E8DD78CE-6DB1-C1D9-1B47-468750E24619}"/>
          </ac:graphicFrameMkLst>
        </pc:graphicFrameChg>
        <pc:graphicFrameChg chg="mod">
          <ac:chgData name="Embedded Development" userId="S::embedded@qmaxsys.com::97690703-89ef-4183-8a66-0c81b6c8ace9" providerId="AD" clId="Web-{5CD7CF73-3FB5-8F4A-98AE-7D6B90155138}" dt="2024-02-08T07:23:05.845" v="312" actId="1076"/>
          <ac:graphicFrameMkLst>
            <pc:docMk/>
            <pc:sldMk cId="1943458392" sldId="262"/>
            <ac:graphicFrameMk id="12" creationId="{429D734C-A13A-E533-2543-5F852D9E249C}"/>
          </ac:graphicFrameMkLst>
        </pc:graphicFrameChg>
        <pc:graphicFrameChg chg="mod modGraphic">
          <ac:chgData name="Embedded Development" userId="S::embedded@qmaxsys.com::97690703-89ef-4183-8a66-0c81b6c8ace9" providerId="AD" clId="Web-{5CD7CF73-3FB5-8F4A-98AE-7D6B90155138}" dt="2024-02-08T07:24:15.595" v="316"/>
          <ac:graphicFrameMkLst>
            <pc:docMk/>
            <pc:sldMk cId="1943458392" sldId="262"/>
            <ac:graphicFrameMk id="14" creationId="{3D5E05EF-1C32-7569-E24E-2FB73A801BE7}"/>
          </ac:graphicFrameMkLst>
        </pc:graphicFrameChg>
        <pc:cxnChg chg="mod">
          <ac:chgData name="Embedded Development" userId="S::embedded@qmaxsys.com::97690703-89ef-4183-8a66-0c81b6c8ace9" providerId="AD" clId="Web-{5CD7CF73-3FB5-8F4A-98AE-7D6B90155138}" dt="2024-02-08T07:27:18.645" v="331" actId="14100"/>
          <ac:cxnSpMkLst>
            <pc:docMk/>
            <pc:sldMk cId="1943458392" sldId="262"/>
            <ac:cxnSpMk id="4" creationId="{A4B1E2C5-9645-7E89-87D4-160F62D00334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27:32.067" v="337" actId="1076"/>
          <ac:cxnSpMkLst>
            <pc:docMk/>
            <pc:sldMk cId="1943458392" sldId="262"/>
            <ac:cxnSpMk id="8" creationId="{9EC50927-D2D9-A80F-70F8-818BFFE257CA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27:35.411" v="338" actId="1076"/>
          <ac:cxnSpMkLst>
            <pc:docMk/>
            <pc:sldMk cId="1943458392" sldId="262"/>
            <ac:cxnSpMk id="10" creationId="{593CFC24-9C6A-F9B2-F421-A8F7391F1E08}"/>
          </ac:cxnSpMkLst>
        </pc:cxnChg>
      </pc:sldChg>
    </pc:docChg>
  </pc:docChgLst>
  <pc:docChgLst>
    <pc:chgData name="Guest User" userId="S::urn:spo:anon#5327cfe0df180885c53e23ededa58ff805b517b41a7ff753fc9b22ff3c51c8e9::" providerId="AD" clId="Web-{7EC8B1A6-3810-BF87-4372-3E71C3BCE040}"/>
    <pc:docChg chg="addSld delSld modSld sldOrd">
      <pc:chgData name="Guest User" userId="S::urn:spo:anon#5327cfe0df180885c53e23ededa58ff805b517b41a7ff753fc9b22ff3c51c8e9::" providerId="AD" clId="Web-{7EC8B1A6-3810-BF87-4372-3E71C3BCE040}" dt="2024-02-12T10:36:36.639" v="104" actId="1076"/>
      <pc:docMkLst>
        <pc:docMk/>
      </pc:docMkLst>
      <pc:sldChg chg="modSp">
        <pc:chgData name="Guest User" userId="S::urn:spo:anon#5327cfe0df180885c53e23ededa58ff805b517b41a7ff753fc9b22ff3c51c8e9::" providerId="AD" clId="Web-{7EC8B1A6-3810-BF87-4372-3E71C3BCE040}" dt="2024-02-12T09:01:58.260" v="4" actId="20577"/>
        <pc:sldMkLst>
          <pc:docMk/>
          <pc:sldMk cId="1671863335" sldId="285"/>
        </pc:sldMkLst>
        <pc:spChg chg="mod">
          <ac:chgData name="Guest User" userId="S::urn:spo:anon#5327cfe0df180885c53e23ededa58ff805b517b41a7ff753fc9b22ff3c51c8e9::" providerId="AD" clId="Web-{7EC8B1A6-3810-BF87-4372-3E71C3BCE040}" dt="2024-02-12T09:01:58.260" v="4" actId="20577"/>
          <ac:spMkLst>
            <pc:docMk/>
            <pc:sldMk cId="1671863335" sldId="285"/>
            <ac:spMk id="2" creationId="{7D0D34F7-9759-FBAA-7064-554F9BAC1CC3}"/>
          </ac:spMkLst>
        </pc:spChg>
        <pc:spChg chg="mod">
          <ac:chgData name="Guest User" userId="S::urn:spo:anon#5327cfe0df180885c53e23ededa58ff805b517b41a7ff753fc9b22ff3c51c8e9::" providerId="AD" clId="Web-{7EC8B1A6-3810-BF87-4372-3E71C3BCE040}" dt="2024-02-12T08:26:48.593" v="3" actId="20577"/>
          <ac:spMkLst>
            <pc:docMk/>
            <pc:sldMk cId="1671863335" sldId="285"/>
            <ac:spMk id="26" creationId="{83957946-8AA2-EC11-FD66-794945EFC601}"/>
          </ac:spMkLst>
        </pc:spChg>
      </pc:sldChg>
      <pc:sldChg chg="new del ord">
        <pc:chgData name="Guest User" userId="S::urn:spo:anon#5327cfe0df180885c53e23ededa58ff805b517b41a7ff753fc9b22ff3c51c8e9::" providerId="AD" clId="Web-{7EC8B1A6-3810-BF87-4372-3E71C3BCE040}" dt="2024-02-12T10:32:58.292" v="9"/>
        <pc:sldMkLst>
          <pc:docMk/>
          <pc:sldMk cId="2167123915" sldId="287"/>
        </pc:sldMkLst>
      </pc:sldChg>
      <pc:sldChg chg="addSp modSp add ord">
        <pc:chgData name="Guest User" userId="S::urn:spo:anon#5327cfe0df180885c53e23ededa58ff805b517b41a7ff753fc9b22ff3c51c8e9::" providerId="AD" clId="Web-{7EC8B1A6-3810-BF87-4372-3E71C3BCE040}" dt="2024-02-12T10:36:36.639" v="104" actId="1076"/>
        <pc:sldMkLst>
          <pc:docMk/>
          <pc:sldMk cId="160063304" sldId="293"/>
        </pc:sldMkLst>
        <pc:spChg chg="mod">
          <ac:chgData name="Guest User" userId="S::urn:spo:anon#5327cfe0df180885c53e23ededa58ff805b517b41a7ff753fc9b22ff3c51c8e9::" providerId="AD" clId="Web-{7EC8B1A6-3810-BF87-4372-3E71C3BCE040}" dt="2024-02-12T10:36:36.639" v="104" actId="1076"/>
          <ac:spMkLst>
            <pc:docMk/>
            <pc:sldMk cId="160063304" sldId="293"/>
            <ac:spMk id="2" creationId="{B59E0AA7-9EA0-D0FF-B014-34A4F38781A0}"/>
          </ac:spMkLst>
        </pc:spChg>
        <pc:spChg chg="add mod">
          <ac:chgData name="Guest User" userId="S::urn:spo:anon#5327cfe0df180885c53e23ededa58ff805b517b41a7ff753fc9b22ff3c51c8e9::" providerId="AD" clId="Web-{7EC8B1A6-3810-BF87-4372-3E71C3BCE040}" dt="2024-02-12T10:36:26.873" v="103" actId="14100"/>
          <ac:spMkLst>
            <pc:docMk/>
            <pc:sldMk cId="160063304" sldId="293"/>
            <ac:spMk id="3" creationId="{6E0C6837-B36A-9AF5-4B8F-CC4381F28FB5}"/>
          </ac:spMkLst>
        </pc:spChg>
        <pc:spChg chg="mod">
          <ac:chgData name="Guest User" userId="S::urn:spo:anon#5327cfe0df180885c53e23ededa58ff805b517b41a7ff753fc9b22ff3c51c8e9::" providerId="AD" clId="Web-{7EC8B1A6-3810-BF87-4372-3E71C3BCE040}" dt="2024-02-12T10:35:31.388" v="80" actId="20577"/>
          <ac:spMkLst>
            <pc:docMk/>
            <pc:sldMk cId="160063304" sldId="293"/>
            <ac:spMk id="88" creationId="{00000000-0000-0000-0000-000000000000}"/>
          </ac:spMkLst>
        </pc:spChg>
      </pc:sldChg>
      <pc:sldMasterChg chg="addSldLayout">
        <pc:chgData name="Guest User" userId="S::urn:spo:anon#5327cfe0df180885c53e23ededa58ff805b517b41a7ff753fc9b22ff3c51c8e9::" providerId="AD" clId="Web-{7EC8B1A6-3810-BF87-4372-3E71C3BCE040}" dt="2024-02-12T10:32:33.980" v="5"/>
        <pc:sldMasterMkLst>
          <pc:docMk/>
          <pc:sldMasterMk cId="396555241" sldId="2147483648"/>
        </pc:sldMasterMkLst>
        <pc:sldLayoutChg chg="add">
          <pc:chgData name="Guest User" userId="S::urn:spo:anon#5327cfe0df180885c53e23ededa58ff805b517b41a7ff753fc9b22ff3c51c8e9::" providerId="AD" clId="Web-{7EC8B1A6-3810-BF87-4372-3E71C3BCE040}" dt="2024-02-12T10:32:33.980" v="5"/>
          <pc:sldLayoutMkLst>
            <pc:docMk/>
            <pc:sldMasterMk cId="396555241" sldId="2147483648"/>
            <pc:sldLayoutMk cId="875823846" sldId="2147483660"/>
          </pc:sldLayoutMkLst>
        </pc:sldLayoutChg>
      </pc:sldMasterChg>
    </pc:docChg>
  </pc:docChgLst>
  <pc:docChgLst>
    <pc:chgData name="Embedded Development" userId="97690703-89ef-4183-8a66-0c81b6c8ace9" providerId="ADAL" clId="{65595279-B11A-44E5-9023-6BC560F7656F}"/>
    <pc:docChg chg="undo custSel addSld delSld modSld sldOrd">
      <pc:chgData name="Embedded Development" userId="97690703-89ef-4183-8a66-0c81b6c8ace9" providerId="ADAL" clId="{65595279-B11A-44E5-9023-6BC560F7656F}" dt="2024-02-09T10:07:31.041" v="12626" actId="478"/>
      <pc:docMkLst>
        <pc:docMk/>
      </pc:docMkLst>
      <pc:sldChg chg="addSp delSp modSp mod modCm">
        <pc:chgData name="Embedded Development" userId="97690703-89ef-4183-8a66-0c81b6c8ace9" providerId="ADAL" clId="{65595279-B11A-44E5-9023-6BC560F7656F}" dt="2024-02-09T05:26:05.740" v="11623" actId="20577"/>
        <pc:sldMkLst>
          <pc:docMk/>
          <pc:sldMk cId="3116336226" sldId="256"/>
        </pc:sldMkLst>
        <pc:spChg chg="mod">
          <ac:chgData name="Embedded Development" userId="97690703-89ef-4183-8a66-0c81b6c8ace9" providerId="ADAL" clId="{65595279-B11A-44E5-9023-6BC560F7656F}" dt="2024-02-08T08:22:55.045" v="3425" actId="1076"/>
          <ac:spMkLst>
            <pc:docMk/>
            <pc:sldMk cId="3116336226" sldId="256"/>
            <ac:spMk id="4" creationId="{70CD7454-5FA4-8FFB-0066-50A6BB6BD811}"/>
          </ac:spMkLst>
        </pc:spChg>
        <pc:spChg chg="mod">
          <ac:chgData name="Embedded Development" userId="97690703-89ef-4183-8a66-0c81b6c8ace9" providerId="ADAL" clId="{65595279-B11A-44E5-9023-6BC560F7656F}" dt="2024-02-08T08:00:53.157" v="2618" actId="1076"/>
          <ac:spMkLst>
            <pc:docMk/>
            <pc:sldMk cId="3116336226" sldId="256"/>
            <ac:spMk id="5" creationId="{F6324772-7B18-92E8-4D3E-220E0C0DCC4E}"/>
          </ac:spMkLst>
        </pc:spChg>
        <pc:spChg chg="add mod">
          <ac:chgData name="Embedded Development" userId="97690703-89ef-4183-8a66-0c81b6c8ace9" providerId="ADAL" clId="{65595279-B11A-44E5-9023-6BC560F7656F}" dt="2024-02-08T08:24:55.361" v="3503" actId="14100"/>
          <ac:spMkLst>
            <pc:docMk/>
            <pc:sldMk cId="3116336226" sldId="256"/>
            <ac:spMk id="6" creationId="{AD20DFB7-A5FE-6D7B-7EE5-BB73A187978D}"/>
          </ac:spMkLst>
        </pc:spChg>
        <pc:spChg chg="add mod">
          <ac:chgData name="Embedded Development" userId="97690703-89ef-4183-8a66-0c81b6c8ace9" providerId="ADAL" clId="{65595279-B11A-44E5-9023-6BC560F7656F}" dt="2024-02-09T05:25:47.474" v="11621" actId="2710"/>
          <ac:spMkLst>
            <pc:docMk/>
            <pc:sldMk cId="3116336226" sldId="256"/>
            <ac:spMk id="7" creationId="{4AFC6E87-D6E3-88DA-58E3-06B8C23E55FD}"/>
          </ac:spMkLst>
        </pc:spChg>
        <pc:spChg chg="del mod">
          <ac:chgData name="Embedded Development" userId="97690703-89ef-4183-8a66-0c81b6c8ace9" providerId="ADAL" clId="{65595279-B11A-44E5-9023-6BC560F7656F}" dt="2024-02-08T07:29:14.967" v="1430" actId="478"/>
          <ac:spMkLst>
            <pc:docMk/>
            <pc:sldMk cId="3116336226" sldId="256"/>
            <ac:spMk id="7" creationId="{8DB2483E-75F6-F80E-8837-97C8C102ECEA}"/>
          </ac:spMkLst>
        </pc:spChg>
        <pc:spChg chg="add mod">
          <ac:chgData name="Embedded Development" userId="97690703-89ef-4183-8a66-0c81b6c8ace9" providerId="ADAL" clId="{65595279-B11A-44E5-9023-6BC560F7656F}" dt="2024-02-08T08:25:00.259" v="3504" actId="14100"/>
          <ac:spMkLst>
            <pc:docMk/>
            <pc:sldMk cId="3116336226" sldId="256"/>
            <ac:spMk id="9" creationId="{F7EDEAC7-1705-BC74-AFD9-57284BEF10DC}"/>
          </ac:spMkLst>
        </pc:spChg>
        <pc:spChg chg="mod">
          <ac:chgData name="Embedded Development" userId="97690703-89ef-4183-8a66-0c81b6c8ace9" providerId="ADAL" clId="{65595279-B11A-44E5-9023-6BC560F7656F}" dt="2024-02-09T05:13:25.508" v="10794" actId="20577"/>
          <ac:spMkLst>
            <pc:docMk/>
            <pc:sldMk cId="3116336226" sldId="256"/>
            <ac:spMk id="10" creationId="{76A5832B-E368-B357-9402-832DF3F17B83}"/>
          </ac:spMkLst>
        </pc:spChg>
        <pc:spChg chg="add mod">
          <ac:chgData name="Embedded Development" userId="97690703-89ef-4183-8a66-0c81b6c8ace9" providerId="ADAL" clId="{65595279-B11A-44E5-9023-6BC560F7656F}" dt="2024-02-08T08:00:53.157" v="2618" actId="1076"/>
          <ac:spMkLst>
            <pc:docMk/>
            <pc:sldMk cId="3116336226" sldId="256"/>
            <ac:spMk id="11" creationId="{43595358-53CD-0B13-8A48-D731730C4DE2}"/>
          </ac:spMkLst>
        </pc:spChg>
        <pc:spChg chg="del">
          <ac:chgData name="Embedded Development" userId="97690703-89ef-4183-8a66-0c81b6c8ace9" providerId="ADAL" clId="{65595279-B11A-44E5-9023-6BC560F7656F}" dt="2024-02-08T07:30:20.850" v="1442" actId="478"/>
          <ac:spMkLst>
            <pc:docMk/>
            <pc:sldMk cId="3116336226" sldId="256"/>
            <ac:spMk id="13" creationId="{507A1125-9A1B-A917-E389-61B5ACB5728B}"/>
          </ac:spMkLst>
        </pc:spChg>
        <pc:spChg chg="mod">
          <ac:chgData name="Embedded Development" userId="97690703-89ef-4183-8a66-0c81b6c8ace9" providerId="ADAL" clId="{65595279-B11A-44E5-9023-6BC560F7656F}" dt="2024-02-09T05:13:09.608" v="10775" actId="20577"/>
          <ac:spMkLst>
            <pc:docMk/>
            <pc:sldMk cId="3116336226" sldId="256"/>
            <ac:spMk id="16" creationId="{93D40C93-9EAC-DA7C-F1AC-42FE6B7D681F}"/>
          </ac:spMkLst>
        </pc:spChg>
        <pc:spChg chg="add mod">
          <ac:chgData name="Embedded Development" userId="97690703-89ef-4183-8a66-0c81b6c8ace9" providerId="ADAL" clId="{65595279-B11A-44E5-9023-6BC560F7656F}" dt="2024-02-08T08:00:53.157" v="2618" actId="1076"/>
          <ac:spMkLst>
            <pc:docMk/>
            <pc:sldMk cId="3116336226" sldId="256"/>
            <ac:spMk id="17" creationId="{020AB4EA-D524-5D0B-790D-1301D1338205}"/>
          </ac:spMkLst>
        </pc:spChg>
        <pc:spChg chg="add mod">
          <ac:chgData name="Embedded Development" userId="97690703-89ef-4183-8a66-0c81b6c8ace9" providerId="ADAL" clId="{65595279-B11A-44E5-9023-6BC560F7656F}" dt="2024-02-08T08:00:53.157" v="2618" actId="1076"/>
          <ac:spMkLst>
            <pc:docMk/>
            <pc:sldMk cId="3116336226" sldId="256"/>
            <ac:spMk id="20" creationId="{0ECD6667-AB48-9174-31F9-12F8BC3C999C}"/>
          </ac:spMkLst>
        </pc:spChg>
        <pc:spChg chg="mod">
          <ac:chgData name="Embedded Development" userId="97690703-89ef-4183-8a66-0c81b6c8ace9" providerId="ADAL" clId="{65595279-B11A-44E5-9023-6BC560F7656F}" dt="2024-02-08T10:38:34.458" v="8028" actId="1076"/>
          <ac:spMkLst>
            <pc:docMk/>
            <pc:sldMk cId="3116336226" sldId="256"/>
            <ac:spMk id="23" creationId="{466DA469-08CB-94E2-3F05-C208C3F8BF52}"/>
          </ac:spMkLst>
        </pc:spChg>
        <pc:spChg chg="del mod">
          <ac:chgData name="Embedded Development" userId="97690703-89ef-4183-8a66-0c81b6c8ace9" providerId="ADAL" clId="{65595279-B11A-44E5-9023-6BC560F7656F}" dt="2024-02-08T07:29:54.342" v="1433" actId="478"/>
          <ac:spMkLst>
            <pc:docMk/>
            <pc:sldMk cId="3116336226" sldId="256"/>
            <ac:spMk id="25" creationId="{85791150-5635-5FB9-AB1B-E35DFEBA922D}"/>
          </ac:spMkLst>
        </pc:spChg>
        <pc:spChg chg="del mod">
          <ac:chgData name="Embedded Development" userId="97690703-89ef-4183-8a66-0c81b6c8ace9" providerId="ADAL" clId="{65595279-B11A-44E5-9023-6BC560F7656F}" dt="2024-02-08T07:29:56.577" v="1434" actId="478"/>
          <ac:spMkLst>
            <pc:docMk/>
            <pc:sldMk cId="3116336226" sldId="256"/>
            <ac:spMk id="28" creationId="{F03765B4-2F41-9A42-4B19-3B906BBC71C4}"/>
          </ac:spMkLst>
        </pc:spChg>
        <pc:spChg chg="add mod">
          <ac:chgData name="Embedded Development" userId="97690703-89ef-4183-8a66-0c81b6c8ace9" providerId="ADAL" clId="{65595279-B11A-44E5-9023-6BC560F7656F}" dt="2024-02-09T05:13:32.692" v="10813" actId="20577"/>
          <ac:spMkLst>
            <pc:docMk/>
            <pc:sldMk cId="3116336226" sldId="256"/>
            <ac:spMk id="30" creationId="{4388B6F0-43A7-FAA3-43AB-25ABF5FF68A8}"/>
          </ac:spMkLst>
        </pc:spChg>
        <pc:graphicFrameChg chg="add mod modGraphic">
          <ac:chgData name="Embedded Development" userId="97690703-89ef-4183-8a66-0c81b6c8ace9" providerId="ADAL" clId="{65595279-B11A-44E5-9023-6BC560F7656F}" dt="2024-02-09T05:26:05.740" v="11623" actId="20577"/>
          <ac:graphicFrameMkLst>
            <pc:docMk/>
            <pc:sldMk cId="3116336226" sldId="256"/>
            <ac:graphicFrameMk id="2" creationId="{179AF028-29EB-3A39-F202-19AAF9891FF6}"/>
          </ac:graphicFrameMkLst>
        </pc:graphicFrameChg>
        <pc:graphicFrameChg chg="mod modGraphic">
          <ac:chgData name="Embedded Development" userId="97690703-89ef-4183-8a66-0c81b6c8ace9" providerId="ADAL" clId="{65595279-B11A-44E5-9023-6BC560F7656F}" dt="2024-02-08T09:16:30.841" v="3527" actId="14100"/>
          <ac:graphicFrameMkLst>
            <pc:docMk/>
            <pc:sldMk cId="3116336226" sldId="256"/>
            <ac:graphicFrameMk id="3" creationId="{4BD7DC63-F8E9-28B1-0F9A-D1370815E53F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9:16:43.389" v="3534" actId="14100"/>
          <ac:graphicFrameMkLst>
            <pc:docMk/>
            <pc:sldMk cId="3116336226" sldId="256"/>
            <ac:graphicFrameMk id="8" creationId="{D726E11F-5CA1-1FD4-5765-8835B4C0AF4B}"/>
          </ac:graphicFrameMkLst>
        </pc:graphicFrameChg>
        <pc:cxnChg chg="mod">
          <ac:chgData name="Embedded Development" userId="97690703-89ef-4183-8a66-0c81b6c8ace9" providerId="ADAL" clId="{65595279-B11A-44E5-9023-6BC560F7656F}" dt="2024-02-08T10:38:26.535" v="8026" actId="1582"/>
          <ac:cxnSpMkLst>
            <pc:docMk/>
            <pc:sldMk cId="3116336226" sldId="256"/>
            <ac:cxnSpMk id="18" creationId="{B490904F-FE6B-20C0-E257-F3EF42653890}"/>
          </ac:cxnSpMkLst>
        </pc:cxnChg>
        <pc:cxnChg chg="mod">
          <ac:chgData name="Embedded Development" userId="97690703-89ef-4183-8a66-0c81b6c8ace9" providerId="ADAL" clId="{65595279-B11A-44E5-9023-6BC560F7656F}" dt="2024-02-08T10:38:26.535" v="8026" actId="1582"/>
          <ac:cxnSpMkLst>
            <pc:docMk/>
            <pc:sldMk cId="3116336226" sldId="256"/>
            <ac:cxnSpMk id="19" creationId="{E660EC5D-28A9-9C2A-3533-32E2B37690D4}"/>
          </ac:cxnSpMkLst>
        </pc:cxnChg>
        <pc:cxnChg chg="mod">
          <ac:chgData name="Embedded Development" userId="97690703-89ef-4183-8a66-0c81b6c8ace9" providerId="ADAL" clId="{65595279-B11A-44E5-9023-6BC560F7656F}" dt="2024-02-08T10:38:31.207" v="8027" actId="1582"/>
          <ac:cxnSpMkLst>
            <pc:docMk/>
            <pc:sldMk cId="3116336226" sldId="256"/>
            <ac:cxnSpMk id="22" creationId="{01D543AB-E540-5033-A9B9-D3E916AA5237}"/>
          </ac:cxnSpMkLst>
        </pc:cxnChg>
        <pc:cxnChg chg="mod">
          <ac:chgData name="Embedded Development" userId="97690703-89ef-4183-8a66-0c81b6c8ace9" providerId="ADAL" clId="{65595279-B11A-44E5-9023-6BC560F7656F}" dt="2024-02-08T10:38:26.535" v="8026" actId="1582"/>
          <ac:cxnSpMkLst>
            <pc:docMk/>
            <pc:sldMk cId="3116336226" sldId="256"/>
            <ac:cxnSpMk id="24" creationId="{968DE889-BF03-66DE-F9E4-A5645042F184}"/>
          </ac:cxnSpMkLst>
        </pc:cxnChg>
        <pc:cxnChg chg="mod">
          <ac:chgData name="Embedded Development" userId="97690703-89ef-4183-8a66-0c81b6c8ace9" providerId="ADAL" clId="{65595279-B11A-44E5-9023-6BC560F7656F}" dt="2024-02-08T10:38:26.535" v="8026" actId="1582"/>
          <ac:cxnSpMkLst>
            <pc:docMk/>
            <pc:sldMk cId="3116336226" sldId="256"/>
            <ac:cxnSpMk id="27" creationId="{C005F987-7FCE-CA05-950D-15E02B4ABD9F}"/>
          </ac:cxnSpMkLst>
        </pc:cxnChg>
      </pc:sldChg>
      <pc:sldChg chg="addSp delSp modSp del mod delCm modCm">
        <pc:chgData name="Embedded Development" userId="97690703-89ef-4183-8a66-0c81b6c8ace9" providerId="ADAL" clId="{65595279-B11A-44E5-9023-6BC560F7656F}" dt="2024-02-08T08:04:30.881" v="2638" actId="47"/>
        <pc:sldMkLst>
          <pc:docMk/>
          <pc:sldMk cId="425043199" sldId="257"/>
        </pc:sldMkLst>
        <pc:spChg chg="add mod">
          <ac:chgData name="Embedded Development" userId="97690703-89ef-4183-8a66-0c81b6c8ace9" providerId="ADAL" clId="{65595279-B11A-44E5-9023-6BC560F7656F}" dt="2024-02-08T07:42:27.801" v="1858" actId="255"/>
          <ac:spMkLst>
            <pc:docMk/>
            <pc:sldMk cId="425043199" sldId="257"/>
            <ac:spMk id="4" creationId="{D199705A-C215-AA91-3D9F-AEB42FB9AE4C}"/>
          </ac:spMkLst>
        </pc:spChg>
        <pc:spChg chg="mod">
          <ac:chgData name="Embedded Development" userId="97690703-89ef-4183-8a66-0c81b6c8ace9" providerId="ADAL" clId="{65595279-B11A-44E5-9023-6BC560F7656F}" dt="2024-02-08T07:40:30.582" v="1851" actId="255"/>
          <ac:spMkLst>
            <pc:docMk/>
            <pc:sldMk cId="425043199" sldId="257"/>
            <ac:spMk id="5" creationId="{F6324772-7B18-92E8-4D3E-220E0C0DCC4E}"/>
          </ac:spMkLst>
        </pc:spChg>
        <pc:spChg chg="del mod">
          <ac:chgData name="Embedded Development" userId="97690703-89ef-4183-8a66-0c81b6c8ace9" providerId="ADAL" clId="{65595279-B11A-44E5-9023-6BC560F7656F}" dt="2024-02-08T07:40:33.097" v="1852" actId="478"/>
          <ac:spMkLst>
            <pc:docMk/>
            <pc:sldMk cId="425043199" sldId="257"/>
            <ac:spMk id="6" creationId="{3472A356-4919-2CAF-5742-F014898171ED}"/>
          </ac:spMkLst>
        </pc:spChg>
        <pc:spChg chg="del mod">
          <ac:chgData name="Embedded Development" userId="97690703-89ef-4183-8a66-0c81b6c8ace9" providerId="ADAL" clId="{65595279-B11A-44E5-9023-6BC560F7656F}" dt="2024-02-08T07:37:30.256" v="1747" actId="478"/>
          <ac:spMkLst>
            <pc:docMk/>
            <pc:sldMk cId="425043199" sldId="257"/>
            <ac:spMk id="7" creationId="{8DB2483E-75F6-F80E-8837-97C8C102ECEA}"/>
          </ac:spMkLst>
        </pc:spChg>
        <pc:spChg chg="add mod">
          <ac:chgData name="Embedded Development" userId="97690703-89ef-4183-8a66-0c81b6c8ace9" providerId="ADAL" clId="{65595279-B11A-44E5-9023-6BC560F7656F}" dt="2024-02-08T07:42:30.993" v="1859" actId="255"/>
          <ac:spMkLst>
            <pc:docMk/>
            <pc:sldMk cId="425043199" sldId="257"/>
            <ac:spMk id="12" creationId="{212BDC66-D62F-9471-14BC-A74428801849}"/>
          </ac:spMkLst>
        </pc:spChg>
        <pc:spChg chg="add del mod">
          <ac:chgData name="Embedded Development" userId="97690703-89ef-4183-8a66-0c81b6c8ace9" providerId="ADAL" clId="{65595279-B11A-44E5-9023-6BC560F7656F}" dt="2024-02-08T07:37:32.135" v="1749" actId="478"/>
          <ac:spMkLst>
            <pc:docMk/>
            <pc:sldMk cId="425043199" sldId="257"/>
            <ac:spMk id="14" creationId="{1E3C7DBA-8BC3-030B-D0D9-F263E92DE177}"/>
          </ac:spMkLst>
        </pc:spChg>
        <pc:spChg chg="add mod">
          <ac:chgData name="Embedded Development" userId="97690703-89ef-4183-8a66-0c81b6c8ace9" providerId="ADAL" clId="{65595279-B11A-44E5-9023-6BC560F7656F}" dt="2024-02-08T07:40:17.205" v="1831" actId="1038"/>
          <ac:spMkLst>
            <pc:docMk/>
            <pc:sldMk cId="425043199" sldId="257"/>
            <ac:spMk id="15" creationId="{4B5E3940-8655-FAED-BA1F-2C401932CA9D}"/>
          </ac:spMkLst>
        </pc:spChg>
        <pc:spChg chg="mod">
          <ac:chgData name="Embedded Development" userId="97690703-89ef-4183-8a66-0c81b6c8ace9" providerId="ADAL" clId="{65595279-B11A-44E5-9023-6BC560F7656F}" dt="2024-02-08T07:43:02.724" v="1868" actId="255"/>
          <ac:spMkLst>
            <pc:docMk/>
            <pc:sldMk cId="425043199" sldId="257"/>
            <ac:spMk id="16" creationId="{93D40C93-9EAC-DA7C-F1AC-42FE6B7D681F}"/>
          </ac:spMkLst>
        </pc:spChg>
        <pc:spChg chg="add mod">
          <ac:chgData name="Embedded Development" userId="97690703-89ef-4183-8a66-0c81b6c8ace9" providerId="ADAL" clId="{65595279-B11A-44E5-9023-6BC560F7656F}" dt="2024-02-08T07:43:54.790" v="1880" actId="1036"/>
          <ac:spMkLst>
            <pc:docMk/>
            <pc:sldMk cId="425043199" sldId="257"/>
            <ac:spMk id="18" creationId="{23AE9CC8-0908-2C61-F92E-657DA188CA6E}"/>
          </ac:spMkLst>
        </pc:spChg>
        <pc:spChg chg="del mod">
          <ac:chgData name="Embedded Development" userId="97690703-89ef-4183-8a66-0c81b6c8ace9" providerId="ADAL" clId="{65595279-B11A-44E5-9023-6BC560F7656F}" dt="2024-02-08T07:42:55.840" v="1864" actId="478"/>
          <ac:spMkLst>
            <pc:docMk/>
            <pc:sldMk cId="425043199" sldId="257"/>
            <ac:spMk id="20" creationId="{969880A4-9DCD-54AF-2C5F-B760805E9F67}"/>
          </ac:spMkLst>
        </pc:spChg>
        <pc:spChg chg="del mod">
          <ac:chgData name="Embedded Development" userId="97690703-89ef-4183-8a66-0c81b6c8ace9" providerId="ADAL" clId="{65595279-B11A-44E5-9023-6BC560F7656F}" dt="2024-02-08T07:42:59.257" v="1866" actId="478"/>
          <ac:spMkLst>
            <pc:docMk/>
            <pc:sldMk cId="425043199" sldId="257"/>
            <ac:spMk id="21" creationId="{3A75484B-31B6-7ED2-86EE-D4D1189F317A}"/>
          </ac:spMkLst>
        </pc:spChg>
        <pc:spChg chg="del mod">
          <ac:chgData name="Embedded Development" userId="97690703-89ef-4183-8a66-0c81b6c8ace9" providerId="ADAL" clId="{65595279-B11A-44E5-9023-6BC560F7656F}" dt="2024-02-08T07:49:55.953" v="2058" actId="478"/>
          <ac:spMkLst>
            <pc:docMk/>
            <pc:sldMk cId="425043199" sldId="257"/>
            <ac:spMk id="23" creationId="{511682B4-35CD-04AD-8639-846EF96AD8C0}"/>
          </ac:spMkLst>
        </pc:spChg>
        <pc:spChg chg="del mod">
          <ac:chgData name="Embedded Development" userId="97690703-89ef-4183-8a66-0c81b6c8ace9" providerId="ADAL" clId="{65595279-B11A-44E5-9023-6BC560F7656F}" dt="2024-02-08T07:50:34.500" v="2184" actId="478"/>
          <ac:spMkLst>
            <pc:docMk/>
            <pc:sldMk cId="425043199" sldId="257"/>
            <ac:spMk id="25" creationId="{94810628-CA3A-2B6D-A13D-60050F0BBD29}"/>
          </ac:spMkLst>
        </pc:spChg>
        <pc:spChg chg="del mod">
          <ac:chgData name="Embedded Development" userId="97690703-89ef-4183-8a66-0c81b6c8ace9" providerId="ADAL" clId="{65595279-B11A-44E5-9023-6BC560F7656F}" dt="2024-02-08T07:53:47.922" v="2366" actId="478"/>
          <ac:spMkLst>
            <pc:docMk/>
            <pc:sldMk cId="425043199" sldId="257"/>
            <ac:spMk id="29" creationId="{9AC9DBF6-7235-1FBD-ED44-3CDDB65FE08B}"/>
          </ac:spMkLst>
        </pc:spChg>
        <pc:spChg chg="add del mod">
          <ac:chgData name="Embedded Development" userId="97690703-89ef-4183-8a66-0c81b6c8ace9" providerId="ADAL" clId="{65595279-B11A-44E5-9023-6BC560F7656F}" dt="2024-02-08T07:44:04.197" v="1883" actId="478"/>
          <ac:spMkLst>
            <pc:docMk/>
            <pc:sldMk cId="425043199" sldId="257"/>
            <ac:spMk id="30" creationId="{4EC31D28-37E2-44AE-60CD-BF8D4B355CF8}"/>
          </ac:spMkLst>
        </pc:spChg>
        <pc:spChg chg="del mod">
          <ac:chgData name="Embedded Development" userId="97690703-89ef-4183-8a66-0c81b6c8ace9" providerId="ADAL" clId="{65595279-B11A-44E5-9023-6BC560F7656F}" dt="2024-02-08T07:53:38.519" v="2363" actId="478"/>
          <ac:spMkLst>
            <pc:docMk/>
            <pc:sldMk cId="425043199" sldId="257"/>
            <ac:spMk id="32" creationId="{A6713360-0706-3F29-B1DD-00C69FB80BF1}"/>
          </ac:spMkLst>
        </pc:spChg>
        <pc:spChg chg="del mod">
          <ac:chgData name="Embedded Development" userId="97690703-89ef-4183-8a66-0c81b6c8ace9" providerId="ADAL" clId="{65595279-B11A-44E5-9023-6BC560F7656F}" dt="2024-02-08T07:42:19.108" v="1855" actId="478"/>
          <ac:spMkLst>
            <pc:docMk/>
            <pc:sldMk cId="425043199" sldId="257"/>
            <ac:spMk id="34" creationId="{7E0ADD68-7C32-21FF-82B4-620D2B9C8323}"/>
          </ac:spMkLst>
        </pc:spChg>
        <pc:spChg chg="del mod">
          <ac:chgData name="Embedded Development" userId="97690703-89ef-4183-8a66-0c81b6c8ace9" providerId="ADAL" clId="{65595279-B11A-44E5-9023-6BC560F7656F}" dt="2024-02-08T07:52:27.990" v="2226" actId="478"/>
          <ac:spMkLst>
            <pc:docMk/>
            <pc:sldMk cId="425043199" sldId="257"/>
            <ac:spMk id="36" creationId="{995E2362-F500-48C8-D7AB-518C91810443}"/>
          </ac:spMkLst>
        </pc:spChg>
        <pc:spChg chg="add mod">
          <ac:chgData name="Embedded Development" userId="97690703-89ef-4183-8a66-0c81b6c8ace9" providerId="ADAL" clId="{65595279-B11A-44E5-9023-6BC560F7656F}" dt="2024-02-08T07:52:22.608" v="2225" actId="1035"/>
          <ac:spMkLst>
            <pc:docMk/>
            <pc:sldMk cId="425043199" sldId="257"/>
            <ac:spMk id="39" creationId="{469A590F-38B4-B893-4E24-4E73BFF57D66}"/>
          </ac:spMkLst>
        </pc:spChg>
        <pc:spChg chg="add mod">
          <ac:chgData name="Embedded Development" userId="97690703-89ef-4183-8a66-0c81b6c8ace9" providerId="ADAL" clId="{65595279-B11A-44E5-9023-6BC560F7656F}" dt="2024-02-08T07:52:22.608" v="2225" actId="1035"/>
          <ac:spMkLst>
            <pc:docMk/>
            <pc:sldMk cId="425043199" sldId="257"/>
            <ac:spMk id="40" creationId="{06414CFE-3AF3-1565-FCFA-DE9DCB4D5278}"/>
          </ac:spMkLst>
        </pc:spChg>
        <pc:spChg chg="add mod">
          <ac:chgData name="Embedded Development" userId="97690703-89ef-4183-8a66-0c81b6c8ace9" providerId="ADAL" clId="{65595279-B11A-44E5-9023-6BC560F7656F}" dt="2024-02-08T07:51:41.508" v="2190" actId="1076"/>
          <ac:spMkLst>
            <pc:docMk/>
            <pc:sldMk cId="425043199" sldId="257"/>
            <ac:spMk id="42" creationId="{26E3099F-CC0F-7CA4-795B-CF4180FE99E9}"/>
          </ac:spMkLst>
        </pc:spChg>
        <pc:spChg chg="add mod">
          <ac:chgData name="Embedded Development" userId="97690703-89ef-4183-8a66-0c81b6c8ace9" providerId="ADAL" clId="{65595279-B11A-44E5-9023-6BC560F7656F}" dt="2024-02-08T07:52:00.590" v="2208" actId="20577"/>
          <ac:spMkLst>
            <pc:docMk/>
            <pc:sldMk cId="425043199" sldId="257"/>
            <ac:spMk id="48" creationId="{980422C2-3E4E-4AA8-E545-1C92985A7E36}"/>
          </ac:spMkLst>
        </pc:spChg>
        <pc:spChg chg="add mod">
          <ac:chgData name="Embedded Development" userId="97690703-89ef-4183-8a66-0c81b6c8ace9" providerId="ADAL" clId="{65595279-B11A-44E5-9023-6BC560F7656F}" dt="2024-02-08T07:54:23.068" v="2404" actId="20577"/>
          <ac:spMkLst>
            <pc:docMk/>
            <pc:sldMk cId="425043199" sldId="257"/>
            <ac:spMk id="49" creationId="{92D45268-D2FF-1806-154D-4CBADC3B1F3A}"/>
          </ac:spMkLst>
        </pc:spChg>
        <pc:spChg chg="add mod">
          <ac:chgData name="Embedded Development" userId="97690703-89ef-4183-8a66-0c81b6c8ace9" providerId="ADAL" clId="{65595279-B11A-44E5-9023-6BC560F7656F}" dt="2024-02-08T07:54:45.452" v="2479" actId="20577"/>
          <ac:spMkLst>
            <pc:docMk/>
            <pc:sldMk cId="425043199" sldId="257"/>
            <ac:spMk id="52" creationId="{F82DC19B-0333-A78A-2277-52794C7B8DE7}"/>
          </ac:spMkLst>
        </pc:spChg>
        <pc:spChg chg="add mod">
          <ac:chgData name="Embedded Development" userId="97690703-89ef-4183-8a66-0c81b6c8ace9" providerId="ADAL" clId="{65595279-B11A-44E5-9023-6BC560F7656F}" dt="2024-02-08T07:55:32.480" v="2532" actId="20577"/>
          <ac:spMkLst>
            <pc:docMk/>
            <pc:sldMk cId="425043199" sldId="257"/>
            <ac:spMk id="53" creationId="{62262AA7-09EF-2D55-019A-7C5DCBC011DB}"/>
          </ac:spMkLst>
        </pc:spChg>
        <pc:graphicFrameChg chg="add mod modGraphic">
          <ac:chgData name="Embedded Development" userId="97690703-89ef-4183-8a66-0c81b6c8ace9" providerId="ADAL" clId="{65595279-B11A-44E5-9023-6BC560F7656F}" dt="2024-02-08T07:44:27.698" v="1888" actId="14100"/>
          <ac:graphicFrameMkLst>
            <pc:docMk/>
            <pc:sldMk cId="425043199" sldId="257"/>
            <ac:graphicFrameMk id="3" creationId="{F9E873BA-09AB-031A-81DA-5C58F6D123F3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7:42:25.207" v="1857" actId="255"/>
          <ac:graphicFrameMkLst>
            <pc:docMk/>
            <pc:sldMk cId="425043199" sldId="257"/>
            <ac:graphicFrameMk id="8" creationId="{1CE6329A-7FC6-EEA9-A156-623550D5FB8D}"/>
          </ac:graphicFrameMkLst>
        </pc:graphicFrameChg>
        <pc:cxnChg chg="mod">
          <ac:chgData name="Embedded Development" userId="97690703-89ef-4183-8a66-0c81b6c8ace9" providerId="ADAL" clId="{65595279-B11A-44E5-9023-6BC560F7656F}" dt="2024-02-08T07:56:06.547" v="2533" actId="14100"/>
          <ac:cxnSpMkLst>
            <pc:docMk/>
            <pc:sldMk cId="425043199" sldId="257"/>
            <ac:cxnSpMk id="2" creationId="{09F64CA3-20FE-4EEA-E694-866BDE7DCB51}"/>
          </ac:cxnSpMkLst>
        </pc:cxnChg>
        <pc:cxnChg chg="mod">
          <ac:chgData name="Embedded Development" userId="97690703-89ef-4183-8a66-0c81b6c8ace9" providerId="ADAL" clId="{65595279-B11A-44E5-9023-6BC560F7656F}" dt="2024-02-08T07:56:10.208" v="2534" actId="14100"/>
          <ac:cxnSpMkLst>
            <pc:docMk/>
            <pc:sldMk cId="425043199" sldId="257"/>
            <ac:cxnSpMk id="9" creationId="{D98806A7-0E0C-77C2-1AC9-3A46FCBCA3D0}"/>
          </ac:cxnSpMkLst>
        </pc:cxnChg>
        <pc:cxnChg chg="del mod">
          <ac:chgData name="Embedded Development" userId="97690703-89ef-4183-8a66-0c81b6c8ace9" providerId="ADAL" clId="{65595279-B11A-44E5-9023-6BC560F7656F}" dt="2024-02-08T07:42:58.169" v="1865" actId="478"/>
          <ac:cxnSpMkLst>
            <pc:docMk/>
            <pc:sldMk cId="425043199" sldId="257"/>
            <ac:cxnSpMk id="10" creationId="{9377541D-87DE-8EF2-DF6C-D2E20FFE49EE}"/>
          </ac:cxnSpMkLst>
        </pc:cxnChg>
        <pc:cxnChg chg="del mod">
          <ac:chgData name="Embedded Development" userId="97690703-89ef-4183-8a66-0c81b6c8ace9" providerId="ADAL" clId="{65595279-B11A-44E5-9023-6BC560F7656F}" dt="2024-02-08T07:42:59.772" v="1867" actId="478"/>
          <ac:cxnSpMkLst>
            <pc:docMk/>
            <pc:sldMk cId="425043199" sldId="257"/>
            <ac:cxnSpMk id="11" creationId="{3A4CE810-1DC2-BFF4-6622-F58337F1BD85}"/>
          </ac:cxnSpMkLst>
        </pc:cxnChg>
        <pc:cxnChg chg="mod">
          <ac:chgData name="Embedded Development" userId="97690703-89ef-4183-8a66-0c81b6c8ace9" providerId="ADAL" clId="{65595279-B11A-44E5-9023-6BC560F7656F}" dt="2024-02-08T07:56:18.547" v="2537" actId="14100"/>
          <ac:cxnSpMkLst>
            <pc:docMk/>
            <pc:sldMk cId="425043199" sldId="257"/>
            <ac:cxnSpMk id="13" creationId="{9A22471B-63E5-8AF1-230B-93941C3DFBC1}"/>
          </ac:cxnSpMkLst>
        </pc:cxnChg>
        <pc:cxnChg chg="mod">
          <ac:chgData name="Embedded Development" userId="97690703-89ef-4183-8a66-0c81b6c8ace9" providerId="ADAL" clId="{65595279-B11A-44E5-9023-6BC560F7656F}" dt="2024-02-08T07:52:22.608" v="2225" actId="1035"/>
          <ac:cxnSpMkLst>
            <pc:docMk/>
            <pc:sldMk cId="425043199" sldId="257"/>
            <ac:cxnSpMk id="22" creationId="{71294D95-4283-4D9E-6EB6-30714286B1F5}"/>
          </ac:cxnSpMkLst>
        </pc:cxnChg>
        <pc:cxnChg chg="mod">
          <ac:chgData name="Embedded Development" userId="97690703-89ef-4183-8a66-0c81b6c8ace9" providerId="ADAL" clId="{65595279-B11A-44E5-9023-6BC560F7656F}" dt="2024-02-08T07:52:22.608" v="2225" actId="1035"/>
          <ac:cxnSpMkLst>
            <pc:docMk/>
            <pc:sldMk cId="425043199" sldId="257"/>
            <ac:cxnSpMk id="24" creationId="{C6102151-C05E-4F8F-C634-E26794A15B2C}"/>
          </ac:cxnSpMkLst>
        </pc:cxnChg>
        <pc:cxnChg chg="add del mod">
          <ac:chgData name="Embedded Development" userId="97690703-89ef-4183-8a66-0c81b6c8ace9" providerId="ADAL" clId="{65595279-B11A-44E5-9023-6BC560F7656F}" dt="2024-02-08T07:44:05.282" v="1884" actId="478"/>
          <ac:cxnSpMkLst>
            <pc:docMk/>
            <pc:sldMk cId="425043199" sldId="257"/>
            <ac:cxnSpMk id="27" creationId="{041AECDC-266B-DB7B-F3DA-E38463ECDB32}"/>
          </ac:cxnSpMkLst>
        </pc:cxnChg>
        <pc:cxnChg chg="mod">
          <ac:chgData name="Embedded Development" userId="97690703-89ef-4183-8a66-0c81b6c8ace9" providerId="ADAL" clId="{65595279-B11A-44E5-9023-6BC560F7656F}" dt="2024-02-08T07:56:15.243" v="2536" actId="14100"/>
          <ac:cxnSpMkLst>
            <pc:docMk/>
            <pc:sldMk cId="425043199" sldId="257"/>
            <ac:cxnSpMk id="28" creationId="{83CB921D-49E3-6D3C-408B-CBA3AB2B64F7}"/>
          </ac:cxnSpMkLst>
        </pc:cxnChg>
        <pc:cxnChg chg="mod">
          <ac:chgData name="Embedded Development" userId="97690703-89ef-4183-8a66-0c81b6c8ace9" providerId="ADAL" clId="{65595279-B11A-44E5-9023-6BC560F7656F}" dt="2024-02-08T07:53:58.904" v="2383" actId="1035"/>
          <ac:cxnSpMkLst>
            <pc:docMk/>
            <pc:sldMk cId="425043199" sldId="257"/>
            <ac:cxnSpMk id="31" creationId="{50ED1575-D63F-0FC0-7CF8-1114FA97BA90}"/>
          </ac:cxnSpMkLst>
        </pc:cxnChg>
        <pc:cxnChg chg="mod">
          <ac:chgData name="Embedded Development" userId="97690703-89ef-4183-8a66-0c81b6c8ace9" providerId="ADAL" clId="{65595279-B11A-44E5-9023-6BC560F7656F}" dt="2024-02-08T07:53:32.019" v="2361" actId="1036"/>
          <ac:cxnSpMkLst>
            <pc:docMk/>
            <pc:sldMk cId="425043199" sldId="257"/>
            <ac:cxnSpMk id="35" creationId="{78CE8DFC-17FF-D6F5-1996-6949209D0A52}"/>
          </ac:cxnSpMkLst>
        </pc:cxnChg>
        <pc:cxnChg chg="add mod">
          <ac:chgData name="Embedded Development" userId="97690703-89ef-4183-8a66-0c81b6c8ace9" providerId="ADAL" clId="{65595279-B11A-44E5-9023-6BC560F7656F}" dt="2024-02-08T07:51:37.292" v="2189" actId="14100"/>
          <ac:cxnSpMkLst>
            <pc:docMk/>
            <pc:sldMk cId="425043199" sldId="257"/>
            <ac:cxnSpMk id="41" creationId="{61C29B3D-F5C4-3CE9-9F4F-1ADEA6D3C040}"/>
          </ac:cxnSpMkLst>
        </pc:cxnChg>
        <pc:cxnChg chg="add mod">
          <ac:chgData name="Embedded Development" userId="97690703-89ef-4183-8a66-0c81b6c8ace9" providerId="ADAL" clId="{65595279-B11A-44E5-9023-6BC560F7656F}" dt="2024-02-08T07:51:48.777" v="2194" actId="14100"/>
          <ac:cxnSpMkLst>
            <pc:docMk/>
            <pc:sldMk cId="425043199" sldId="257"/>
            <ac:cxnSpMk id="45" creationId="{D1AA3CDF-9DD7-A6AD-EEC1-22F710209072}"/>
          </ac:cxnSpMkLst>
        </pc:cxnChg>
      </pc:sldChg>
      <pc:sldChg chg="del">
        <pc:chgData name="Embedded Development" userId="97690703-89ef-4183-8a66-0c81b6c8ace9" providerId="ADAL" clId="{65595279-B11A-44E5-9023-6BC560F7656F}" dt="2024-02-08T09:38:31.057" v="4008" actId="47"/>
        <pc:sldMkLst>
          <pc:docMk/>
          <pc:sldMk cId="2849468485" sldId="258"/>
        </pc:sldMkLst>
      </pc:sldChg>
      <pc:sldChg chg="del">
        <pc:chgData name="Embedded Development" userId="97690703-89ef-4183-8a66-0c81b6c8ace9" providerId="ADAL" clId="{65595279-B11A-44E5-9023-6BC560F7656F}" dt="2024-02-08T09:58:37.467" v="4696" actId="47"/>
        <pc:sldMkLst>
          <pc:docMk/>
          <pc:sldMk cId="2943328213" sldId="259"/>
        </pc:sldMkLst>
      </pc:sldChg>
      <pc:sldChg chg="addSp modSp del mod delCm modCm">
        <pc:chgData name="Embedded Development" userId="97690703-89ef-4183-8a66-0c81b6c8ace9" providerId="ADAL" clId="{65595279-B11A-44E5-9023-6BC560F7656F}" dt="2024-02-08T08:06:24.879" v="2688" actId="47"/>
        <pc:sldMkLst>
          <pc:docMk/>
          <pc:sldMk cId="1956433020" sldId="261"/>
        </pc:sldMkLst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5" creationId="{F6324772-7B18-92E8-4D3E-220E0C0DCC4E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6" creationId="{3472A356-4919-2CAF-5742-F014898171ED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7" creationId="{8DB2483E-75F6-F80E-8837-97C8C102ECEA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8" creationId="{14CF9193-84C6-0E7D-655C-36C8BEAA989B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9" creationId="{7BF5C6E0-AB1C-5188-8135-09B89C253F06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13" creationId="{7F6313AA-45B3-22A4-00D2-7C7FFB872B09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15" creationId="{E55991B6-0DE9-481F-C781-275B33E1CA34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16" creationId="{93D40C93-9EAC-DA7C-F1AC-42FE6B7D681F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18" creationId="{D452E053-DD3A-6C42-01EB-624D58849CE1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20" creationId="{A0371147-8CE3-58A3-EE0F-A3CDD489D869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23" creationId="{BF690EBB-96B2-777E-E764-E5389BB7B37F}"/>
          </ac:spMkLst>
        </pc:spChg>
        <pc:spChg chg="add mod">
          <ac:chgData name="Embedded Development" userId="97690703-89ef-4183-8a66-0c81b6c8ace9" providerId="ADAL" clId="{65595279-B11A-44E5-9023-6BC560F7656F}" dt="2024-01-24T11:23:08.999" v="555" actId="20577"/>
          <ac:spMkLst>
            <pc:docMk/>
            <pc:sldMk cId="1956433020" sldId="261"/>
            <ac:spMk id="24" creationId="{B628C271-65F3-1ABC-563E-C04B8016E2CD}"/>
          </ac:spMkLst>
        </pc:spChg>
        <pc:spChg chg="add mod">
          <ac:chgData name="Embedded Development" userId="97690703-89ef-4183-8a66-0c81b6c8ace9" providerId="ADAL" clId="{65595279-B11A-44E5-9023-6BC560F7656F}" dt="2024-01-24T11:23:06.893" v="554" actId="20577"/>
          <ac:spMkLst>
            <pc:docMk/>
            <pc:sldMk cId="1956433020" sldId="261"/>
            <ac:spMk id="26" creationId="{AFD1D06B-A2AC-3DFB-20D0-0608C41E5F62}"/>
          </ac:spMkLst>
        </pc:spChg>
        <pc:graphicFrameChg chg="add mod">
          <ac:chgData name="Embedded Development" userId="97690703-89ef-4183-8a66-0c81b6c8ace9" providerId="ADAL" clId="{65595279-B11A-44E5-9023-6BC560F7656F}" dt="2024-01-24T11:23:34.864" v="556"/>
          <ac:graphicFrameMkLst>
            <pc:docMk/>
            <pc:sldMk cId="1956433020" sldId="261"/>
            <ac:graphicFrameMk id="22" creationId="{AC0BAE12-D506-1FFC-9C8B-5957E16A4332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1-24T11:22:20.960" v="537"/>
          <ac:graphicFrameMkLst>
            <pc:docMk/>
            <pc:sldMk cId="1956433020" sldId="261"/>
            <ac:graphicFrameMk id="25" creationId="{2141FF02-1CCF-417A-095B-42AFA7248A40}"/>
          </ac:graphicFrameMkLst>
        </pc:graphicFrame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2" creationId="{80531314-7640-49D2-3BFD-15E0D9A5B40B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3" creationId="{51391A15-0598-DB26-8FDF-76B258296AC5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4" creationId="{763310D5-4157-2777-0BD9-7DD170AA1BC0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0" creationId="{9377541D-87DE-8EF2-DF6C-D2E20FFE49EE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1" creationId="{3A4CE810-1DC2-BFF4-6622-F58337F1BD85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2" creationId="{2AF5D361-5B85-F7C2-AA8F-195465AD27AD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4" creationId="{307E2E80-563E-3B8E-406F-4F4AC465EA8A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7" creationId="{4CBC26F8-4437-48CD-E6C1-C3FF6F6FD5D4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9" creationId="{F54B076C-775C-C80A-B528-D994E016D2FB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21" creationId="{5D369D8E-C924-E90D-4B0F-DB672ED23BF8}"/>
          </ac:cxnSpMkLst>
        </pc:cxnChg>
      </pc:sldChg>
      <pc:sldChg chg="addSp modSp mod modCm">
        <pc:chgData name="Embedded Development" userId="97690703-89ef-4183-8a66-0c81b6c8ace9" providerId="ADAL" clId="{65595279-B11A-44E5-9023-6BC560F7656F}" dt="2024-02-09T07:14:18.840" v="12621" actId="123"/>
        <pc:sldMkLst>
          <pc:docMk/>
          <pc:sldMk cId="1943458392" sldId="262"/>
        </pc:sldMkLst>
        <pc:spChg chg="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2" creationId="{103142F4-9E07-E7C8-8EC5-08A4092B4296}"/>
          </ac:spMkLst>
        </pc:spChg>
        <pc:spChg chg="add 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3" creationId="{A4D78659-ACEB-CE53-AC0C-5F68CD987F75}"/>
          </ac:spMkLst>
        </pc:spChg>
        <pc:spChg chg="mod">
          <ac:chgData name="Embedded Development" userId="97690703-89ef-4183-8a66-0c81b6c8ace9" providerId="ADAL" clId="{65595279-B11A-44E5-9023-6BC560F7656F}" dt="2024-01-24T11:11:00.367" v="198" actId="1076"/>
          <ac:spMkLst>
            <pc:docMk/>
            <pc:sldMk cId="1943458392" sldId="262"/>
            <ac:spMk id="3" creationId="{BB9F8F36-6408-2128-DD2C-4FF213CF5069}"/>
          </ac:spMkLst>
        </pc:spChg>
        <pc:spChg chg="add mod">
          <ac:chgData name="Embedded Development" userId="97690703-89ef-4183-8a66-0c81b6c8ace9" providerId="ADAL" clId="{65595279-B11A-44E5-9023-6BC560F7656F}" dt="2024-02-08T09:02:27.961" v="3513" actId="1076"/>
          <ac:spMkLst>
            <pc:docMk/>
            <pc:sldMk cId="1943458392" sldId="262"/>
            <ac:spMk id="7" creationId="{25840DEC-B883-6E5E-9096-75C61611D6B8}"/>
          </ac:spMkLst>
        </pc:spChg>
        <pc:spChg chg="add 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9" creationId="{8705A389-94A6-9CBE-7D8C-54610C6558D2}"/>
          </ac:spMkLst>
        </pc:spChg>
        <pc:spChg chg="mod">
          <ac:chgData name="Embedded Development" userId="97690703-89ef-4183-8a66-0c81b6c8ace9" providerId="ADAL" clId="{65595279-B11A-44E5-9023-6BC560F7656F}" dt="2024-01-24T11:11:00.367" v="198" actId="1076"/>
          <ac:spMkLst>
            <pc:docMk/>
            <pc:sldMk cId="1943458392" sldId="262"/>
            <ac:spMk id="9" creationId="{DE7C4353-B073-8608-568B-7AA29D0BD26E}"/>
          </ac:spMkLst>
        </pc:spChg>
        <pc:spChg chg="mod">
          <ac:chgData name="Embedded Development" userId="97690703-89ef-4183-8a66-0c81b6c8ace9" providerId="ADAL" clId="{65595279-B11A-44E5-9023-6BC560F7656F}" dt="2024-01-24T11:11:00.367" v="198" actId="1076"/>
          <ac:spMkLst>
            <pc:docMk/>
            <pc:sldMk cId="1943458392" sldId="262"/>
            <ac:spMk id="11" creationId="{326944DB-763E-97AF-4650-7FF4F9A7CA7A}"/>
          </ac:spMkLst>
        </pc:spChg>
        <pc:spChg chg="add mod">
          <ac:chgData name="Embedded Development" userId="97690703-89ef-4183-8a66-0c81b6c8ace9" providerId="ADAL" clId="{65595279-B11A-44E5-9023-6BC560F7656F}" dt="2024-02-09T05:13:58.897" v="10839" actId="2711"/>
          <ac:spMkLst>
            <pc:docMk/>
            <pc:sldMk cId="1943458392" sldId="262"/>
            <ac:spMk id="11" creationId="{CE0C8210-46E2-E167-4C22-75007CC48E28}"/>
          </ac:spMkLst>
        </pc:spChg>
        <pc:spChg chg="add mod">
          <ac:chgData name="Embedded Development" userId="97690703-89ef-4183-8a66-0c81b6c8ace9" providerId="ADAL" clId="{65595279-B11A-44E5-9023-6BC560F7656F}" dt="2024-02-08T09:02:27.961" v="3513" actId="1076"/>
          <ac:spMkLst>
            <pc:docMk/>
            <pc:sldMk cId="1943458392" sldId="262"/>
            <ac:spMk id="13" creationId="{2FD938B8-C2C6-D15D-B9F9-7A57B4591D1F}"/>
          </ac:spMkLst>
        </pc:spChg>
        <pc:spChg chg="add mod">
          <ac:chgData name="Embedded Development" userId="97690703-89ef-4183-8a66-0c81b6c8ace9" providerId="ADAL" clId="{65595279-B11A-44E5-9023-6BC560F7656F}" dt="2024-02-08T09:02:27.961" v="3513" actId="1076"/>
          <ac:spMkLst>
            <pc:docMk/>
            <pc:sldMk cId="1943458392" sldId="262"/>
            <ac:spMk id="15" creationId="{ECA97BF2-DCDD-BAAC-3E48-277C8F743913}"/>
          </ac:spMkLst>
        </pc:spChg>
        <pc:spChg chg="mod">
          <ac:chgData name="Embedded Development" userId="97690703-89ef-4183-8a66-0c81b6c8ace9" providerId="ADAL" clId="{65595279-B11A-44E5-9023-6BC560F7656F}" dt="2024-02-09T05:15:13.909" v="10878" actId="20577"/>
          <ac:spMkLst>
            <pc:docMk/>
            <pc:sldMk cId="1943458392" sldId="262"/>
            <ac:spMk id="16" creationId="{93D40C93-9EAC-DA7C-F1AC-42FE6B7D681F}"/>
          </ac:spMkLst>
        </pc:spChg>
        <pc:spChg chg="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17" creationId="{BBF89046-C61A-98CD-A38D-4FA139D4611D}"/>
          </ac:spMkLst>
        </pc:spChg>
        <pc:spChg chg="add mod">
          <ac:chgData name="Embedded Development" userId="97690703-89ef-4183-8a66-0c81b6c8ace9" providerId="ADAL" clId="{65595279-B11A-44E5-9023-6BC560F7656F}" dt="2024-02-09T07:14:18.840" v="12621" actId="123"/>
          <ac:spMkLst>
            <pc:docMk/>
            <pc:sldMk cId="1943458392" sldId="262"/>
            <ac:spMk id="18" creationId="{A4060A3A-129F-C129-0C2E-B451F73F5670}"/>
          </ac:spMkLst>
        </pc:spChg>
        <pc:spChg chg="add 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22" creationId="{9FA11DB0-B700-1856-DC39-47D65C8159B9}"/>
          </ac:spMkLst>
        </pc:spChg>
        <pc:spChg chg="add mod">
          <ac:chgData name="Embedded Development" userId="97690703-89ef-4183-8a66-0c81b6c8ace9" providerId="ADAL" clId="{65595279-B11A-44E5-9023-6BC560F7656F}" dt="2024-02-08T07:35:20.777" v="1724"/>
          <ac:spMkLst>
            <pc:docMk/>
            <pc:sldMk cId="1943458392" sldId="262"/>
            <ac:spMk id="25" creationId="{B1494B7B-57EE-D4BB-9581-131906DD7239}"/>
          </ac:spMkLst>
        </pc:spChg>
        <pc:spChg chg="add mod">
          <ac:chgData name="Embedded Development" userId="97690703-89ef-4183-8a66-0c81b6c8ace9" providerId="ADAL" clId="{65595279-B11A-44E5-9023-6BC560F7656F}" dt="2024-02-08T08:14:23.977" v="3120"/>
          <ac:spMkLst>
            <pc:docMk/>
            <pc:sldMk cId="1943458392" sldId="262"/>
            <ac:spMk id="28" creationId="{07A64B0A-9B83-3348-2DB3-08F273E955D6}"/>
          </ac:spMkLst>
        </pc:spChg>
        <pc:spChg chg="add mod">
          <ac:chgData name="Embedded Development" userId="97690703-89ef-4183-8a66-0c81b6c8ace9" providerId="ADAL" clId="{65595279-B11A-44E5-9023-6BC560F7656F}" dt="2024-02-08T08:14:29.671" v="3121"/>
          <ac:spMkLst>
            <pc:docMk/>
            <pc:sldMk cId="1943458392" sldId="262"/>
            <ac:spMk id="29" creationId="{F05FA36A-1B49-D76F-754B-45907E0368C9}"/>
          </ac:spMkLst>
        </pc:spChg>
        <pc:spChg chg="add mod">
          <ac:chgData name="Embedded Development" userId="97690703-89ef-4183-8a66-0c81b6c8ace9" providerId="ADAL" clId="{65595279-B11A-44E5-9023-6BC560F7656F}" dt="2024-02-09T05:14:12.798" v="10861" actId="20577"/>
          <ac:spMkLst>
            <pc:docMk/>
            <pc:sldMk cId="1943458392" sldId="262"/>
            <ac:spMk id="30" creationId="{6F47E259-01F3-EFA4-D62A-A91D2F04207E}"/>
          </ac:spMkLst>
        </pc:spChg>
        <pc:graphicFrameChg chg="add mod modGraphic">
          <ac:chgData name="Embedded Development" userId="97690703-89ef-4183-8a66-0c81b6c8ace9" providerId="ADAL" clId="{65595279-B11A-44E5-9023-6BC560F7656F}" dt="2024-02-08T09:02:27.961" v="3513" actId="1076"/>
          <ac:graphicFrameMkLst>
            <pc:docMk/>
            <pc:sldMk cId="1943458392" sldId="262"/>
            <ac:graphicFrameMk id="5" creationId="{E8DD78CE-6DB1-C1D9-1B47-468750E24619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9:02:27.961" v="3513" actId="1076"/>
          <ac:graphicFrameMkLst>
            <pc:docMk/>
            <pc:sldMk cId="1943458392" sldId="262"/>
            <ac:graphicFrameMk id="12" creationId="{429D734C-A13A-E533-2543-5F852D9E249C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9:02:27.961" v="3513" actId="1076"/>
          <ac:graphicFrameMkLst>
            <pc:docMk/>
            <pc:sldMk cId="1943458392" sldId="262"/>
            <ac:graphicFrameMk id="14" creationId="{3D5E05EF-1C32-7569-E24E-2FB73A801BE7}"/>
          </ac:graphicFrameMkLst>
        </pc:graphicFrameChg>
        <pc:cxnChg chg="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4" creationId="{A4B1E2C5-9645-7E89-87D4-160F62D00334}"/>
          </ac:cxnSpMkLst>
        </pc:cxnChg>
        <pc:cxnChg chg="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6" creationId="{6552F70B-97F9-DA6B-1BE4-F89C0079FCE8}"/>
          </ac:cxnSpMkLst>
        </pc:cxnChg>
        <pc:cxnChg chg="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8" creationId="{9EC50927-D2D9-A80F-70F8-818BFFE257CA}"/>
          </ac:cxnSpMkLst>
        </pc:cxnChg>
        <pc:cxnChg chg="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10" creationId="{593CFC24-9C6A-F9B2-F421-A8F7391F1E08}"/>
          </ac:cxnSpMkLst>
        </pc:cxnChg>
        <pc:cxnChg chg="add 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21" creationId="{9416C9C4-EE32-FF90-7A2D-8A27F3128BC1}"/>
          </ac:cxnSpMkLst>
        </pc:cxnChg>
        <pc:cxnChg chg="add mod">
          <ac:chgData name="Embedded Development" userId="97690703-89ef-4183-8a66-0c81b6c8ace9" providerId="ADAL" clId="{65595279-B11A-44E5-9023-6BC560F7656F}" dt="2024-02-08T07:35:20.777" v="1724"/>
          <ac:cxnSpMkLst>
            <pc:docMk/>
            <pc:sldMk cId="1943458392" sldId="262"/>
            <ac:cxnSpMk id="24" creationId="{C121407D-5360-D958-9CFE-E006E05CC90A}"/>
          </ac:cxnSpMkLst>
        </pc:cxnChg>
      </pc:sldChg>
      <pc:sldChg chg="addSp modSp del mod modCm">
        <pc:chgData name="Embedded Development" userId="97690703-89ef-4183-8a66-0c81b6c8ace9" providerId="ADAL" clId="{65595279-B11A-44E5-9023-6BC560F7656F}" dt="2024-02-08T09:18:24.913" v="3537" actId="47"/>
        <pc:sldMkLst>
          <pc:docMk/>
          <pc:sldMk cId="653484016" sldId="263"/>
        </pc:sldMkLst>
        <pc:spChg chg="add mod">
          <ac:chgData name="Embedded Development" userId="97690703-89ef-4183-8a66-0c81b6c8ace9" providerId="ADAL" clId="{65595279-B11A-44E5-9023-6BC560F7656F}" dt="2024-01-24T11:25:56.909" v="595" actId="20577"/>
          <ac:spMkLst>
            <pc:docMk/>
            <pc:sldMk cId="653484016" sldId="263"/>
            <ac:spMk id="4" creationId="{EFD091ED-3B98-852E-59A9-3501E35B4D69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5" creationId="{F6324772-7B18-92E8-4D3E-220E0C0DCC4E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6" creationId="{3472A356-4919-2CAF-5742-F014898171ED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7" creationId="{8DB2483E-75F6-F80E-8837-97C8C102ECEA}"/>
          </ac:spMkLst>
        </pc:spChg>
        <pc:spChg chg="add mod">
          <ac:chgData name="Embedded Development" userId="97690703-89ef-4183-8a66-0c81b6c8ace9" providerId="ADAL" clId="{65595279-B11A-44E5-9023-6BC560F7656F}" dt="2024-01-24T13:38:41.867" v="755" actId="1076"/>
          <ac:spMkLst>
            <pc:docMk/>
            <pc:sldMk cId="653484016" sldId="263"/>
            <ac:spMk id="9" creationId="{3344DD37-AF20-D471-CDCA-D900C75A38A4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16" creationId="{93D40C93-9EAC-DA7C-F1AC-42FE6B7D681F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22" creationId="{6633723D-6213-B630-2D03-FF6A7CB41119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23" creationId="{4D63EEC6-BFCD-1102-53A7-E4CDB2CFE4D9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42" creationId="{CA969550-8D82-2CFA-8148-3A31C936D856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44" creationId="{FADDE374-ED0F-8D57-8E1D-4B9C8E129D0A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46" creationId="{2F886473-3941-7598-3847-9708BCC20191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48" creationId="{ABD25BA8-943D-C8D9-71DC-A82FD9153C6C}"/>
          </ac:spMkLst>
        </pc:sp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653484016" sldId="263"/>
            <ac:graphicFrameMk id="3" creationId="{11C06329-9026-57DB-7F40-45353EE2A7DD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1-24T13:38:41.867" v="755" actId="1076"/>
          <ac:graphicFrameMkLst>
            <pc:docMk/>
            <pc:sldMk cId="653484016" sldId="263"/>
            <ac:graphicFrameMk id="8" creationId="{05B77576-F02E-FBA7-C797-344DBC3CBA50}"/>
          </ac:graphicFrameMkLst>
        </pc:graphicFrame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2" creationId="{03B5E0E5-9280-B19E-7B64-905C7E634873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10" creationId="{9377541D-87DE-8EF2-DF6C-D2E20FFE49EE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11" creationId="{3A4CE810-1DC2-BFF4-6622-F58337F1BD85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12" creationId="{E61F5208-D875-AA9A-E6D8-25EC24BBEE10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13" creationId="{FEC8AF23-A269-9519-928A-E5C0A57E3CD8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41" creationId="{165371AC-0017-7D86-10DD-2522370B973F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45" creationId="{2F8FC0D9-AF0E-ECB6-5B0F-5F02111DC708}"/>
          </ac:cxnSpMkLst>
        </pc:cxnChg>
      </pc:sldChg>
      <pc:sldChg chg="del">
        <pc:chgData name="Embedded Development" userId="97690703-89ef-4183-8a66-0c81b6c8ace9" providerId="ADAL" clId="{65595279-B11A-44E5-9023-6BC560F7656F}" dt="2024-02-08T09:58:26.363" v="4692" actId="47"/>
        <pc:sldMkLst>
          <pc:docMk/>
          <pc:sldMk cId="3193922364" sldId="264"/>
        </pc:sldMkLst>
      </pc:sldChg>
      <pc:sldChg chg="del">
        <pc:chgData name="Embedded Development" userId="97690703-89ef-4183-8a66-0c81b6c8ace9" providerId="ADAL" clId="{65595279-B11A-44E5-9023-6BC560F7656F}" dt="2024-02-08T09:58:36.889" v="4695" actId="47"/>
        <pc:sldMkLst>
          <pc:docMk/>
          <pc:sldMk cId="286066077" sldId="265"/>
        </pc:sldMkLst>
      </pc:sldChg>
      <pc:sldChg chg="del">
        <pc:chgData name="Embedded Development" userId="97690703-89ef-4183-8a66-0c81b6c8ace9" providerId="ADAL" clId="{65595279-B11A-44E5-9023-6BC560F7656F}" dt="2024-02-08T09:58:33.347" v="4694" actId="47"/>
        <pc:sldMkLst>
          <pc:docMk/>
          <pc:sldMk cId="449645420" sldId="266"/>
        </pc:sldMkLst>
      </pc:sldChg>
      <pc:sldChg chg="del">
        <pc:chgData name="Embedded Development" userId="97690703-89ef-4183-8a66-0c81b6c8ace9" providerId="ADAL" clId="{65595279-B11A-44E5-9023-6BC560F7656F}" dt="2024-02-08T09:58:32.254" v="4693" actId="47"/>
        <pc:sldMkLst>
          <pc:docMk/>
          <pc:sldMk cId="1918681641" sldId="267"/>
        </pc:sldMkLst>
      </pc:sldChg>
      <pc:sldChg chg="addSp delSp modSp add del mod delCm">
        <pc:chgData name="Embedded Development" userId="97690703-89ef-4183-8a66-0c81b6c8ace9" providerId="ADAL" clId="{65595279-B11A-44E5-9023-6BC560F7656F}" dt="2024-02-08T08:04:41.184" v="2643" actId="47"/>
        <pc:sldMkLst>
          <pc:docMk/>
          <pc:sldMk cId="3879368957" sldId="268"/>
        </pc:sldMkLst>
        <pc:spChg chg="del mod">
          <ac:chgData name="Embedded Development" userId="97690703-89ef-4183-8a66-0c81b6c8ace9" providerId="ADAL" clId="{65595279-B11A-44E5-9023-6BC560F7656F}" dt="2024-01-24T11:20:06.405" v="441" actId="478"/>
          <ac:spMkLst>
            <pc:docMk/>
            <pc:sldMk cId="3879368957" sldId="268"/>
            <ac:spMk id="4" creationId="{D199705A-C215-AA91-3D9F-AEB42FB9AE4C}"/>
          </ac:spMkLst>
        </pc:spChg>
        <pc:spChg chg="del">
          <ac:chgData name="Embedded Development" userId="97690703-89ef-4183-8a66-0c81b6c8ace9" providerId="ADAL" clId="{65595279-B11A-44E5-9023-6BC560F7656F}" dt="2024-01-24T11:19:53.416" v="429" actId="478"/>
          <ac:spMkLst>
            <pc:docMk/>
            <pc:sldMk cId="3879368957" sldId="268"/>
            <ac:spMk id="12" creationId="{212BDC66-D62F-9471-14BC-A74428801849}"/>
          </ac:spMkLst>
        </pc:spChg>
        <pc:spChg chg="add mod">
          <ac:chgData name="Embedded Development" userId="97690703-89ef-4183-8a66-0c81b6c8ace9" providerId="ADAL" clId="{65595279-B11A-44E5-9023-6BC560F7656F}" dt="2024-01-24T11:21:48.410" v="531" actId="1076"/>
          <ac:spMkLst>
            <pc:docMk/>
            <pc:sldMk cId="3879368957" sldId="268"/>
            <ac:spMk id="15" creationId="{9F5AB342-1FBC-8BD2-A4A3-F561AD8888C2}"/>
          </ac:spMkLst>
        </pc:spChg>
        <pc:graphicFrameChg chg="del">
          <ac:chgData name="Embedded Development" userId="97690703-89ef-4183-8a66-0c81b6c8ace9" providerId="ADAL" clId="{65595279-B11A-44E5-9023-6BC560F7656F}" dt="2024-01-24T11:20:06.405" v="441" actId="478"/>
          <ac:graphicFrameMkLst>
            <pc:docMk/>
            <pc:sldMk cId="3879368957" sldId="268"/>
            <ac:graphicFrameMk id="3" creationId="{F9E873BA-09AB-031A-81DA-5C58F6D123F3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1:19:53.416" v="429" actId="478"/>
          <ac:graphicFrameMkLst>
            <pc:docMk/>
            <pc:sldMk cId="3879368957" sldId="268"/>
            <ac:graphicFrameMk id="8" creationId="{1CE6329A-7FC6-EEA9-A156-623550D5FB8D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1-24T11:21:48.410" v="531" actId="1076"/>
          <ac:graphicFrameMkLst>
            <pc:docMk/>
            <pc:sldMk cId="3879368957" sldId="268"/>
            <ac:graphicFrameMk id="14" creationId="{4B045089-4786-FAAE-D88E-F9D83F7CA432}"/>
          </ac:graphicFrameMkLst>
        </pc:graphicFrameChg>
      </pc:sldChg>
      <pc:sldChg chg="addSp delSp modSp add del mod">
        <pc:chgData name="Embedded Development" userId="97690703-89ef-4183-8a66-0c81b6c8ace9" providerId="ADAL" clId="{65595279-B11A-44E5-9023-6BC560F7656F}" dt="2024-02-08T08:07:31.806" v="2690" actId="47"/>
        <pc:sldMkLst>
          <pc:docMk/>
          <pc:sldMk cId="1485185993" sldId="269"/>
        </pc:sldMkLst>
        <pc:spChg chg="del">
          <ac:chgData name="Embedded Development" userId="97690703-89ef-4183-8a66-0c81b6c8ace9" providerId="ADAL" clId="{65595279-B11A-44E5-9023-6BC560F7656F}" dt="2024-01-24T11:24:08.185" v="560" actId="478"/>
          <ac:spMkLst>
            <pc:docMk/>
            <pc:sldMk cId="1485185993" sldId="269"/>
            <ac:spMk id="24" creationId="{B628C271-65F3-1ABC-563E-C04B8016E2CD}"/>
          </ac:spMkLst>
        </pc:spChg>
        <pc:spChg chg="del">
          <ac:chgData name="Embedded Development" userId="97690703-89ef-4183-8a66-0c81b6c8ace9" providerId="ADAL" clId="{65595279-B11A-44E5-9023-6BC560F7656F}" dt="2024-01-24T11:24:08.185" v="560" actId="478"/>
          <ac:spMkLst>
            <pc:docMk/>
            <pc:sldMk cId="1485185993" sldId="269"/>
            <ac:spMk id="26" creationId="{AFD1D06B-A2AC-3DFB-20D0-0608C41E5F62}"/>
          </ac:spMkLst>
        </pc:spChg>
        <pc:spChg chg="add mod">
          <ac:chgData name="Embedded Development" userId="97690703-89ef-4183-8a66-0c81b6c8ace9" providerId="ADAL" clId="{65595279-B11A-44E5-9023-6BC560F7656F}" dt="2024-01-24T11:24:12.201" v="561"/>
          <ac:spMkLst>
            <pc:docMk/>
            <pc:sldMk cId="1485185993" sldId="269"/>
            <ac:spMk id="28" creationId="{C71D6E58-29E4-8A25-915D-CE8942924FD5}"/>
          </ac:spMkLst>
        </pc:spChg>
        <pc:graphicFrameChg chg="del">
          <ac:chgData name="Embedded Development" userId="97690703-89ef-4183-8a66-0c81b6c8ace9" providerId="ADAL" clId="{65595279-B11A-44E5-9023-6BC560F7656F}" dt="2024-01-24T11:24:08.185" v="560" actId="478"/>
          <ac:graphicFrameMkLst>
            <pc:docMk/>
            <pc:sldMk cId="1485185993" sldId="269"/>
            <ac:graphicFrameMk id="22" creationId="{AC0BAE12-D506-1FFC-9C8B-5957E16A4332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1:24:08.185" v="560" actId="478"/>
          <ac:graphicFrameMkLst>
            <pc:docMk/>
            <pc:sldMk cId="1485185993" sldId="269"/>
            <ac:graphicFrameMk id="25" creationId="{2141FF02-1CCF-417A-095B-42AFA7248A40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1-24T11:24:12.201" v="561"/>
          <ac:graphicFrameMkLst>
            <pc:docMk/>
            <pc:sldMk cId="1485185993" sldId="269"/>
            <ac:graphicFrameMk id="27" creationId="{0A52B112-1D50-7CEA-86D6-DA8E5972D15E}"/>
          </ac:graphicFrameMkLst>
        </pc:graphicFrameChg>
      </pc:sldChg>
      <pc:sldChg chg="add del">
        <pc:chgData name="Embedded Development" userId="97690703-89ef-4183-8a66-0c81b6c8ace9" providerId="ADAL" clId="{65595279-B11A-44E5-9023-6BC560F7656F}" dt="2024-01-24T11:23:57.391" v="558"/>
        <pc:sldMkLst>
          <pc:docMk/>
          <pc:sldMk cId="3402372875" sldId="269"/>
        </pc:sldMkLst>
      </pc:sldChg>
      <pc:sldChg chg="add del">
        <pc:chgData name="Embedded Development" userId="97690703-89ef-4183-8a66-0c81b6c8ace9" providerId="ADAL" clId="{65595279-B11A-44E5-9023-6BC560F7656F}" dt="2024-01-24T13:35:18.109" v="598" actId="47"/>
        <pc:sldMkLst>
          <pc:docMk/>
          <pc:sldMk cId="941886962" sldId="270"/>
        </pc:sldMkLst>
      </pc:sldChg>
      <pc:sldChg chg="addSp delSp modSp add del mod delCm">
        <pc:chgData name="Embedded Development" userId="97690703-89ef-4183-8a66-0c81b6c8ace9" providerId="ADAL" clId="{65595279-B11A-44E5-9023-6BC560F7656F}" dt="2024-02-08T09:44:33.077" v="4094" actId="47"/>
        <pc:sldMkLst>
          <pc:docMk/>
          <pc:sldMk cId="3511625994" sldId="270"/>
        </pc:sldMkLst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5" creationId="{F6324772-7B18-92E8-4D3E-220E0C0DCC4E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6" creationId="{3472A356-4919-2CAF-5742-F014898171ED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7" creationId="{8DB2483E-75F6-F80E-8837-97C8C102ECEA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8" creationId="{191483CF-F0AC-CC16-76BF-D46C1A2B5E07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2" creationId="{99634FAB-4245-2768-3DB4-A1B2116C9827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3" creationId="{FDF93B30-EAEF-68D1-7681-5D3B5FCD3854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4" creationId="{F4841C0F-C7F8-EAAB-5EA4-C41506BB1455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6" creationId="{93D40C93-9EAC-DA7C-F1AC-42FE6B7D681F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8" creationId="{32A0A885-B7F8-CC33-E823-BED4C36EFB6E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0" creationId="{02EB8483-36F7-EDA5-9D6C-C8B33764AF64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2" creationId="{ABE215C6-FE96-AD4E-A18A-93E90C7AEC79}"/>
          </ac:spMkLst>
        </pc:spChg>
        <pc:spChg chg="add mod">
          <ac:chgData name="Embedded Development" userId="97690703-89ef-4183-8a66-0c81b6c8ace9" providerId="ADAL" clId="{65595279-B11A-44E5-9023-6BC560F7656F}" dt="2024-01-24T13:45:03.580" v="1196" actId="1036"/>
          <ac:spMkLst>
            <pc:docMk/>
            <pc:sldMk cId="3511625994" sldId="270"/>
            <ac:spMk id="23" creationId="{61633F67-1E0D-5E00-04B1-04C252E92FE8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6" creationId="{5F06DE87-713B-AD4E-6675-B393B17D1BA0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7" creationId="{C05E33AB-B526-1106-C250-51E076C2576F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9" creationId="{AF52B5C8-4C75-C855-DB7E-8A5844B2FBFB}"/>
          </ac:spMkLst>
        </pc:spChg>
        <pc:spChg chg="add mod">
          <ac:chgData name="Embedded Development" userId="97690703-89ef-4183-8a66-0c81b6c8ace9" providerId="ADAL" clId="{65595279-B11A-44E5-9023-6BC560F7656F}" dt="2024-01-24T13:45:03.580" v="1196" actId="1036"/>
          <ac:spMkLst>
            <pc:docMk/>
            <pc:sldMk cId="3511625994" sldId="270"/>
            <ac:spMk id="30" creationId="{B778210F-4EEA-AA62-2D7F-786A02109C92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33" creationId="{EADFAFF2-EBDA-64D5-ABB0-AC4CCA29D8CA}"/>
          </ac:spMkLst>
        </pc:spChg>
        <pc:spChg chg="add mod">
          <ac:chgData name="Embedded Development" userId="97690703-89ef-4183-8a66-0c81b6c8ace9" providerId="ADAL" clId="{65595279-B11A-44E5-9023-6BC560F7656F}" dt="2024-01-24T13:44:46.942" v="1175"/>
          <ac:spMkLst>
            <pc:docMk/>
            <pc:sldMk cId="3511625994" sldId="270"/>
            <ac:spMk id="34" creationId="{FAD05FE4-5BD2-60B8-9A26-034F5BE72597}"/>
          </ac:spMkLst>
        </pc:spChg>
        <pc:spChg chg="add mod">
          <ac:chgData name="Embedded Development" userId="97690703-89ef-4183-8a66-0c81b6c8ace9" providerId="ADAL" clId="{65595279-B11A-44E5-9023-6BC560F7656F}" dt="2024-01-24T13:44:56.497" v="1178"/>
          <ac:spMkLst>
            <pc:docMk/>
            <pc:sldMk cId="3511625994" sldId="270"/>
            <ac:spMk id="36" creationId="{598E8997-913C-47F3-934C-2880EFDF81F4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37" creationId="{DF6B2106-21C2-4B68-10B5-EB400542F8AC}"/>
          </ac:spMkLst>
        </pc:sp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3511625994" sldId="270"/>
            <ac:graphicFrameMk id="19" creationId="{43D24AB6-18A1-84EC-E94F-C2B7EFE74BDC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3511625994" sldId="270"/>
            <ac:graphicFrameMk id="25" creationId="{77726FC3-6861-BDD8-4A3E-E2A65E2668DE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1-24T13:44:46.942" v="1175"/>
          <ac:graphicFrameMkLst>
            <pc:docMk/>
            <pc:sldMk cId="3511625994" sldId="270"/>
            <ac:graphicFrameMk id="31" creationId="{B998143A-93BD-17D4-81A4-95A4DAA17133}"/>
          </ac:graphicFrameMkLst>
        </pc:graphicFrame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2" creationId="{5DF94E5A-3D64-7F64-758A-1C0A3837FF15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3" creationId="{A531BA2D-51DC-9D50-AF82-6E7E2EAE2476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4" creationId="{783F626C-E4C6-EFCB-FAD6-D7A916005C25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9" creationId="{430D0FE5-819A-1593-6637-979F68B86C1C}"/>
          </ac:cxnSpMkLst>
        </pc:cxnChg>
        <pc:cxnChg chg="del mod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10" creationId="{9377541D-87DE-8EF2-DF6C-D2E20FFE49EE}"/>
          </ac:cxnSpMkLst>
        </pc:cxnChg>
        <pc:cxnChg chg="del mod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11" creationId="{3A4CE810-1DC2-BFF4-6622-F58337F1BD85}"/>
          </ac:cxnSpMkLst>
        </pc:cxnChg>
        <pc:cxnChg chg="del mod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15" creationId="{CC992C4B-84AC-06C9-FE4C-D93E9A77E319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17" creationId="{8C7C4D4B-71F8-5D07-C1EC-82FBC7CE2F42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21" creationId="{3E4D8553-19D0-E625-FECE-CCC8BFE3A062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24" creationId="{01B3EA53-C1D3-C661-8AEB-54C9C4D989CE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28" creationId="{E9022AF2-22E2-EE40-7E43-4D9F80863794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32" creationId="{0F5F06A8-2EF3-281F-04DA-7A7529AA4F64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35" creationId="{0682BDCB-95FA-CE79-B605-82F567390217}"/>
          </ac:cxnSpMkLst>
        </pc:cxnChg>
      </pc:sldChg>
      <pc:sldChg chg="addSp delSp modSp add del mod">
        <pc:chgData name="Embedded Development" userId="97690703-89ef-4183-8a66-0c81b6c8ace9" providerId="ADAL" clId="{65595279-B11A-44E5-9023-6BC560F7656F}" dt="2024-01-24T13:56:26.629" v="1426" actId="47"/>
        <pc:sldMkLst>
          <pc:docMk/>
          <pc:sldMk cId="3389892949" sldId="271"/>
        </pc:sldMkLst>
        <pc:spChg chg="add mod">
          <ac:chgData name="Embedded Development" userId="97690703-89ef-4183-8a66-0c81b6c8ace9" providerId="ADAL" clId="{65595279-B11A-44E5-9023-6BC560F7656F}" dt="2024-01-24T13:45:09.848" v="1197"/>
          <ac:spMkLst>
            <pc:docMk/>
            <pc:sldMk cId="3389892949" sldId="271"/>
            <ac:spMk id="2" creationId="{B26839E0-FEA6-C660-068F-2DCA3625B69A}"/>
          </ac:spMkLst>
        </pc:spChg>
        <pc:spChg chg="add mod">
          <ac:chgData name="Embedded Development" userId="97690703-89ef-4183-8a66-0c81b6c8ace9" providerId="ADAL" clId="{65595279-B11A-44E5-9023-6BC560F7656F}" dt="2024-01-24T13:45:27.115" v="1199" actId="1076"/>
          <ac:spMkLst>
            <pc:docMk/>
            <pc:sldMk cId="3389892949" sldId="271"/>
            <ac:spMk id="4" creationId="{6AE0C105-5D7F-ACDC-4579-7EC582077BE0}"/>
          </ac:spMkLst>
        </pc:spChg>
        <pc:spChg chg="del">
          <ac:chgData name="Embedded Development" userId="97690703-89ef-4183-8a66-0c81b6c8ace9" providerId="ADAL" clId="{65595279-B11A-44E5-9023-6BC560F7656F}" dt="2024-01-24T13:44:53.070" v="1177" actId="478"/>
          <ac:spMkLst>
            <pc:docMk/>
            <pc:sldMk cId="3389892949" sldId="271"/>
            <ac:spMk id="23" creationId="{61633F67-1E0D-5E00-04B1-04C252E92FE8}"/>
          </ac:spMkLst>
        </pc:spChg>
        <pc:spChg chg="del">
          <ac:chgData name="Embedded Development" userId="97690703-89ef-4183-8a66-0c81b6c8ace9" providerId="ADAL" clId="{65595279-B11A-44E5-9023-6BC560F7656F}" dt="2024-01-24T13:44:53.070" v="1177" actId="478"/>
          <ac:spMkLst>
            <pc:docMk/>
            <pc:sldMk cId="3389892949" sldId="271"/>
            <ac:spMk id="30" creationId="{B778210F-4EEA-AA62-2D7F-786A02109C92}"/>
          </ac:spMkLst>
        </pc:spChg>
        <pc:graphicFrameChg chg="add mod modGraphic">
          <ac:chgData name="Embedded Development" userId="97690703-89ef-4183-8a66-0c81b6c8ace9" providerId="ADAL" clId="{65595279-B11A-44E5-9023-6BC560F7656F}" dt="2024-01-24T13:50:01.267" v="1391" actId="20577"/>
          <ac:graphicFrameMkLst>
            <pc:docMk/>
            <pc:sldMk cId="3389892949" sldId="271"/>
            <ac:graphicFrameMk id="3" creationId="{E5DF7C94-D187-5F1F-27B3-CAB6BF4F1A63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3:44:53.070" v="1177" actId="478"/>
          <ac:graphicFrameMkLst>
            <pc:docMk/>
            <pc:sldMk cId="3389892949" sldId="271"/>
            <ac:graphicFrameMk id="19" creationId="{43D24AB6-18A1-84EC-E94F-C2B7EFE74BDC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3:44:53.070" v="1177" actId="478"/>
          <ac:graphicFrameMkLst>
            <pc:docMk/>
            <pc:sldMk cId="3389892949" sldId="271"/>
            <ac:graphicFrameMk id="25" creationId="{77726FC3-6861-BDD8-4A3E-E2A65E2668DE}"/>
          </ac:graphicFrameMkLst>
        </pc:graphicFrameChg>
      </pc:sldChg>
      <pc:sldChg chg="addSp delSp modSp add del mod">
        <pc:chgData name="Embedded Development" userId="97690703-89ef-4183-8a66-0c81b6c8ace9" providerId="ADAL" clId="{65595279-B11A-44E5-9023-6BC560F7656F}" dt="2024-02-08T09:48:50.244" v="4095" actId="47"/>
        <pc:sldMkLst>
          <pc:docMk/>
          <pc:sldMk cId="1264776512" sldId="272"/>
        </pc:sldMkLst>
        <pc:spChg chg="add mod">
          <ac:chgData name="Embedded Development" userId="97690703-89ef-4183-8a66-0c81b6c8ace9" providerId="ADAL" clId="{65595279-B11A-44E5-9023-6BC560F7656F}" dt="2024-01-24T13:56:40.459" v="1428" actId="1076"/>
          <ac:spMkLst>
            <pc:docMk/>
            <pc:sldMk cId="1264776512" sldId="272"/>
            <ac:spMk id="3" creationId="{2DA87711-C682-CAB4-87FE-F9887E94FD62}"/>
          </ac:spMkLst>
        </pc:spChg>
        <pc:spChg chg="mod">
          <ac:chgData name="Embedded Development" userId="97690703-89ef-4183-8a66-0c81b6c8ace9" providerId="ADAL" clId="{65595279-B11A-44E5-9023-6BC560F7656F}" dt="2024-01-24T13:56:33.993" v="1427" actId="1076"/>
          <ac:spMkLst>
            <pc:docMk/>
            <pc:sldMk cId="1264776512" sldId="272"/>
            <ac:spMk id="23" creationId="{61633F67-1E0D-5E00-04B1-04C252E92FE8}"/>
          </ac:spMkLst>
        </pc:spChg>
        <pc:spChg chg="del">
          <ac:chgData name="Embedded Development" userId="97690703-89ef-4183-8a66-0c81b6c8ace9" providerId="ADAL" clId="{65595279-B11A-44E5-9023-6BC560F7656F}" dt="2024-01-24T13:50:33.232" v="1398" actId="478"/>
          <ac:spMkLst>
            <pc:docMk/>
            <pc:sldMk cId="1264776512" sldId="272"/>
            <ac:spMk id="30" creationId="{B778210F-4EEA-AA62-2D7F-786A02109C92}"/>
          </ac:spMkLst>
        </pc:spChg>
        <pc:graphicFrameChg chg="add mod">
          <ac:chgData name="Embedded Development" userId="97690703-89ef-4183-8a66-0c81b6c8ace9" providerId="ADAL" clId="{65595279-B11A-44E5-9023-6BC560F7656F}" dt="2024-01-24T13:56:40.459" v="1428" actId="1076"/>
          <ac:graphicFrameMkLst>
            <pc:docMk/>
            <pc:sldMk cId="1264776512" sldId="272"/>
            <ac:graphicFrameMk id="2" creationId="{5F13FB8E-FC7B-6C6C-C15D-9F5B134E5476}"/>
          </ac:graphicFrameMkLst>
        </pc:graphicFrameChg>
        <pc:graphicFrameChg chg="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1264776512" sldId="272"/>
            <ac:graphicFrameMk id="19" creationId="{43D24AB6-18A1-84EC-E94F-C2B7EFE74BDC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3:50:33.232" v="1398" actId="478"/>
          <ac:graphicFrameMkLst>
            <pc:docMk/>
            <pc:sldMk cId="1264776512" sldId="272"/>
            <ac:graphicFrameMk id="25" creationId="{77726FC3-6861-BDD8-4A3E-E2A65E2668DE}"/>
          </ac:graphicFrameMkLst>
        </pc:graphicFrameChg>
      </pc:sldChg>
      <pc:sldChg chg="addSp delSp modSp new mod">
        <pc:chgData name="Embedded Development" userId="97690703-89ef-4183-8a66-0c81b6c8ace9" providerId="ADAL" clId="{65595279-B11A-44E5-9023-6BC560F7656F}" dt="2024-02-09T07:14:14.315" v="12620" actId="123"/>
        <pc:sldMkLst>
          <pc:docMk/>
          <pc:sldMk cId="3741343971" sldId="273"/>
        </pc:sldMkLst>
        <pc:spChg chg="add mod">
          <ac:chgData name="Embedded Development" userId="97690703-89ef-4183-8a66-0c81b6c8ace9" providerId="ADAL" clId="{65595279-B11A-44E5-9023-6BC560F7656F}" dt="2024-02-09T07:14:14.315" v="12620" actId="123"/>
          <ac:spMkLst>
            <pc:docMk/>
            <pc:sldMk cId="3741343971" sldId="273"/>
            <ac:spMk id="2" creationId="{5A33A63D-4498-BAAA-2A85-03CFD5D3EDA2}"/>
          </ac:spMkLst>
        </pc:spChg>
        <pc:spChg chg="del">
          <ac:chgData name="Embedded Development" userId="97690703-89ef-4183-8a66-0c81b6c8ace9" providerId="ADAL" clId="{65595279-B11A-44E5-9023-6BC560F7656F}" dt="2024-02-08T07:45:01.984" v="1892" actId="478"/>
          <ac:spMkLst>
            <pc:docMk/>
            <pc:sldMk cId="3741343971" sldId="273"/>
            <ac:spMk id="2" creationId="{F7BA8E4D-66D7-D5C6-96F2-4EFBBBFF8F39}"/>
          </ac:spMkLst>
        </pc:spChg>
        <pc:spChg chg="del">
          <ac:chgData name="Embedded Development" userId="97690703-89ef-4183-8a66-0c81b6c8ace9" providerId="ADAL" clId="{65595279-B11A-44E5-9023-6BC560F7656F}" dt="2024-02-08T07:45:03.966" v="1893" actId="478"/>
          <ac:spMkLst>
            <pc:docMk/>
            <pc:sldMk cId="3741343971" sldId="273"/>
            <ac:spMk id="3" creationId="{0664ABFB-3978-C4A4-FB34-1D932A2340E5}"/>
          </ac:spMkLst>
        </pc:spChg>
        <pc:spChg chg="add mod">
          <ac:chgData name="Embedded Development" userId="97690703-89ef-4183-8a66-0c81b6c8ace9" providerId="ADAL" clId="{65595279-B11A-44E5-9023-6BC560F7656F}" dt="2024-02-08T07:56:37.817" v="2538" actId="1076"/>
          <ac:spMkLst>
            <pc:docMk/>
            <pc:sldMk cId="3741343971" sldId="273"/>
            <ac:spMk id="5" creationId="{FC5C99F6-5B11-7A66-60E1-05B1A9C4F9E4}"/>
          </ac:spMkLst>
        </pc:spChg>
        <pc:spChg chg="add mod">
          <ac:chgData name="Embedded Development" userId="97690703-89ef-4183-8a66-0c81b6c8ace9" providerId="ADAL" clId="{65595279-B11A-44E5-9023-6BC560F7656F}" dt="2024-02-08T07:56:43.956" v="2539" actId="1076"/>
          <ac:spMkLst>
            <pc:docMk/>
            <pc:sldMk cId="3741343971" sldId="273"/>
            <ac:spMk id="7" creationId="{9AA65614-0B08-A725-CF14-569E234BA773}"/>
          </ac:spMkLst>
        </pc:spChg>
        <pc:spChg chg="add mod">
          <ac:chgData name="Embedded Development" userId="97690703-89ef-4183-8a66-0c81b6c8ace9" providerId="ADAL" clId="{65595279-B11A-44E5-9023-6BC560F7656F}" dt="2024-02-08T07:57:00.142" v="2542" actId="1076"/>
          <ac:spMkLst>
            <pc:docMk/>
            <pc:sldMk cId="3741343971" sldId="273"/>
            <ac:spMk id="9" creationId="{01C77827-C0BC-B53B-F299-FA739BF6F543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10" creationId="{F09BA1FE-E2F3-A1CF-21A5-C71F64CD7F57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19" creationId="{39F46A8A-F8DA-A939-9F84-A1BE32890896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0" creationId="{DA3B4CBE-2DDB-D2FE-667A-C8CE242B5D50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1" creationId="{E46D95B4-1897-B727-0527-5B8713195AAE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2" creationId="{665591E1-7F42-9CE9-74E6-F9CB068AA255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4" creationId="{2B917790-8EEF-34D3-346F-53B87238B68B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6" creationId="{86BC2A74-AFF2-724F-D3C1-80E6146EA203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7" creationId="{1848455B-6002-7BC0-DF7B-4EB096058248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8" creationId="{1A425532-A942-C2F5-706E-C0B4884E414A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9" creationId="{89A4020E-B10C-72CA-269E-8E6B24B0D6CC}"/>
          </ac:spMkLst>
        </pc:spChg>
        <pc:spChg chg="add mod">
          <ac:chgData name="Embedded Development" userId="97690703-89ef-4183-8a66-0c81b6c8ace9" providerId="ADAL" clId="{65595279-B11A-44E5-9023-6BC560F7656F}" dt="2024-02-09T05:15:36.819" v="10898" actId="20577"/>
          <ac:spMkLst>
            <pc:docMk/>
            <pc:sldMk cId="3741343971" sldId="273"/>
            <ac:spMk id="30" creationId="{20B7F450-DF20-8233-0A3E-2391B6DA3697}"/>
          </ac:spMkLst>
        </pc:spChg>
        <pc:spChg chg="add mod">
          <ac:chgData name="Embedded Development" userId="97690703-89ef-4183-8a66-0c81b6c8ace9" providerId="ADAL" clId="{65595279-B11A-44E5-9023-6BC560F7656F}" dt="2024-02-09T05:15:06.375" v="10868" actId="20577"/>
          <ac:spMkLst>
            <pc:docMk/>
            <pc:sldMk cId="3741343971" sldId="273"/>
            <ac:spMk id="31" creationId="{A680FCF2-94C8-1C29-6727-E38B28A36A5F}"/>
          </ac:spMkLst>
        </pc:spChg>
        <pc:spChg chg="add mod">
          <ac:chgData name="Embedded Development" userId="97690703-89ef-4183-8a66-0c81b6c8ace9" providerId="ADAL" clId="{65595279-B11A-44E5-9023-6BC560F7656F}" dt="2024-02-09T05:15:48.718" v="10926" actId="20577"/>
          <ac:spMkLst>
            <pc:docMk/>
            <pc:sldMk cId="3741343971" sldId="273"/>
            <ac:spMk id="32" creationId="{7B0537C3-EF86-CE7A-3E86-4A295BF67E6E}"/>
          </ac:spMkLst>
        </pc:sp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3741343971" sldId="273"/>
            <ac:graphicFrameMk id="4" creationId="{477BDD16-D759-A9CA-F8CE-66F23D49A8E1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3741343971" sldId="273"/>
            <ac:graphicFrameMk id="6" creationId="{66A330D4-0C52-FEDC-33B2-A7500B1855E4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7:57:08.706" v="2545" actId="14100"/>
          <ac:graphicFrameMkLst>
            <pc:docMk/>
            <pc:sldMk cId="3741343971" sldId="273"/>
            <ac:graphicFrameMk id="8" creationId="{036CA5E0-7C63-9225-E3A2-311A8EADB49B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1" creationId="{F5DE5403-F1ED-F89D-0681-A24229BCC632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2" creationId="{9C423368-EFCF-0C54-2657-2F188CF11488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3" creationId="{FDB80A69-6DC8-CD0D-B8F3-A7DA40F0A314}"/>
          </ac:cxnSpMkLst>
        </pc:cxnChg>
        <pc:cxnChg chg="add mod">
          <ac:chgData name="Embedded Development" userId="97690703-89ef-4183-8a66-0c81b6c8ace9" providerId="ADAL" clId="{65595279-B11A-44E5-9023-6BC560F7656F}" dt="2024-02-08T10:39:16.301" v="8031" actId="1582"/>
          <ac:cxnSpMkLst>
            <pc:docMk/>
            <pc:sldMk cId="3741343971" sldId="273"/>
            <ac:cxnSpMk id="14" creationId="{6E02144E-D277-F295-5AE4-396B1F14168D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5" creationId="{3ADFCACF-6033-CB3D-9307-059FC80925F5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6" creationId="{78983ED2-B17E-8C7E-ACB8-DBC7B81A84C5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7" creationId="{CBF528E3-1913-9EDC-397B-ECDE98D35624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8" creationId="{810211D6-569A-6A55-2273-766411E2C610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23" creationId="{4F2C6121-05C1-D927-4FE7-3A599A758C15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25" creationId="{D7D137C8-29AE-674E-D008-0EB55CA3264D}"/>
          </ac:cxnSpMkLst>
        </pc:cxnChg>
      </pc:sldChg>
      <pc:sldChg chg="addSp modSp add mod">
        <pc:chgData name="Embedded Development" userId="97690703-89ef-4183-8a66-0c81b6c8ace9" providerId="ADAL" clId="{65595279-B11A-44E5-9023-6BC560F7656F}" dt="2024-02-09T07:14:09.982" v="12618" actId="123"/>
        <pc:sldMkLst>
          <pc:docMk/>
          <pc:sldMk cId="245526943" sldId="274"/>
        </pc:sldMkLst>
        <pc:spChg chg="add mod">
          <ac:chgData name="Embedded Development" userId="97690703-89ef-4183-8a66-0c81b6c8ace9" providerId="ADAL" clId="{65595279-B11A-44E5-9023-6BC560F7656F}" dt="2024-02-09T05:16:26.987" v="10990" actId="20577"/>
          <ac:spMkLst>
            <pc:docMk/>
            <pc:sldMk cId="245526943" sldId="274"/>
            <ac:spMk id="2" creationId="{23559517-07AE-D37E-106E-8CAD96122A92}"/>
          </ac:spMkLst>
        </pc:spChg>
        <pc:spChg chg="add mod">
          <ac:chgData name="Embedded Development" userId="97690703-89ef-4183-8a66-0c81b6c8ace9" providerId="ADAL" clId="{65595279-B11A-44E5-9023-6BC560F7656F}" dt="2024-02-09T07:14:09.982" v="12618" actId="123"/>
          <ac:spMkLst>
            <pc:docMk/>
            <pc:sldMk cId="245526943" sldId="274"/>
            <ac:spMk id="3" creationId="{D330D26C-832F-9023-B790-05A7E8F7A6F0}"/>
          </ac:spMkLst>
        </pc:spChg>
        <pc:spChg chg="mod">
          <ac:chgData name="Embedded Development" userId="97690703-89ef-4183-8a66-0c81b6c8ace9" providerId="ADAL" clId="{65595279-B11A-44E5-9023-6BC560F7656F}" dt="2024-02-08T08:05:32.525" v="2674" actId="20577"/>
          <ac:spMkLst>
            <pc:docMk/>
            <pc:sldMk cId="245526943" sldId="274"/>
            <ac:spMk id="5" creationId="{589B5944-CC6A-8A16-F67B-A36332E90EC9}"/>
          </ac:spMkLst>
        </pc:spChg>
        <pc:spChg chg="mod">
          <ac:chgData name="Embedded Development" userId="97690703-89ef-4183-8a66-0c81b6c8ace9" providerId="ADAL" clId="{65595279-B11A-44E5-9023-6BC560F7656F}" dt="2024-02-08T08:05:29.400" v="2672" actId="20577"/>
          <ac:spMkLst>
            <pc:docMk/>
            <pc:sldMk cId="245526943" sldId="274"/>
            <ac:spMk id="7" creationId="{BCA39207-523F-B057-04CB-B4BF6DE973FC}"/>
          </ac:spMkLst>
        </pc:spChg>
        <pc:spChg chg="mod">
          <ac:chgData name="Embedded Development" userId="97690703-89ef-4183-8a66-0c81b6c8ace9" providerId="ADAL" clId="{65595279-B11A-44E5-9023-6BC560F7656F}" dt="2024-02-08T10:51:42.218" v="8060" actId="1076"/>
          <ac:spMkLst>
            <pc:docMk/>
            <pc:sldMk cId="245526943" sldId="274"/>
            <ac:spMk id="21" creationId="{1A68A4B6-219A-C815-3C05-3DC30B405F4B}"/>
          </ac:spMkLst>
        </pc:spChg>
        <pc:spChg chg="mod">
          <ac:chgData name="Embedded Development" userId="97690703-89ef-4183-8a66-0c81b6c8ace9" providerId="ADAL" clId="{65595279-B11A-44E5-9023-6BC560F7656F}" dt="2024-02-08T10:51:44.844" v="8061" actId="1076"/>
          <ac:spMkLst>
            <pc:docMk/>
            <pc:sldMk cId="245526943" sldId="274"/>
            <ac:spMk id="22" creationId="{B71B770E-ADB2-184F-0DEA-D237DA9F3EAF}"/>
          </ac:spMkLst>
        </pc:spChg>
        <pc:spChg chg="mod">
          <ac:chgData name="Embedded Development" userId="97690703-89ef-4183-8a66-0c81b6c8ace9" providerId="ADAL" clId="{65595279-B11A-44E5-9023-6BC560F7656F}" dt="2024-02-08T10:51:35.577" v="8059" actId="1036"/>
          <ac:spMkLst>
            <pc:docMk/>
            <pc:sldMk cId="245526943" sldId="274"/>
            <ac:spMk id="27" creationId="{D0001AF7-77C6-6216-F0C6-6A00138B978A}"/>
          </ac:spMkLst>
        </pc:spChg>
        <pc:spChg chg="mod">
          <ac:chgData name="Embedded Development" userId="97690703-89ef-4183-8a66-0c81b6c8ace9" providerId="ADAL" clId="{65595279-B11A-44E5-9023-6BC560F7656F}" dt="2024-02-08T10:51:24.654" v="8047" actId="123"/>
          <ac:spMkLst>
            <pc:docMk/>
            <pc:sldMk cId="245526943" sldId="274"/>
            <ac:spMk id="28" creationId="{3C968891-0411-F8B9-1403-29FE63E3D043}"/>
          </ac:spMkLst>
        </pc:spChg>
        <pc:spChg chg="mod">
          <ac:chgData name="Embedded Development" userId="97690703-89ef-4183-8a66-0c81b6c8ace9" providerId="ADAL" clId="{65595279-B11A-44E5-9023-6BC560F7656F}" dt="2024-02-08T10:51:25.389" v="8048" actId="123"/>
          <ac:spMkLst>
            <pc:docMk/>
            <pc:sldMk cId="245526943" sldId="274"/>
            <ac:spMk id="29" creationId="{D1D7E6B6-05F0-2877-56EF-34B2044F4D48}"/>
          </ac:spMkLst>
        </pc:spChg>
        <pc:spChg chg="mod">
          <ac:chgData name="Embedded Development" userId="97690703-89ef-4183-8a66-0c81b6c8ace9" providerId="ADAL" clId="{65595279-B11A-44E5-9023-6BC560F7656F}" dt="2024-02-09T05:16:13.809" v="10956" actId="20577"/>
          <ac:spMkLst>
            <pc:docMk/>
            <pc:sldMk cId="245526943" sldId="274"/>
            <ac:spMk id="30" creationId="{AC884E1E-A0F7-BF4B-A3F3-21040510C328}"/>
          </ac:spMkLst>
        </pc:spChg>
        <pc:spChg chg="mod">
          <ac:chgData name="Embedded Development" userId="97690703-89ef-4183-8a66-0c81b6c8ace9" providerId="ADAL" clId="{65595279-B11A-44E5-9023-6BC560F7656F}" dt="2024-02-09T05:15:58.466" v="10936" actId="20577"/>
          <ac:spMkLst>
            <pc:docMk/>
            <pc:sldMk cId="245526943" sldId="274"/>
            <ac:spMk id="31" creationId="{69A26CB0-B5C2-B78C-06BF-CFAB060809BE}"/>
          </ac:spMkLst>
        </pc:spChg>
        <pc:graphicFrameChg chg="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245526943" sldId="274"/>
            <ac:graphicFrameMk id="4" creationId="{5134EA2D-686E-80A1-F400-C68399D83264}"/>
          </ac:graphicFrameMkLst>
        </pc:graphicFrameChg>
        <pc:graphicFrameChg chg="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245526943" sldId="274"/>
            <ac:graphicFrameMk id="6" creationId="{79F00D05-0CA3-5B4A-705B-D30562A25070}"/>
          </ac:graphicFrameMkLst>
        </pc:graphicFrameChg>
        <pc:graphicFrameChg chg="modGraphic">
          <ac:chgData name="Embedded Development" userId="97690703-89ef-4183-8a66-0c81b6c8ace9" providerId="ADAL" clId="{65595279-B11A-44E5-9023-6BC560F7656F}" dt="2024-02-08T08:06:19.611" v="2687" actId="20577"/>
          <ac:graphicFrameMkLst>
            <pc:docMk/>
            <pc:sldMk cId="245526943" sldId="274"/>
            <ac:graphicFrameMk id="8" creationId="{567A6E54-D067-096A-3873-F1C5312167C7}"/>
          </ac:graphicFrameMkLst>
        </pc:graphicFrame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1" creationId="{54393598-9721-870E-FF9D-D29C6251571A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2" creationId="{8FAE3027-A82E-CE45-C96C-5C8F26F1F17A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3" creationId="{52844472-2776-3F53-2733-B714398CFD99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4" creationId="{821740EE-2063-2F65-41F9-186AD2139F78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5" creationId="{F943A7CA-FD11-F7B3-8DE6-FD0243FE5686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6" creationId="{64CC2901-B39B-DE6B-8B61-5CF89E4BAA04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7" creationId="{F6E59EB6-C311-A2B4-1FBC-BFE8C41707B5}"/>
          </ac:cxnSpMkLst>
        </pc:cxnChg>
        <pc:cxnChg chg="mod">
          <ac:chgData name="Embedded Development" userId="97690703-89ef-4183-8a66-0c81b6c8ace9" providerId="ADAL" clId="{65595279-B11A-44E5-9023-6BC560F7656F}" dt="2024-02-08T10:51:35.577" v="8059" actId="1036"/>
          <ac:cxnSpMkLst>
            <pc:docMk/>
            <pc:sldMk cId="245526943" sldId="274"/>
            <ac:cxnSpMk id="18" creationId="{B62EC468-D077-C6BF-7458-16DC70E05F5D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23" creationId="{7ADF8FB0-56D0-BC9D-2FB9-DF5D4C8474A4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25" creationId="{8F64E640-0C2F-90EC-9F44-8585DFBE2C22}"/>
          </ac:cxnSpMkLst>
        </pc:cxnChg>
      </pc:sldChg>
      <pc:sldChg chg="addSp delSp modSp new mod">
        <pc:chgData name="Embedded Development" userId="97690703-89ef-4183-8a66-0c81b6c8ace9" providerId="ADAL" clId="{65595279-B11A-44E5-9023-6BC560F7656F}" dt="2024-02-09T07:13:41.240" v="12617" actId="20577"/>
        <pc:sldMkLst>
          <pc:docMk/>
          <pc:sldMk cId="3095832009" sldId="275"/>
        </pc:sldMkLst>
        <pc:spChg chg="add mod">
          <ac:chgData name="Embedded Development" userId="97690703-89ef-4183-8a66-0c81b6c8ace9" providerId="ADAL" clId="{65595279-B11A-44E5-9023-6BC560F7656F}" dt="2024-02-09T07:13:41.240" v="12617" actId="20577"/>
          <ac:spMkLst>
            <pc:docMk/>
            <pc:sldMk cId="3095832009" sldId="275"/>
            <ac:spMk id="2" creationId="{D1028EC7-B82E-029A-E3CC-7E4C3AA416C6}"/>
          </ac:spMkLst>
        </pc:spChg>
        <pc:spChg chg="del">
          <ac:chgData name="Embedded Development" userId="97690703-89ef-4183-8a66-0c81b6c8ace9" providerId="ADAL" clId="{65595279-B11A-44E5-9023-6BC560F7656F}" dt="2024-02-08T08:08:59.934" v="2692" actId="478"/>
          <ac:spMkLst>
            <pc:docMk/>
            <pc:sldMk cId="3095832009" sldId="275"/>
            <ac:spMk id="2" creationId="{FB1AE832-E53C-8A4A-8AF4-D1F5F99F4A92}"/>
          </ac:spMkLst>
        </pc:spChg>
        <pc:spChg chg="del">
          <ac:chgData name="Embedded Development" userId="97690703-89ef-4183-8a66-0c81b6c8ace9" providerId="ADAL" clId="{65595279-B11A-44E5-9023-6BC560F7656F}" dt="2024-02-08T08:09:02.435" v="2693" actId="478"/>
          <ac:spMkLst>
            <pc:docMk/>
            <pc:sldMk cId="3095832009" sldId="275"/>
            <ac:spMk id="3" creationId="{B4855C23-31A3-A31E-9EDD-A889CBDFDF26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4" creationId="{AA8165F5-5A6A-07FF-1A41-25769A68097B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8" creationId="{9E62FC3E-1912-840C-AA40-FA7E0D8C4688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9" creationId="{DB0EF95E-2B3F-B240-07F2-9AF6FEBA2181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11" creationId="{B9E356FF-A461-C4C9-CFD9-FEE7F1EAF1C3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13" creationId="{923A9D6C-68BC-9328-A4C8-993B5B52C46B}"/>
          </ac:spMkLst>
        </pc:spChg>
        <pc:spChg chg="add mod">
          <ac:chgData name="Embedded Development" userId="97690703-89ef-4183-8a66-0c81b6c8ace9" providerId="ADAL" clId="{65595279-B11A-44E5-9023-6BC560F7656F}" dt="2024-02-09T05:16:33.870" v="10994" actId="20577"/>
          <ac:spMkLst>
            <pc:docMk/>
            <pc:sldMk cId="3095832009" sldId="275"/>
            <ac:spMk id="14" creationId="{919016DE-E639-0C93-4053-68BB17ED2777}"/>
          </ac:spMkLst>
        </pc:spChg>
        <pc:spChg chg="add del mod">
          <ac:chgData name="Embedded Development" userId="97690703-89ef-4183-8a66-0c81b6c8ace9" providerId="ADAL" clId="{65595279-B11A-44E5-9023-6BC560F7656F}" dt="2024-02-08T08:09:24.063" v="2728" actId="478"/>
          <ac:spMkLst>
            <pc:docMk/>
            <pc:sldMk cId="3095832009" sldId="275"/>
            <ac:spMk id="16" creationId="{3DE060FF-5148-7FD2-C5F1-A84C3AD064AB}"/>
          </ac:spMkLst>
        </pc:spChg>
        <pc:spChg chg="add mod">
          <ac:chgData name="Embedded Development" userId="97690703-89ef-4183-8a66-0c81b6c8ace9" providerId="ADAL" clId="{65595279-B11A-44E5-9023-6BC560F7656F}" dt="2024-02-09T05:23:21.249" v="11281" actId="20577"/>
          <ac:spMkLst>
            <pc:docMk/>
            <pc:sldMk cId="3095832009" sldId="275"/>
            <ac:spMk id="18" creationId="{3D16BAF6-DE77-1C9D-8D53-3E7A8D2C71F6}"/>
          </ac:spMkLst>
        </pc:spChg>
        <pc:spChg chg="add mod">
          <ac:chgData name="Embedded Development" userId="97690703-89ef-4183-8a66-0c81b6c8ace9" providerId="ADAL" clId="{65595279-B11A-44E5-9023-6BC560F7656F}" dt="2024-02-08T09:01:49.072" v="3509" actId="1076"/>
          <ac:spMkLst>
            <pc:docMk/>
            <pc:sldMk cId="3095832009" sldId="275"/>
            <ac:spMk id="20" creationId="{47699798-61BA-4F1F-FDDD-6B07A4CDA550}"/>
          </ac:spMkLst>
        </pc:spChg>
        <pc:spChg chg="add del mod">
          <ac:chgData name="Embedded Development" userId="97690703-89ef-4183-8a66-0c81b6c8ace9" providerId="ADAL" clId="{65595279-B11A-44E5-9023-6BC560F7656F}" dt="2024-02-08T11:01:30.989" v="8938" actId="478"/>
          <ac:spMkLst>
            <pc:docMk/>
            <pc:sldMk cId="3095832009" sldId="275"/>
            <ac:spMk id="24" creationId="{23207984-8F5B-0923-F2E3-2621F6E0A372}"/>
          </ac:spMkLst>
        </pc:spChg>
        <pc:spChg chg="add mod">
          <ac:chgData name="Embedded Development" userId="97690703-89ef-4183-8a66-0c81b6c8ace9" providerId="ADAL" clId="{65595279-B11A-44E5-9023-6BC560F7656F}" dt="2024-02-08T11:05:50.920" v="9115" actId="1076"/>
          <ac:spMkLst>
            <pc:docMk/>
            <pc:sldMk cId="3095832009" sldId="275"/>
            <ac:spMk id="26" creationId="{F5FD5CDB-48D5-E9CF-D18A-84461076CB3D}"/>
          </ac:spMkLst>
        </pc:spChg>
        <pc:spChg chg="add mod">
          <ac:chgData name="Embedded Development" userId="97690703-89ef-4183-8a66-0c81b6c8ace9" providerId="ADAL" clId="{65595279-B11A-44E5-9023-6BC560F7656F}" dt="2024-02-08T11:05:50.920" v="9115" actId="1076"/>
          <ac:spMkLst>
            <pc:docMk/>
            <pc:sldMk cId="3095832009" sldId="275"/>
            <ac:spMk id="28" creationId="{02911815-E55E-FA3E-12D2-DFA89F03A841}"/>
          </ac:spMkLst>
        </pc:spChg>
        <pc:spChg chg="add mod">
          <ac:chgData name="Embedded Development" userId="97690703-89ef-4183-8a66-0c81b6c8ace9" providerId="ADAL" clId="{65595279-B11A-44E5-9023-6BC560F7656F}" dt="2024-02-08T08:10:53.541" v="2977"/>
          <ac:spMkLst>
            <pc:docMk/>
            <pc:sldMk cId="3095832009" sldId="275"/>
            <ac:spMk id="30" creationId="{080FCAFC-0DA8-8540-9F0C-94580E7F310D}"/>
          </ac:spMkLst>
        </pc:spChg>
        <pc:spChg chg="add mod">
          <ac:chgData name="Embedded Development" userId="97690703-89ef-4183-8a66-0c81b6c8ace9" providerId="ADAL" clId="{65595279-B11A-44E5-9023-6BC560F7656F}" dt="2024-02-08T08:10:53.541" v="2977"/>
          <ac:spMkLst>
            <pc:docMk/>
            <pc:sldMk cId="3095832009" sldId="275"/>
            <ac:spMk id="32" creationId="{85A8E0D0-8586-E516-E60D-730ECEF239E9}"/>
          </ac:spMkLst>
        </pc:spChg>
        <pc:spChg chg="add mod">
          <ac:chgData name="Embedded Development" userId="97690703-89ef-4183-8a66-0c81b6c8ace9" providerId="ADAL" clId="{65595279-B11A-44E5-9023-6BC560F7656F}" dt="2024-02-08T08:10:53.541" v="2977"/>
          <ac:spMkLst>
            <pc:docMk/>
            <pc:sldMk cId="3095832009" sldId="275"/>
            <ac:spMk id="34" creationId="{8AEC23E0-850B-C44A-6FA1-291AF4BED320}"/>
          </ac:spMkLst>
        </pc:spChg>
        <pc:spChg chg="add del mod">
          <ac:chgData name="Embedded Development" userId="97690703-89ef-4183-8a66-0c81b6c8ace9" providerId="ADAL" clId="{65595279-B11A-44E5-9023-6BC560F7656F}" dt="2024-02-08T11:02:17.305" v="8971" actId="478"/>
          <ac:spMkLst>
            <pc:docMk/>
            <pc:sldMk cId="3095832009" sldId="275"/>
            <ac:spMk id="35" creationId="{97370880-CE14-E81C-A808-B84F1C456245}"/>
          </ac:spMkLst>
        </pc:spChg>
        <pc:spChg chg="add mod">
          <ac:chgData name="Embedded Development" userId="97690703-89ef-4183-8a66-0c81b6c8ace9" providerId="ADAL" clId="{65595279-B11A-44E5-9023-6BC560F7656F}" dt="2024-02-09T07:07:17.305" v="11715" actId="1076"/>
          <ac:spMkLst>
            <pc:docMk/>
            <pc:sldMk cId="3095832009" sldId="275"/>
            <ac:spMk id="36" creationId="{86D4DE69-35AB-7D8A-4926-FADB258B2C89}"/>
          </ac:spMkLst>
        </pc:spChg>
        <pc:spChg chg="add del">
          <ac:chgData name="Embedded Development" userId="97690703-89ef-4183-8a66-0c81b6c8ace9" providerId="ADAL" clId="{65595279-B11A-44E5-9023-6BC560F7656F}" dt="2024-02-08T09:18:41.086" v="3539" actId="22"/>
          <ac:spMkLst>
            <pc:docMk/>
            <pc:sldMk cId="3095832009" sldId="275"/>
            <ac:spMk id="39" creationId="{28289D65-E77B-9E37-C77E-0A4624DFF998}"/>
          </ac:spMkLst>
        </pc:spChg>
        <pc:spChg chg="add mod">
          <ac:chgData name="Embedded Development" userId="97690703-89ef-4183-8a66-0c81b6c8ace9" providerId="ADAL" clId="{65595279-B11A-44E5-9023-6BC560F7656F}" dt="2024-02-08T09:19:43.120" v="3608"/>
          <ac:spMkLst>
            <pc:docMk/>
            <pc:sldMk cId="3095832009" sldId="275"/>
            <ac:spMk id="41" creationId="{3B0678C7-03A4-7B69-2074-BBDA8A38520A}"/>
          </ac:spMkLst>
        </pc:spChg>
        <pc:spChg chg="add mod">
          <ac:chgData name="Embedded Development" userId="97690703-89ef-4183-8a66-0c81b6c8ace9" providerId="ADAL" clId="{65595279-B11A-44E5-9023-6BC560F7656F}" dt="2024-02-08T11:02:24.964" v="8972"/>
          <ac:spMkLst>
            <pc:docMk/>
            <pc:sldMk cId="3095832009" sldId="275"/>
            <ac:spMk id="42" creationId="{E1FC05B6-F7AE-FA7E-9577-F17BAA2CF200}"/>
          </ac:spMkLst>
        </pc:spChg>
        <pc:spChg chg="add mod">
          <ac:chgData name="Embedded Development" userId="97690703-89ef-4183-8a66-0c81b6c8ace9" providerId="ADAL" clId="{65595279-B11A-44E5-9023-6BC560F7656F}" dt="2024-02-08T11:02:24.964" v="8972"/>
          <ac:spMkLst>
            <pc:docMk/>
            <pc:sldMk cId="3095832009" sldId="275"/>
            <ac:spMk id="43" creationId="{10167BBA-E946-8066-1D93-9BB4C0052786}"/>
          </ac:spMkLst>
        </pc:spChg>
        <pc:graphicFrameChg chg="add del mod">
          <ac:chgData name="Embedded Development" userId="97690703-89ef-4183-8a66-0c81b6c8ace9" providerId="ADAL" clId="{65595279-B11A-44E5-9023-6BC560F7656F}" dt="2024-02-08T11:01:33.224" v="8939" actId="478"/>
          <ac:graphicFrameMkLst>
            <pc:docMk/>
            <pc:sldMk cId="3095832009" sldId="275"/>
            <ac:graphicFrameMk id="23" creationId="{4EDB4A17-DCF2-C504-4DAC-DA46BB33327B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11:05:50.920" v="9115" actId="1076"/>
          <ac:graphicFrameMkLst>
            <pc:docMk/>
            <pc:sldMk cId="3095832009" sldId="275"/>
            <ac:graphicFrameMk id="25" creationId="{E8E13FC1-CC31-DEB2-435A-664694F04B1E}"/>
          </ac:graphicFrameMkLst>
        </pc:graphicFrameChg>
        <pc:graphicFrameChg chg="add del mod modGraphic">
          <ac:chgData name="Embedded Development" userId="97690703-89ef-4183-8a66-0c81b6c8ace9" providerId="ADAL" clId="{65595279-B11A-44E5-9023-6BC560F7656F}" dt="2024-02-08T11:05:50.920" v="9115" actId="1076"/>
          <ac:graphicFrameMkLst>
            <pc:docMk/>
            <pc:sldMk cId="3095832009" sldId="275"/>
            <ac:graphicFrameMk id="27" creationId="{B0952A9E-173A-FE48-CE20-AEE286737A95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2-08T08:10:53.541" v="2977"/>
          <ac:graphicFrameMkLst>
            <pc:docMk/>
            <pc:sldMk cId="3095832009" sldId="275"/>
            <ac:graphicFrameMk id="29" creationId="{23391279-E965-8E4D-4E31-F95526E7D5CA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2-08T08:10:53.541" v="2977"/>
          <ac:graphicFrameMkLst>
            <pc:docMk/>
            <pc:sldMk cId="3095832009" sldId="275"/>
            <ac:graphicFrameMk id="31" creationId="{49B2015D-B499-BC96-4084-A654AAFF9AB8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2-08T08:10:53.541" v="2977"/>
          <ac:graphicFrameMkLst>
            <pc:docMk/>
            <pc:sldMk cId="3095832009" sldId="275"/>
            <ac:graphicFrameMk id="33" creationId="{97E7D4CE-4491-C311-203B-9249E8091F5B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5" creationId="{E9A21C8D-6DCF-C12C-1591-1D082E94E035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6" creationId="{C6D8B34B-0656-DFAA-CCCB-F789DA9D446C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7" creationId="{E0D13990-0B03-DF48-5596-1531AC07A6EE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10" creationId="{168BE019-D407-F6D4-9C80-06CAE6F4D4E1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12" creationId="{CCCF1B18-2BA7-04E8-FF8C-3FE736E84C46}"/>
          </ac:cxnSpMkLst>
        </pc:cxnChg>
        <pc:cxnChg chg="add del mod">
          <ac:chgData name="Embedded Development" userId="97690703-89ef-4183-8a66-0c81b6c8ace9" providerId="ADAL" clId="{65595279-B11A-44E5-9023-6BC560F7656F}" dt="2024-02-08T08:09:24.063" v="2728" actId="478"/>
          <ac:cxnSpMkLst>
            <pc:docMk/>
            <pc:sldMk cId="3095832009" sldId="275"/>
            <ac:cxnSpMk id="15" creationId="{CF7009DA-D1B5-B01C-8990-F55451A3F589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17" creationId="{15F33163-76F1-EA67-4F7B-C006F2E40A8D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19" creationId="{9735CB96-2EB1-6683-BA01-CE35F74A8369}"/>
          </ac:cxnSpMkLst>
        </pc:cxnChg>
        <pc:cxnChg chg="add mod">
          <ac:chgData name="Embedded Development" userId="97690703-89ef-4183-8a66-0c81b6c8ace9" providerId="ADAL" clId="{65595279-B11A-44E5-9023-6BC560F7656F}" dt="2024-02-08T09:19:43.120" v="3608"/>
          <ac:cxnSpMkLst>
            <pc:docMk/>
            <pc:sldMk cId="3095832009" sldId="275"/>
            <ac:cxnSpMk id="40" creationId="{249EC701-9BF4-0FA3-95D9-AFAC9E7AADEE}"/>
          </ac:cxnSpMkLst>
        </pc:cxnChg>
        <pc:cxnChg chg="add mod">
          <ac:chgData name="Embedded Development" userId="97690703-89ef-4183-8a66-0c81b6c8ace9" providerId="ADAL" clId="{65595279-B11A-44E5-9023-6BC560F7656F}" dt="2024-02-08T11:02:24.964" v="8972"/>
          <ac:cxnSpMkLst>
            <pc:docMk/>
            <pc:sldMk cId="3095832009" sldId="275"/>
            <ac:cxnSpMk id="44" creationId="{2299C670-04A8-8008-562E-F3DB8C8BE8D2}"/>
          </ac:cxnSpMkLst>
        </pc:cxnChg>
        <pc:cxnChg chg="add mod">
          <ac:chgData name="Embedded Development" userId="97690703-89ef-4183-8a66-0c81b6c8ace9" providerId="ADAL" clId="{65595279-B11A-44E5-9023-6BC560F7656F}" dt="2024-02-08T11:02:24.964" v="8972"/>
          <ac:cxnSpMkLst>
            <pc:docMk/>
            <pc:sldMk cId="3095832009" sldId="275"/>
            <ac:cxnSpMk id="45" creationId="{548519B4-8E52-CE9D-008E-8AC70775127E}"/>
          </ac:cxnSpMkLst>
        </pc:cxnChg>
      </pc:sldChg>
      <pc:sldChg chg="addSp delSp modSp add mod">
        <pc:chgData name="Embedded Development" userId="97690703-89ef-4183-8a66-0c81b6c8ace9" providerId="ADAL" clId="{65595279-B11A-44E5-9023-6BC560F7656F}" dt="2024-02-09T05:18:04.613" v="11120" actId="20577"/>
        <pc:sldMkLst>
          <pc:docMk/>
          <pc:sldMk cId="125140687" sldId="276"/>
        </pc:sldMkLst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3" creationId="{195AEA51-EC55-660D-2349-38BF0C5DA16E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4" creationId="{CD7DA3F5-D38C-CE5A-457B-58F2F3AF56DD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8" creationId="{1F5C15BC-4F3C-5DA0-4C78-DF0B3E170E1B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9" creationId="{351A656D-D575-59B0-C5B6-4FA06ACE3582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11" creationId="{FD883960-CA6D-F41E-F8CC-C452528AC8F5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13" creationId="{9BF19E09-7823-B706-BDA1-B6F918BD305B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14" creationId="{DC18236C-CC66-BD95-7A37-9CF9396F7DDA}"/>
          </ac:spMkLst>
        </pc:spChg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16" creationId="{C961850D-3689-1766-FD4F-121F64BD3F18}"/>
          </ac:spMkLst>
        </pc:spChg>
        <pc:spChg chg="del">
          <ac:chgData name="Embedded Development" userId="97690703-89ef-4183-8a66-0c81b6c8ace9" providerId="ADAL" clId="{65595279-B11A-44E5-9023-6BC560F7656F}" dt="2024-02-08T09:18:48.230" v="3541" actId="478"/>
          <ac:spMkLst>
            <pc:docMk/>
            <pc:sldMk cId="125140687" sldId="276"/>
            <ac:spMk id="18" creationId="{756358D3-639B-EAD9-6D8F-1792EAFE6661}"/>
          </ac:spMkLst>
        </pc:spChg>
        <pc:spChg chg="del mod">
          <ac:chgData name="Embedded Development" userId="97690703-89ef-4183-8a66-0c81b6c8ace9" providerId="ADAL" clId="{65595279-B11A-44E5-9023-6BC560F7656F}" dt="2024-02-08T09:18:49.973" v="3544" actId="478"/>
          <ac:spMkLst>
            <pc:docMk/>
            <pc:sldMk cId="125140687" sldId="276"/>
            <ac:spMk id="20" creationId="{B675B1D9-ABB3-D4EA-3FF9-DC12012D7968}"/>
          </ac:spMkLst>
        </pc:spChg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22" creationId="{A077B3C8-D157-CBDD-F087-074BBFDEBC5F}"/>
          </ac:spMkLst>
        </pc:spChg>
        <pc:spChg chg="del mod">
          <ac:chgData name="Embedded Development" userId="97690703-89ef-4183-8a66-0c81b6c8ace9" providerId="ADAL" clId="{65595279-B11A-44E5-9023-6BC560F7656F}" dt="2024-02-08T09:41:01.563" v="4039" actId="21"/>
          <ac:spMkLst>
            <pc:docMk/>
            <pc:sldMk cId="125140687" sldId="276"/>
            <ac:spMk id="24" creationId="{9C2BEFE7-AD49-F3A6-8CFA-2C494CB7BA30}"/>
          </ac:spMkLst>
        </pc:spChg>
        <pc:spChg chg="del mod">
          <ac:chgData name="Embedded Development" userId="97690703-89ef-4183-8a66-0c81b6c8ace9" providerId="ADAL" clId="{65595279-B11A-44E5-9023-6BC560F7656F}" dt="2024-02-08T09:41:01.563" v="4039" actId="21"/>
          <ac:spMkLst>
            <pc:docMk/>
            <pc:sldMk cId="125140687" sldId="276"/>
            <ac:spMk id="26" creationId="{816868FD-B3EF-D610-B989-8B3FCDA590C2}"/>
          </ac:spMkLst>
        </pc:spChg>
        <pc:spChg chg="del">
          <ac:chgData name="Embedded Development" userId="97690703-89ef-4183-8a66-0c81b6c8ace9" providerId="ADAL" clId="{65595279-B11A-44E5-9023-6BC560F7656F}" dt="2024-02-08T09:41:01.563" v="4039" actId="21"/>
          <ac:spMkLst>
            <pc:docMk/>
            <pc:sldMk cId="125140687" sldId="276"/>
            <ac:spMk id="28" creationId="{611DCF5C-F592-FFF6-D459-B661E2B49CC9}"/>
          </ac:spMkLst>
        </pc:spChg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32" creationId="{84C4BB58-EB3C-D3E1-F512-C669E68584BA}"/>
          </ac:spMkLst>
        </pc:spChg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33" creationId="{F0F4AC09-C370-62C6-B575-41E0EA960EB3}"/>
          </ac:spMkLst>
        </pc:spChg>
        <pc:spChg chg="add mod">
          <ac:chgData name="Embedded Development" userId="97690703-89ef-4183-8a66-0c81b6c8ace9" providerId="ADAL" clId="{65595279-B11A-44E5-9023-6BC560F7656F}" dt="2024-02-08T09:38:56.284" v="4011" actId="571"/>
          <ac:spMkLst>
            <pc:docMk/>
            <pc:sldMk cId="125140687" sldId="276"/>
            <ac:spMk id="34" creationId="{BE2219FB-5EEA-D820-9FF0-B4A4B7E7F061}"/>
          </ac:spMkLst>
        </pc:spChg>
        <pc:spChg chg="mod">
          <ac:chgData name="Embedded Development" userId="97690703-89ef-4183-8a66-0c81b6c8ace9" providerId="ADAL" clId="{65595279-B11A-44E5-9023-6BC560F7656F}" dt="2024-02-09T05:17:57.712" v="11097" actId="20577"/>
          <ac:spMkLst>
            <pc:docMk/>
            <pc:sldMk cId="125140687" sldId="276"/>
            <ac:spMk id="35" creationId="{E4ACBD17-8614-C5B6-B14B-6EF3DE8ECF88}"/>
          </ac:spMkLst>
        </pc:spChg>
        <pc:spChg chg="mod">
          <ac:chgData name="Embedded Development" userId="97690703-89ef-4183-8a66-0c81b6c8ace9" providerId="ADAL" clId="{65595279-B11A-44E5-9023-6BC560F7656F}" dt="2024-02-09T05:18:04.613" v="11120" actId="20577"/>
          <ac:spMkLst>
            <pc:docMk/>
            <pc:sldMk cId="125140687" sldId="276"/>
            <ac:spMk id="36" creationId="{3B2A641D-B598-35A1-D564-C23F7446E0FB}"/>
          </ac:spMkLst>
        </pc:spChg>
        <pc:graphicFrameChg chg="del mod">
          <ac:chgData name="Embedded Development" userId="97690703-89ef-4183-8a66-0c81b6c8ace9" providerId="ADAL" clId="{65595279-B11A-44E5-9023-6BC560F7656F}" dt="2024-02-08T09:41:01.563" v="4039" actId="21"/>
          <ac:graphicFrameMkLst>
            <pc:docMk/>
            <pc:sldMk cId="125140687" sldId="276"/>
            <ac:graphicFrameMk id="23" creationId="{302C7FC7-9442-8434-8531-A930F5F3054B}"/>
          </ac:graphicFrameMkLst>
        </pc:graphicFrameChg>
        <pc:graphicFrameChg chg="del">
          <ac:chgData name="Embedded Development" userId="97690703-89ef-4183-8a66-0c81b6c8ace9" providerId="ADAL" clId="{65595279-B11A-44E5-9023-6BC560F7656F}" dt="2024-02-08T09:41:01.563" v="4039" actId="21"/>
          <ac:graphicFrameMkLst>
            <pc:docMk/>
            <pc:sldMk cId="125140687" sldId="276"/>
            <ac:graphicFrameMk id="25" creationId="{C19C7A2E-928D-B7F8-5691-8DF7BEEB55E9}"/>
          </ac:graphicFrameMkLst>
        </pc:graphicFrameChg>
        <pc:graphicFrameChg chg="del">
          <ac:chgData name="Embedded Development" userId="97690703-89ef-4183-8a66-0c81b6c8ace9" providerId="ADAL" clId="{65595279-B11A-44E5-9023-6BC560F7656F}" dt="2024-02-08T09:41:01.563" v="4039" actId="21"/>
          <ac:graphicFrameMkLst>
            <pc:docMk/>
            <pc:sldMk cId="125140687" sldId="276"/>
            <ac:graphicFrameMk id="27" creationId="{4B39133D-5B08-309D-A9ED-7503942F45C2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2-08T09:39:02.641" v="4013" actId="571"/>
          <ac:graphicFrameMkLst>
            <pc:docMk/>
            <pc:sldMk cId="125140687" sldId="276"/>
            <ac:graphicFrameMk id="37" creationId="{21216ED0-33A7-D405-665A-244EF4899D37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2" creationId="{9EA9DC58-5DB6-883A-7606-C4361F8CA7A7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5" creationId="{B4064D51-0DD9-9D93-BEB9-51FA5CD6DDCB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6" creationId="{ABB50800-D7C4-09E3-8DE6-6D798549A58A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7" creationId="{35F735A7-594E-3D31-F372-616020B99138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10" creationId="{899EA28E-A14A-EC4F-1040-BB527A804C68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12" creationId="{BBCD93C3-DF12-2471-F569-B567E35781A3}"/>
          </ac:cxnSpMkLst>
        </pc:cxnChg>
        <pc:cxnChg chg="add 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15" creationId="{64C20BB1-9428-4890-72DA-10526C5CE2D2}"/>
          </ac:cxnSpMkLst>
        </pc:cxnChg>
        <pc:cxnChg chg="del">
          <ac:chgData name="Embedded Development" userId="97690703-89ef-4183-8a66-0c81b6c8ace9" providerId="ADAL" clId="{65595279-B11A-44E5-9023-6BC560F7656F}" dt="2024-02-08T09:18:48.952" v="3542" actId="478"/>
          <ac:cxnSpMkLst>
            <pc:docMk/>
            <pc:sldMk cId="125140687" sldId="276"/>
            <ac:cxnSpMk id="17" creationId="{7ABBC077-33CB-8365-475C-30A29647C740}"/>
          </ac:cxnSpMkLst>
        </pc:cxnChg>
        <pc:cxnChg chg="del">
          <ac:chgData name="Embedded Development" userId="97690703-89ef-4183-8a66-0c81b6c8ace9" providerId="ADAL" clId="{65595279-B11A-44E5-9023-6BC560F7656F}" dt="2024-02-08T09:18:50.538" v="3545" actId="478"/>
          <ac:cxnSpMkLst>
            <pc:docMk/>
            <pc:sldMk cId="125140687" sldId="276"/>
            <ac:cxnSpMk id="19" creationId="{FCB22CC9-C2E8-D770-8F8C-F9BCAE631C23}"/>
          </ac:cxnSpMkLst>
        </pc:cxnChg>
        <pc:cxnChg chg="add mod">
          <ac:chgData name="Embedded Development" userId="97690703-89ef-4183-8a66-0c81b6c8ace9" providerId="ADAL" clId="{65595279-B11A-44E5-9023-6BC560F7656F}" dt="2024-02-08T10:40:49.423" v="8035" actId="1582"/>
          <ac:cxnSpMkLst>
            <pc:docMk/>
            <pc:sldMk cId="125140687" sldId="276"/>
            <ac:cxnSpMk id="21" creationId="{32B25B0A-9990-075C-492E-759552BE25EC}"/>
          </ac:cxnSpMkLst>
        </pc:cxnChg>
        <pc:cxnChg chg="add 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30" creationId="{F1720FE7-F6EE-D115-9AB5-55B90077C334}"/>
          </ac:cxnSpMkLst>
        </pc:cxnChg>
        <pc:cxnChg chg="add 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31" creationId="{2DAB1ECD-77A7-99CD-4873-5C5A6540B785}"/>
          </ac:cxnSpMkLst>
        </pc:cxnChg>
      </pc:sldChg>
      <pc:sldChg chg="addSp delSp modSp new mod">
        <pc:chgData name="Embedded Development" userId="97690703-89ef-4183-8a66-0c81b6c8ace9" providerId="ADAL" clId="{65595279-B11A-44E5-9023-6BC560F7656F}" dt="2024-02-08T10:56:14.244" v="8098" actId="20577"/>
        <pc:sldMkLst>
          <pc:docMk/>
          <pc:sldMk cId="3948856911" sldId="277"/>
        </pc:sldMkLst>
        <pc:spChg chg="del">
          <ac:chgData name="Embedded Development" userId="97690703-89ef-4183-8a66-0c81b6c8ace9" providerId="ADAL" clId="{65595279-B11A-44E5-9023-6BC560F7656F}" dt="2024-02-08T09:40:54.078" v="4037" actId="478"/>
          <ac:spMkLst>
            <pc:docMk/>
            <pc:sldMk cId="3948856911" sldId="277"/>
            <ac:spMk id="2" creationId="{ED8E0EE9-0CF7-BBE9-3146-64EBFF1CD942}"/>
          </ac:spMkLst>
        </pc:spChg>
        <pc:spChg chg="del">
          <ac:chgData name="Embedded Development" userId="97690703-89ef-4183-8a66-0c81b6c8ace9" providerId="ADAL" clId="{65595279-B11A-44E5-9023-6BC560F7656F}" dt="2024-02-08T09:40:55.214" v="4038" actId="478"/>
          <ac:spMkLst>
            <pc:docMk/>
            <pc:sldMk cId="3948856911" sldId="277"/>
            <ac:spMk id="3" creationId="{02356654-7FDB-D4ED-F5CF-F970EBBF03F4}"/>
          </ac:spMkLst>
        </pc:spChg>
        <pc:spChg chg="add mod">
          <ac:chgData name="Embedded Development" userId="97690703-89ef-4183-8a66-0c81b6c8ace9" providerId="ADAL" clId="{65595279-B11A-44E5-9023-6BC560F7656F}" dt="2024-02-08T09:41:45.139" v="4054" actId="14100"/>
          <ac:spMkLst>
            <pc:docMk/>
            <pc:sldMk cId="3948856911" sldId="277"/>
            <ac:spMk id="24" creationId="{9C2BEFE7-AD49-F3A6-8CFA-2C494CB7BA30}"/>
          </ac:spMkLst>
        </pc:spChg>
        <pc:spChg chg="add mod">
          <ac:chgData name="Embedded Development" userId="97690703-89ef-4183-8a66-0c81b6c8ace9" providerId="ADAL" clId="{65595279-B11A-44E5-9023-6BC560F7656F}" dt="2024-02-08T09:41:59.082" v="4057" actId="14100"/>
          <ac:spMkLst>
            <pc:docMk/>
            <pc:sldMk cId="3948856911" sldId="277"/>
            <ac:spMk id="26" creationId="{816868FD-B3EF-D610-B989-8B3FCDA590C2}"/>
          </ac:spMkLst>
        </pc:spChg>
        <pc:spChg chg="add mod">
          <ac:chgData name="Embedded Development" userId="97690703-89ef-4183-8a66-0c81b6c8ace9" providerId="ADAL" clId="{65595279-B11A-44E5-9023-6BC560F7656F}" dt="2024-02-08T09:44:19.412" v="4092" actId="14100"/>
          <ac:spMkLst>
            <pc:docMk/>
            <pc:sldMk cId="3948856911" sldId="277"/>
            <ac:spMk id="28" creationId="{611DCF5C-F592-FFF6-D459-B661E2B49CC9}"/>
          </ac:spMkLst>
        </pc:spChg>
        <pc:graphicFrameChg chg="add mod modGraphic">
          <ac:chgData name="Embedded Development" userId="97690703-89ef-4183-8a66-0c81b6c8ace9" providerId="ADAL" clId="{65595279-B11A-44E5-9023-6BC560F7656F}" dt="2024-02-08T09:51:08.655" v="4180" actId="14100"/>
          <ac:graphicFrameMkLst>
            <pc:docMk/>
            <pc:sldMk cId="3948856911" sldId="277"/>
            <ac:graphicFrameMk id="23" creationId="{302C7FC7-9442-8434-8531-A930F5F3054B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10:56:14.244" v="8098" actId="20577"/>
          <ac:graphicFrameMkLst>
            <pc:docMk/>
            <pc:sldMk cId="3948856911" sldId="277"/>
            <ac:graphicFrameMk id="25" creationId="{C19C7A2E-928D-B7F8-5691-8DF7BEEB55E9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9:50:52.857" v="4176" actId="14100"/>
          <ac:graphicFrameMkLst>
            <pc:docMk/>
            <pc:sldMk cId="3948856911" sldId="277"/>
            <ac:graphicFrameMk id="27" creationId="{4B39133D-5B08-309D-A9ED-7503942F45C2}"/>
          </ac:graphicFrameMkLst>
        </pc:graphicFrameChg>
      </pc:sldChg>
      <pc:sldChg chg="addSp delSp modSp new mod">
        <pc:chgData name="Embedded Development" userId="97690703-89ef-4183-8a66-0c81b6c8ace9" providerId="ADAL" clId="{65595279-B11A-44E5-9023-6BC560F7656F}" dt="2024-02-09T05:18:20.091" v="11140" actId="20577"/>
        <pc:sldMkLst>
          <pc:docMk/>
          <pc:sldMk cId="181310961" sldId="278"/>
        </pc:sldMkLst>
        <pc:spChg chg="del">
          <ac:chgData name="Embedded Development" userId="97690703-89ef-4183-8a66-0c81b6c8ace9" providerId="ADAL" clId="{65595279-B11A-44E5-9023-6BC560F7656F}" dt="2024-02-08T09:51:37.702" v="4182" actId="478"/>
          <ac:spMkLst>
            <pc:docMk/>
            <pc:sldMk cId="181310961" sldId="278"/>
            <ac:spMk id="2" creationId="{6CF07173-7D25-D4A7-E7C2-D9350B709B7B}"/>
          </ac:spMkLst>
        </pc:spChg>
        <pc:spChg chg="del">
          <ac:chgData name="Embedded Development" userId="97690703-89ef-4183-8a66-0c81b6c8ace9" providerId="ADAL" clId="{65595279-B11A-44E5-9023-6BC560F7656F}" dt="2024-02-08T09:51:40.188" v="4183" actId="478"/>
          <ac:spMkLst>
            <pc:docMk/>
            <pc:sldMk cId="181310961" sldId="278"/>
            <ac:spMk id="3" creationId="{001B270E-9C45-4365-1962-7C29C44EE782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4" creationId="{30EB5D64-538A-187F-FC23-F14348807BED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8" creationId="{A6136348-1D78-1739-9EB2-A3D1B8769BBD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9" creationId="{075EFA43-1A40-AD58-BEC8-86AD6F2F35C3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11" creationId="{7167121F-A7EA-3847-E343-4551050032CA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13" creationId="{48ABE79E-3C5C-2B75-BAFB-B25CC3C1A94E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14" creationId="{5A14F15A-65D2-0B17-EF13-6E4999F30374}"/>
          </ac:spMkLst>
        </pc:spChg>
        <pc:spChg chg="add mod">
          <ac:chgData name="Embedded Development" userId="97690703-89ef-4183-8a66-0c81b6c8ace9" providerId="ADAL" clId="{65595279-B11A-44E5-9023-6BC560F7656F}" dt="2024-02-08T09:55:11.860" v="4418" actId="20577"/>
          <ac:spMkLst>
            <pc:docMk/>
            <pc:sldMk cId="181310961" sldId="278"/>
            <ac:spMk id="16" creationId="{7EFA734F-5699-4B24-A410-9FA41845AA82}"/>
          </ac:spMkLst>
        </pc:spChg>
        <pc:spChg chg="add mod">
          <ac:chgData name="Embedded Development" userId="97690703-89ef-4183-8a66-0c81b6c8ace9" providerId="ADAL" clId="{65595279-B11A-44E5-9023-6BC560F7656F}" dt="2024-02-08T09:56:15.881" v="4553" actId="1076"/>
          <ac:spMkLst>
            <pc:docMk/>
            <pc:sldMk cId="181310961" sldId="278"/>
            <ac:spMk id="18" creationId="{9C132492-9900-8181-1E83-074ED1D072CB}"/>
          </ac:spMkLst>
        </pc:spChg>
        <pc:spChg chg="add mod">
          <ac:chgData name="Embedded Development" userId="97690703-89ef-4183-8a66-0c81b6c8ace9" providerId="ADAL" clId="{65595279-B11A-44E5-9023-6BC560F7656F}" dt="2024-02-08T09:57:09.096" v="4667" actId="20577"/>
          <ac:spMkLst>
            <pc:docMk/>
            <pc:sldMk cId="181310961" sldId="278"/>
            <ac:spMk id="20" creationId="{4FA23EEF-0F71-3155-27DA-3D9948BD046A}"/>
          </ac:spMkLst>
        </pc:spChg>
        <pc:spChg chg="add mod">
          <ac:chgData name="Embedded Development" userId="97690703-89ef-4183-8a66-0c81b6c8ace9" providerId="ADAL" clId="{65595279-B11A-44E5-9023-6BC560F7656F}" dt="2024-02-09T05:18:20.091" v="11140" actId="20577"/>
          <ac:spMkLst>
            <pc:docMk/>
            <pc:sldMk cId="181310961" sldId="278"/>
            <ac:spMk id="21" creationId="{5322282F-2FEE-4899-E15F-1616F4D991F4}"/>
          </ac:spMkLst>
        </pc:spChg>
        <pc:spChg chg="add mod">
          <ac:chgData name="Embedded Development" userId="97690703-89ef-4183-8a66-0c81b6c8ace9" providerId="ADAL" clId="{65595279-B11A-44E5-9023-6BC560F7656F}" dt="2024-02-08T09:56:44.911" v="4654" actId="20577"/>
          <ac:spMkLst>
            <pc:docMk/>
            <pc:sldMk cId="181310961" sldId="278"/>
            <ac:spMk id="22" creationId="{DF0EDF7F-54F0-F5FE-86EC-1213B93A1AA8}"/>
          </ac:spMkLst>
        </pc:spChg>
        <pc:graphicFrameChg chg="add mod modGraphic">
          <ac:chgData name="Embedded Development" userId="97690703-89ef-4183-8a66-0c81b6c8ace9" providerId="ADAL" clId="{65595279-B11A-44E5-9023-6BC560F7656F}" dt="2024-02-08T11:05:17.914" v="9109" actId="2165"/>
          <ac:graphicFrameMkLst>
            <pc:docMk/>
            <pc:sldMk cId="181310961" sldId="278"/>
            <ac:graphicFrameMk id="19" creationId="{E4FFD3C2-7C5B-40C4-F443-64DD9437A3DB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5" creationId="{9A819AD4-29B1-8962-8C6A-F73094862AF0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6" creationId="{144749F6-34AE-544B-A7EB-E334300F8AE9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7" creationId="{28367224-DC54-5DCA-E0E4-0F1E570EBDCE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10" creationId="{FC68CDC9-DD90-1368-C488-04EB71A7FCE5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12" creationId="{CCD21C21-798C-1D0A-703D-F570854C6E5E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15" creationId="{CA7E2B34-4257-BA2F-A1DB-E14E9E809900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17" creationId="{07441882-80A7-80B6-2373-252E81E0C10A}"/>
          </ac:cxnSpMkLst>
        </pc:cxnChg>
      </pc:sldChg>
      <pc:sldChg chg="addSp delSp modSp new mod ord">
        <pc:chgData name="Embedded Development" userId="97690703-89ef-4183-8a66-0c81b6c8ace9" providerId="ADAL" clId="{65595279-B11A-44E5-9023-6BC560F7656F}" dt="2024-02-09T05:14:46.353" v="10863" actId="478"/>
        <pc:sldMkLst>
          <pc:docMk/>
          <pc:sldMk cId="1588761885" sldId="279"/>
        </pc:sldMkLst>
        <pc:spChg chg="del">
          <ac:chgData name="Embedded Development" userId="97690703-89ef-4183-8a66-0c81b6c8ace9" providerId="ADAL" clId="{65595279-B11A-44E5-9023-6BC560F7656F}" dt="2024-02-08T10:00:06.748" v="4700" actId="478"/>
          <ac:spMkLst>
            <pc:docMk/>
            <pc:sldMk cId="1588761885" sldId="279"/>
            <ac:spMk id="2" creationId="{093F3BB0-8AFE-1582-B726-244A16768835}"/>
          </ac:spMkLst>
        </pc:spChg>
        <pc:spChg chg="del">
          <ac:chgData name="Embedded Development" userId="97690703-89ef-4183-8a66-0c81b6c8ace9" providerId="ADAL" clId="{65595279-B11A-44E5-9023-6BC560F7656F}" dt="2024-02-08T10:00:08.624" v="4701" actId="478"/>
          <ac:spMkLst>
            <pc:docMk/>
            <pc:sldMk cId="1588761885" sldId="279"/>
            <ac:spMk id="3" creationId="{940540C0-FF2B-6A71-8DF7-9FD493E7F990}"/>
          </ac:spMkLst>
        </pc:spChg>
        <pc:spChg chg="add del">
          <ac:chgData name="Embedded Development" userId="97690703-89ef-4183-8a66-0c81b6c8ace9" providerId="ADAL" clId="{65595279-B11A-44E5-9023-6BC560F7656F}" dt="2024-02-08T10:00:19.303" v="4703" actId="478"/>
          <ac:spMkLst>
            <pc:docMk/>
            <pc:sldMk cId="1588761885" sldId="279"/>
            <ac:spMk id="4" creationId="{456317F5-A249-0CF9-490C-D1B0C15C9C60}"/>
          </ac:spMkLst>
        </pc:spChg>
        <pc:spChg chg="add mod">
          <ac:chgData name="Embedded Development" userId="97690703-89ef-4183-8a66-0c81b6c8ace9" providerId="ADAL" clId="{65595279-B11A-44E5-9023-6BC560F7656F}" dt="2024-02-08T10:03:38.061" v="4750" actId="164"/>
          <ac:spMkLst>
            <pc:docMk/>
            <pc:sldMk cId="1588761885" sldId="279"/>
            <ac:spMk id="5" creationId="{C599656C-6E93-8FFE-D590-D85EF26E84B1}"/>
          </ac:spMkLst>
        </pc:spChg>
        <pc:spChg chg="add mod">
          <ac:chgData name="Embedded Development" userId="97690703-89ef-4183-8a66-0c81b6c8ace9" providerId="ADAL" clId="{65595279-B11A-44E5-9023-6BC560F7656F}" dt="2024-02-08T11:29:23.290" v="10612" actId="14100"/>
          <ac:spMkLst>
            <pc:docMk/>
            <pc:sldMk cId="1588761885" sldId="279"/>
            <ac:spMk id="6" creationId="{E38CD557-010D-AC24-BB17-DBA9B25FAF4E}"/>
          </ac:spMkLst>
        </pc:spChg>
        <pc:spChg chg="add mod">
          <ac:chgData name="Embedded Development" userId="97690703-89ef-4183-8a66-0c81b6c8ace9" providerId="ADAL" clId="{65595279-B11A-44E5-9023-6BC560F7656F}" dt="2024-02-08T10:09:31.850" v="5162" actId="164"/>
          <ac:spMkLst>
            <pc:docMk/>
            <pc:sldMk cId="1588761885" sldId="279"/>
            <ac:spMk id="14" creationId="{76FF8BAC-3B36-DC0C-B2FA-A3046B7BFB20}"/>
          </ac:spMkLst>
        </pc:spChg>
        <pc:spChg chg="add mod">
          <ac:chgData name="Embedded Development" userId="97690703-89ef-4183-8a66-0c81b6c8ace9" providerId="ADAL" clId="{65595279-B11A-44E5-9023-6BC560F7656F}" dt="2024-02-08T10:09:31.850" v="5162" actId="164"/>
          <ac:spMkLst>
            <pc:docMk/>
            <pc:sldMk cId="1588761885" sldId="279"/>
            <ac:spMk id="15" creationId="{94C9B0BC-07F4-B689-D1B8-F5D9D99B5364}"/>
          </ac:spMkLst>
        </pc:spChg>
        <pc:spChg chg="add mod">
          <ac:chgData name="Embedded Development" userId="97690703-89ef-4183-8a66-0c81b6c8ace9" providerId="ADAL" clId="{65595279-B11A-44E5-9023-6BC560F7656F}" dt="2024-02-08T10:09:31.850" v="5162" actId="164"/>
          <ac:spMkLst>
            <pc:docMk/>
            <pc:sldMk cId="1588761885" sldId="279"/>
            <ac:spMk id="16" creationId="{B8E08160-7E14-E28B-DD12-263476514E39}"/>
          </ac:spMkLst>
        </pc:spChg>
        <pc:spChg chg="add mod">
          <ac:chgData name="Embedded Development" userId="97690703-89ef-4183-8a66-0c81b6c8ace9" providerId="ADAL" clId="{65595279-B11A-44E5-9023-6BC560F7656F}" dt="2024-02-08T11:29:58.358" v="10615" actId="1076"/>
          <ac:spMkLst>
            <pc:docMk/>
            <pc:sldMk cId="1588761885" sldId="279"/>
            <ac:spMk id="17" creationId="{EFA1CF0A-A58C-DDBB-359C-94C417F4879B}"/>
          </ac:spMkLst>
        </pc:spChg>
        <pc:spChg chg="add mod">
          <ac:chgData name="Embedded Development" userId="97690703-89ef-4183-8a66-0c81b6c8ace9" providerId="ADAL" clId="{65595279-B11A-44E5-9023-6BC560F7656F}" dt="2024-02-08T11:29:58.358" v="10615" actId="1076"/>
          <ac:spMkLst>
            <pc:docMk/>
            <pc:sldMk cId="1588761885" sldId="279"/>
            <ac:spMk id="18" creationId="{64BBD591-8D1C-3ED0-5B7A-E8791118D5A3}"/>
          </ac:spMkLst>
        </pc:spChg>
        <pc:spChg chg="add del mod">
          <ac:chgData name="Embedded Development" userId="97690703-89ef-4183-8a66-0c81b6c8ace9" providerId="ADAL" clId="{65595279-B11A-44E5-9023-6BC560F7656F}" dt="2024-02-08T10:11:07.477" v="5293" actId="478"/>
          <ac:spMkLst>
            <pc:docMk/>
            <pc:sldMk cId="1588761885" sldId="279"/>
            <ac:spMk id="19" creationId="{5D08E419-C9D1-1234-BFAD-7ED36B99B53D}"/>
          </ac:spMkLst>
        </pc:spChg>
        <pc:spChg chg="add del mod">
          <ac:chgData name="Embedded Development" userId="97690703-89ef-4183-8a66-0c81b6c8ace9" providerId="ADAL" clId="{65595279-B11A-44E5-9023-6BC560F7656F}" dt="2024-02-08T10:12:12.762" v="5364" actId="478"/>
          <ac:spMkLst>
            <pc:docMk/>
            <pc:sldMk cId="1588761885" sldId="279"/>
            <ac:spMk id="20" creationId="{A2C9E1E6-F844-11C7-C754-30A4BAE46923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24" creationId="{2E63EA01-6A15-55AB-A8DF-843BB26DF2DD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25" creationId="{753F128F-5D88-A276-C51B-AC5FDF13F950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26" creationId="{CF469838-27FE-46E4-803B-5E8E70CCAFC7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33" creationId="{0C0A8FD9-7BD9-5786-FE08-B165987BEC3A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34" creationId="{C9429148-7CBD-690F-A0AD-D39BE28D446A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35" creationId="{8EA8476B-1637-15F1-1B1C-8A32864C1273}"/>
          </ac:spMkLst>
        </pc:spChg>
        <pc:spChg chg="add mod">
          <ac:chgData name="Embedded Development" userId="97690703-89ef-4183-8a66-0c81b6c8ace9" providerId="ADAL" clId="{65595279-B11A-44E5-9023-6BC560F7656F}" dt="2024-02-08T11:29:58.358" v="10615" actId="1076"/>
          <ac:spMkLst>
            <pc:docMk/>
            <pc:sldMk cId="1588761885" sldId="279"/>
            <ac:spMk id="36" creationId="{A397189C-E897-F756-78A7-388346F23604}"/>
          </ac:spMkLst>
        </pc:spChg>
        <pc:spChg chg="add mod">
          <ac:chgData name="Embedded Development" userId="97690703-89ef-4183-8a66-0c81b6c8ace9" providerId="ADAL" clId="{65595279-B11A-44E5-9023-6BC560F7656F}" dt="2024-02-08T11:29:58.358" v="10615" actId="1076"/>
          <ac:spMkLst>
            <pc:docMk/>
            <pc:sldMk cId="1588761885" sldId="279"/>
            <ac:spMk id="37" creationId="{FB95C942-F3F5-3326-4EEE-0794EFBED951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2" creationId="{8D4C316B-AD8A-DE7B-16A6-D0BDCD9730E0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3" creationId="{D85CE65D-D25C-8A63-11B1-DD92889C0974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4" creationId="{19FCBC8A-D845-C294-23CE-C3F978FB4DA7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7" creationId="{191F7EF0-6F16-5429-E01F-E1ECEF7201D4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8" creationId="{09F1CEE8-ED5D-629F-9DEE-5CFB38EEEA7F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9" creationId="{2D1BA0ED-A0C4-D117-F6AE-78A14997AB55}"/>
          </ac:spMkLst>
        </pc:spChg>
        <pc:spChg chg="add mod">
          <ac:chgData name="Embedded Development" userId="97690703-89ef-4183-8a66-0c81b6c8ace9" providerId="ADAL" clId="{65595279-B11A-44E5-9023-6BC560F7656F}" dt="2024-02-08T11:29:40.042" v="10614" actId="1076"/>
          <ac:spMkLst>
            <pc:docMk/>
            <pc:sldMk cId="1588761885" sldId="279"/>
            <ac:spMk id="63" creationId="{B78B323F-C240-6A2A-0CDD-B1B8A8BAB12D}"/>
          </ac:spMkLst>
        </pc:spChg>
        <pc:spChg chg="add mod">
          <ac:chgData name="Embedded Development" userId="97690703-89ef-4183-8a66-0c81b6c8ace9" providerId="ADAL" clId="{65595279-B11A-44E5-9023-6BC560F7656F}" dt="2024-02-08T11:29:40.042" v="10614" actId="1076"/>
          <ac:spMkLst>
            <pc:docMk/>
            <pc:sldMk cId="1588761885" sldId="279"/>
            <ac:spMk id="64" creationId="{849F3C70-AD12-9037-E12B-72E683296D3F}"/>
          </ac:spMkLst>
        </pc:spChg>
        <pc:spChg chg="add mod">
          <ac:chgData name="Embedded Development" userId="97690703-89ef-4183-8a66-0c81b6c8ace9" providerId="ADAL" clId="{65595279-B11A-44E5-9023-6BC560F7656F}" dt="2024-02-08T11:29:40.042" v="10614" actId="1076"/>
          <ac:spMkLst>
            <pc:docMk/>
            <pc:sldMk cId="1588761885" sldId="279"/>
            <ac:spMk id="65" creationId="{20881497-32BE-608D-C319-E64AEFBF21C2}"/>
          </ac:spMkLst>
        </pc:spChg>
        <pc:spChg chg="add mod">
          <ac:chgData name="Embedded Development" userId="97690703-89ef-4183-8a66-0c81b6c8ace9" providerId="ADAL" clId="{65595279-B11A-44E5-9023-6BC560F7656F}" dt="2024-02-08T11:29:40.042" v="10614" actId="1076"/>
          <ac:spMkLst>
            <pc:docMk/>
            <pc:sldMk cId="1588761885" sldId="279"/>
            <ac:spMk id="66" creationId="{4DEE4174-6A46-0646-D6BF-9C5F71363BB7}"/>
          </ac:spMkLst>
        </pc:spChg>
        <pc:spChg chg="add mod">
          <ac:chgData name="Embedded Development" userId="97690703-89ef-4183-8a66-0c81b6c8ace9" providerId="ADAL" clId="{65595279-B11A-44E5-9023-6BC560F7656F}" dt="2024-02-08T11:29:18.961" v="10611"/>
          <ac:spMkLst>
            <pc:docMk/>
            <pc:sldMk cId="1588761885" sldId="279"/>
            <ac:spMk id="71" creationId="{4CC387E1-851B-F82C-07E1-FE6814416BA2}"/>
          </ac:spMkLst>
        </pc:spChg>
        <pc:spChg chg="add mod">
          <ac:chgData name="Embedded Development" userId="97690703-89ef-4183-8a66-0c81b6c8ace9" providerId="ADAL" clId="{65595279-B11A-44E5-9023-6BC560F7656F}" dt="2024-02-08T11:31:23.522" v="10729" actId="20577"/>
          <ac:spMkLst>
            <pc:docMk/>
            <pc:sldMk cId="1588761885" sldId="279"/>
            <ac:spMk id="74" creationId="{3C437C14-F2C0-9437-0731-D12F9E4153E6}"/>
          </ac:spMkLst>
        </pc:spChg>
        <pc:spChg chg="add mod">
          <ac:chgData name="Embedded Development" userId="97690703-89ef-4183-8a66-0c81b6c8ace9" providerId="ADAL" clId="{65595279-B11A-44E5-9023-6BC560F7656F}" dt="2024-02-08T11:31:29.350" v="10746" actId="20577"/>
          <ac:spMkLst>
            <pc:docMk/>
            <pc:sldMk cId="1588761885" sldId="279"/>
            <ac:spMk id="75" creationId="{4E806F7C-7E8A-E106-00E5-6EB3A6CEB7E6}"/>
          </ac:spMkLst>
        </pc:spChg>
        <pc:spChg chg="add mod">
          <ac:chgData name="Embedded Development" userId="97690703-89ef-4183-8a66-0c81b6c8ace9" providerId="ADAL" clId="{65595279-B11A-44E5-9023-6BC560F7656F}" dt="2024-02-08T11:31:32.006" v="10750" actId="20577"/>
          <ac:spMkLst>
            <pc:docMk/>
            <pc:sldMk cId="1588761885" sldId="279"/>
            <ac:spMk id="76" creationId="{BA4F9672-F0BB-E128-1EFF-36907A0EBB61}"/>
          </ac:spMkLst>
        </pc:spChg>
        <pc:grpChg chg="add mod">
          <ac:chgData name="Embedded Development" userId="97690703-89ef-4183-8a66-0c81b6c8ace9" providerId="ADAL" clId="{65595279-B11A-44E5-9023-6BC560F7656F}" dt="2024-02-08T10:04:42.467" v="4772" actId="164"/>
          <ac:grpSpMkLst>
            <pc:docMk/>
            <pc:sldMk cId="1588761885" sldId="279"/>
            <ac:grpSpMk id="10" creationId="{BE7A1BC1-0697-C853-CE60-79D4AE00FC0D}"/>
          </ac:grpSpMkLst>
        </pc:grpChg>
        <pc:grpChg chg="add mod">
          <ac:chgData name="Embedded Development" userId="97690703-89ef-4183-8a66-0c81b6c8ace9" providerId="ADAL" clId="{65595279-B11A-44E5-9023-6BC560F7656F}" dt="2024-02-08T10:09:31.850" v="5162" actId="164"/>
          <ac:grpSpMkLst>
            <pc:docMk/>
            <pc:sldMk cId="1588761885" sldId="279"/>
            <ac:grpSpMk id="13" creationId="{99D977F7-09FD-7BD3-ADB5-31B59FA26215}"/>
          </ac:grpSpMkLst>
        </pc:grpChg>
        <pc:grpChg chg="add mod">
          <ac:chgData name="Embedded Development" userId="97690703-89ef-4183-8a66-0c81b6c8ace9" providerId="ADAL" clId="{65595279-B11A-44E5-9023-6BC560F7656F}" dt="2024-02-08T10:25:51.603" v="6851" actId="1038"/>
          <ac:grpSpMkLst>
            <pc:docMk/>
            <pc:sldMk cId="1588761885" sldId="279"/>
            <ac:grpSpMk id="21" creationId="{119A1EE9-3777-2E64-17B5-A68969FD7E5C}"/>
          </ac:grpSpMkLst>
        </pc:grpChg>
        <pc:graphicFrameChg chg="add del modGraphic">
          <ac:chgData name="Embedded Development" userId="97690703-89ef-4183-8a66-0c81b6c8ace9" providerId="ADAL" clId="{65595279-B11A-44E5-9023-6BC560F7656F}" dt="2024-02-09T05:14:46.353" v="10863" actId="478"/>
          <ac:graphicFrameMkLst>
            <pc:docMk/>
            <pc:sldMk cId="1588761885" sldId="279"/>
            <ac:graphicFrameMk id="3" creationId="{96CCAF2A-321E-6DCE-E838-C09CC1470EEA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03:38.061" v="4750" actId="164"/>
          <ac:cxnSpMkLst>
            <pc:docMk/>
            <pc:sldMk cId="1588761885" sldId="279"/>
            <ac:cxnSpMk id="8" creationId="{C729D845-DD7C-5A58-35FA-AEE1A21E5DC8}"/>
          </ac:cxnSpMkLst>
        </pc:cxnChg>
        <pc:cxnChg chg="add mod">
          <ac:chgData name="Embedded Development" userId="97690703-89ef-4183-8a66-0c81b6c8ace9" providerId="ADAL" clId="{65595279-B11A-44E5-9023-6BC560F7656F}" dt="2024-02-08T10:03:38.061" v="4750" actId="164"/>
          <ac:cxnSpMkLst>
            <pc:docMk/>
            <pc:sldMk cId="1588761885" sldId="279"/>
            <ac:cxnSpMk id="9" creationId="{A7667F82-714E-FA94-1448-30D51AE5674E}"/>
          </ac:cxnSpMkLst>
        </pc:cxnChg>
        <pc:cxnChg chg="add mod">
          <ac:chgData name="Embedded Development" userId="97690703-89ef-4183-8a66-0c81b6c8ace9" providerId="ADAL" clId="{65595279-B11A-44E5-9023-6BC560F7656F}" dt="2024-02-08T10:04:42.467" v="4772" actId="164"/>
          <ac:cxnSpMkLst>
            <pc:docMk/>
            <pc:sldMk cId="1588761885" sldId="279"/>
            <ac:cxnSpMk id="12" creationId="{BF89D8F8-16E0-9E3B-86EE-5C22BAC629CA}"/>
          </ac:cxnSpMkLst>
        </pc:cxnChg>
        <pc:cxnChg chg="add mod">
          <ac:chgData name="Embedded Development" userId="97690703-89ef-4183-8a66-0c81b6c8ace9" providerId="ADAL" clId="{65595279-B11A-44E5-9023-6BC560F7656F}" dt="2024-02-08T11:29:58.358" v="10615" actId="1076"/>
          <ac:cxnSpMkLst>
            <pc:docMk/>
            <pc:sldMk cId="1588761885" sldId="279"/>
            <ac:cxnSpMk id="23" creationId="{91359119-3F9D-1888-B92E-84137A9821DF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27" creationId="{2E933225-154F-5BBE-1D6E-9708577477C5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30" creationId="{CC5351A6-C716-E2EF-932B-14F54E04AEB6}"/>
          </ac:cxnSpMkLst>
        </pc:cxnChg>
        <pc:cxnChg chg="add mod">
          <ac:chgData name="Embedded Development" userId="97690703-89ef-4183-8a66-0c81b6c8ace9" providerId="ADAL" clId="{65595279-B11A-44E5-9023-6BC560F7656F}" dt="2024-02-08T11:29:58.358" v="10615" actId="1076"/>
          <ac:cxnSpMkLst>
            <pc:docMk/>
            <pc:sldMk cId="1588761885" sldId="279"/>
            <ac:cxnSpMk id="38" creationId="{240E091F-B73F-BE57-F569-BFF92A7EEE0B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42" creationId="{60BA3B90-DB41-E04E-42F6-861C443741AA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43" creationId="{B16AAB4B-0A09-2FB4-50FA-B758DDFEFA66}"/>
          </ac:cxnSpMkLst>
        </pc:cxnChg>
        <pc:cxnChg chg="add mod">
          <ac:chgData name="Embedded Development" userId="97690703-89ef-4183-8a66-0c81b6c8ace9" providerId="ADAL" clId="{65595279-B11A-44E5-9023-6BC560F7656F}" dt="2024-02-08T11:29:58.358" v="10615" actId="1076"/>
          <ac:cxnSpMkLst>
            <pc:docMk/>
            <pc:sldMk cId="1588761885" sldId="279"/>
            <ac:cxnSpMk id="49" creationId="{849572BC-646D-C086-A1C0-2E5C4F0E7BB9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51" creationId="{8D9FE447-F7ED-54A8-4783-45524C24A3FD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55" creationId="{782AFBF1-4946-6C90-060D-5C95C01C5196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56" creationId="{48FE551D-5308-4B25-C1CB-9147A91C3280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60" creationId="{E8ABE322-E068-2550-A665-D4816D91A2AA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61" creationId="{91DCCB3E-4500-27AF-CA6A-7F256D8CD93F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62" creationId="{27CF1258-B192-9B06-3A51-71FB7DD28083}"/>
          </ac:cxnSpMkLst>
        </pc:cxnChg>
        <pc:cxnChg chg="add mod">
          <ac:chgData name="Embedded Development" userId="97690703-89ef-4183-8a66-0c81b6c8ace9" providerId="ADAL" clId="{65595279-B11A-44E5-9023-6BC560F7656F}" dt="2024-02-08T11:29:40.042" v="10614" actId="1076"/>
          <ac:cxnSpMkLst>
            <pc:docMk/>
            <pc:sldMk cId="1588761885" sldId="279"/>
            <ac:cxnSpMk id="67" creationId="{689BF092-3A54-9257-C80C-F6FA22CCEF83}"/>
          </ac:cxnSpMkLst>
        </pc:cxnChg>
        <pc:cxnChg chg="add mod">
          <ac:chgData name="Embedded Development" userId="97690703-89ef-4183-8a66-0c81b6c8ace9" providerId="ADAL" clId="{65595279-B11A-44E5-9023-6BC560F7656F}" dt="2024-02-08T11:29:40.042" v="10614" actId="1076"/>
          <ac:cxnSpMkLst>
            <pc:docMk/>
            <pc:sldMk cId="1588761885" sldId="279"/>
            <ac:cxnSpMk id="68" creationId="{E8A79E0E-EAFE-360C-CAC2-7F09CE576C11}"/>
          </ac:cxnSpMkLst>
        </pc:cxnChg>
        <pc:cxnChg chg="add mod">
          <ac:chgData name="Embedded Development" userId="97690703-89ef-4183-8a66-0c81b6c8ace9" providerId="ADAL" clId="{65595279-B11A-44E5-9023-6BC560F7656F}" dt="2024-02-08T11:29:40.042" v="10614" actId="1076"/>
          <ac:cxnSpMkLst>
            <pc:docMk/>
            <pc:sldMk cId="1588761885" sldId="279"/>
            <ac:cxnSpMk id="70" creationId="{755BDE14-8612-48EE-4DBE-7862997B6018}"/>
          </ac:cxnSpMkLst>
        </pc:cxnChg>
        <pc:cxnChg chg="add mod">
          <ac:chgData name="Embedded Development" userId="97690703-89ef-4183-8a66-0c81b6c8ace9" providerId="ADAL" clId="{65595279-B11A-44E5-9023-6BC560F7656F}" dt="2024-02-08T11:29:27.541" v="10613"/>
          <ac:cxnSpMkLst>
            <pc:docMk/>
            <pc:sldMk cId="1588761885" sldId="279"/>
            <ac:cxnSpMk id="72" creationId="{80494513-DDC9-3382-00AF-9A41E362171E}"/>
          </ac:cxnSpMkLst>
        </pc:cxnChg>
        <pc:cxnChg chg="add mod">
          <ac:chgData name="Embedded Development" userId="97690703-89ef-4183-8a66-0c81b6c8ace9" providerId="ADAL" clId="{65595279-B11A-44E5-9023-6BC560F7656F}" dt="2024-02-08T11:29:27.541" v="10613"/>
          <ac:cxnSpMkLst>
            <pc:docMk/>
            <pc:sldMk cId="1588761885" sldId="279"/>
            <ac:cxnSpMk id="73" creationId="{813C4AD7-BCA5-91FF-57BA-AC89500156F5}"/>
          </ac:cxnSpMkLst>
        </pc:cxnChg>
      </pc:sldChg>
      <pc:sldChg chg="addSp delSp modSp add mod">
        <pc:chgData name="Embedded Development" userId="97690703-89ef-4183-8a66-0c81b6c8ace9" providerId="ADAL" clId="{65595279-B11A-44E5-9023-6BC560F7656F}" dt="2024-02-09T05:11:59.321" v="10767" actId="20577"/>
        <pc:sldMkLst>
          <pc:docMk/>
          <pc:sldMk cId="1656820590" sldId="280"/>
        </pc:sldMkLst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2" creationId="{61A667B9-2A59-01D8-359B-167453FD38C0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3" creationId="{3D8ED9A8-A617-F747-6A77-685DCDEE69B5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7" creationId="{1B9E2CA3-B910-0DB6-303D-4DA1EB8580A6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17" creationId="{DAA66DAE-67B9-6948-D67E-4F89BFE6C85A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18" creationId="{716D733C-4D23-2FF6-DEEB-191E48689A13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22" creationId="{0A93650C-D406-0DFE-7829-814408BACC7B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24" creationId="{787B013B-A845-1331-D104-208AC2EFA203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25" creationId="{A3451461-2E4A-D6B4-0DD3-7F5618C7AA6A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26" creationId="{5B594BC1-65B9-8754-B205-951178A2CFA6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32" creationId="{2C483494-70B0-5E51-C893-94C2FEE4AE48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3" creationId="{5C0F6E59-356A-C761-8832-5FDC805707F6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4" creationId="{3204DEA1-FC2B-42C6-1371-46AFC261670C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5" creationId="{598FFB96-103C-EDE5-C005-6307159C7A03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6" creationId="{050DC566-20C0-6A34-4CE7-50796B1BD092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7" creationId="{5E539048-4C42-9962-A5D1-5D908983E5E1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44" creationId="{7A7AADAC-39E2-AA73-32C3-63DDFA1CD3D5}"/>
          </ac:spMkLst>
        </pc:spChg>
        <pc:spChg chg="add mod">
          <ac:chgData name="Embedded Development" userId="97690703-89ef-4183-8a66-0c81b6c8ace9" providerId="ADAL" clId="{65595279-B11A-44E5-9023-6BC560F7656F}" dt="2024-02-08T11:28:57.866" v="10607" actId="1076"/>
          <ac:spMkLst>
            <pc:docMk/>
            <pc:sldMk cId="1656820590" sldId="280"/>
            <ac:spMk id="62" creationId="{EFADCA73-E8F8-DADE-8293-D05BF8F7D2DB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63" creationId="{D0A1FFEA-05F3-67C0-7D6E-1F1163A5367E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64" creationId="{C71DE015-CC96-ED68-B54F-DA6819D2B32A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65" creationId="{C10D25BD-F226-640B-789E-7693C42F3A08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66" creationId="{27FD1807-D1EE-9950-7D0A-1B8710DBCFE6}"/>
          </ac:spMkLst>
        </pc:spChg>
        <pc:spChg chg="add mod">
          <ac:chgData name="Embedded Development" userId="97690703-89ef-4183-8a66-0c81b6c8ace9" providerId="ADAL" clId="{65595279-B11A-44E5-9023-6BC560F7656F}" dt="2024-02-08T11:28:57.866" v="10607" actId="1076"/>
          <ac:spMkLst>
            <pc:docMk/>
            <pc:sldMk cId="1656820590" sldId="280"/>
            <ac:spMk id="69" creationId="{678BCE49-0392-563F-40E9-BD5560F336B7}"/>
          </ac:spMkLst>
        </pc:spChg>
        <pc:spChg chg="add mod">
          <ac:chgData name="Embedded Development" userId="97690703-89ef-4183-8a66-0c81b6c8ace9" providerId="ADAL" clId="{65595279-B11A-44E5-9023-6BC560F7656F}" dt="2024-02-08T11:28:57.866" v="10607" actId="1076"/>
          <ac:spMkLst>
            <pc:docMk/>
            <pc:sldMk cId="1656820590" sldId="280"/>
            <ac:spMk id="72" creationId="{4DB9CCCA-2CFE-83F7-B5F4-01C323551D29}"/>
          </ac:spMkLst>
        </pc:spChg>
        <pc:spChg chg="add mod">
          <ac:chgData name="Embedded Development" userId="97690703-89ef-4183-8a66-0c81b6c8ace9" providerId="ADAL" clId="{65595279-B11A-44E5-9023-6BC560F7656F}" dt="2024-02-08T11:28:57.866" v="10607" actId="1076"/>
          <ac:spMkLst>
            <pc:docMk/>
            <pc:sldMk cId="1656820590" sldId="280"/>
            <ac:spMk id="73" creationId="{93B02B51-6990-2243-0A82-5674D948C488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78" creationId="{D9CECB8F-A65F-CF9F-7BEA-99978028A697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82" creationId="{27782D32-5435-4F4B-1628-5C16C0A06822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84" creationId="{696EC376-1ABB-9B20-C8ED-2E6C1E2C2009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87" creationId="{0891B39C-CC52-95EC-8B2D-7497800B4BD1}"/>
          </ac:spMkLst>
        </pc:spChg>
        <pc:spChg chg="add mod">
          <ac:chgData name="Embedded Development" userId="97690703-89ef-4183-8a66-0c81b6c8ace9" providerId="ADAL" clId="{65595279-B11A-44E5-9023-6BC560F7656F}" dt="2024-02-08T11:16:03.348" v="10327" actId="571"/>
          <ac:spMkLst>
            <pc:docMk/>
            <pc:sldMk cId="1656820590" sldId="280"/>
            <ac:spMk id="89" creationId="{32B8E6C2-B948-9CAA-ACD5-07D6BEEC8CC6}"/>
          </ac:spMkLst>
        </pc:spChg>
        <pc:spChg chg="add mod">
          <ac:chgData name="Embedded Development" userId="97690703-89ef-4183-8a66-0c81b6c8ace9" providerId="ADAL" clId="{65595279-B11A-44E5-9023-6BC560F7656F}" dt="2024-02-08T11:16:38.043" v="10396"/>
          <ac:spMkLst>
            <pc:docMk/>
            <pc:sldMk cId="1656820590" sldId="280"/>
            <ac:spMk id="90" creationId="{52CA0D3E-CEBB-5EAC-4F37-3A7B07950F78}"/>
          </ac:spMkLst>
        </pc:spChg>
        <pc:spChg chg="add mod">
          <ac:chgData name="Embedded Development" userId="97690703-89ef-4183-8a66-0c81b6c8ace9" providerId="ADAL" clId="{65595279-B11A-44E5-9023-6BC560F7656F}" dt="2024-02-08T11:16:38.043" v="10396"/>
          <ac:spMkLst>
            <pc:docMk/>
            <pc:sldMk cId="1656820590" sldId="280"/>
            <ac:spMk id="91" creationId="{16D52934-667A-5993-492E-F28DA7E7C5D5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94" creationId="{6F400D75-A1C7-664D-D33C-8706F077E2DB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95" creationId="{96871C59-CD27-F4E7-B06E-DE74D98DC1B6}"/>
          </ac:spMkLst>
        </pc:spChg>
        <pc:spChg chg="add mod">
          <ac:chgData name="Embedded Development" userId="97690703-89ef-4183-8a66-0c81b6c8ace9" providerId="ADAL" clId="{65595279-B11A-44E5-9023-6BC560F7656F}" dt="2024-02-08T11:27:41.105" v="10594" actId="207"/>
          <ac:spMkLst>
            <pc:docMk/>
            <pc:sldMk cId="1656820590" sldId="280"/>
            <ac:spMk id="103" creationId="{CBE599C7-55C6-DBF2-D7DE-60AA341A12A4}"/>
          </ac:spMkLst>
        </pc:spChg>
        <pc:spChg chg="add mod">
          <ac:chgData name="Embedded Development" userId="97690703-89ef-4183-8a66-0c81b6c8ace9" providerId="ADAL" clId="{65595279-B11A-44E5-9023-6BC560F7656F}" dt="2024-02-08T11:30:57.223" v="10686" actId="1036"/>
          <ac:spMkLst>
            <pc:docMk/>
            <pc:sldMk cId="1656820590" sldId="280"/>
            <ac:spMk id="122" creationId="{10E51DF3-21C2-3BC5-DDD9-139075B99AC6}"/>
          </ac:spMkLst>
        </pc:spChg>
        <pc:spChg chg="add mod">
          <ac:chgData name="Embedded Development" userId="97690703-89ef-4183-8a66-0c81b6c8ace9" providerId="ADAL" clId="{65595279-B11A-44E5-9023-6BC560F7656F}" dt="2024-02-09T05:11:59.321" v="10767" actId="20577"/>
          <ac:spMkLst>
            <pc:docMk/>
            <pc:sldMk cId="1656820590" sldId="280"/>
            <ac:spMk id="123" creationId="{F18236B9-2A32-0BE3-04F5-53CDD55C42CB}"/>
          </ac:spMkLst>
        </pc:spChg>
        <pc:spChg chg="add mod">
          <ac:chgData name="Embedded Development" userId="97690703-89ef-4183-8a66-0c81b6c8ace9" providerId="ADAL" clId="{65595279-B11A-44E5-9023-6BC560F7656F}" dt="2024-02-08T11:30:58.411" v="10687"/>
          <ac:spMkLst>
            <pc:docMk/>
            <pc:sldMk cId="1656820590" sldId="280"/>
            <ac:spMk id="124" creationId="{A7D45F0D-A693-BEAA-706A-1499652BD111}"/>
          </ac:spMkLst>
        </pc:spChg>
        <pc:spChg chg="add mod">
          <ac:chgData name="Embedded Development" userId="97690703-89ef-4183-8a66-0c81b6c8ace9" providerId="ADAL" clId="{65595279-B11A-44E5-9023-6BC560F7656F}" dt="2024-02-09T05:11:47.870" v="10757" actId="1076"/>
          <ac:spMkLst>
            <pc:docMk/>
            <pc:sldMk cId="1656820590" sldId="280"/>
            <ac:spMk id="125" creationId="{A418E0A6-1C12-1199-CBCF-6F824E75705E}"/>
          </ac:spMkLst>
        </pc:spChg>
        <pc:grpChg chg="add del mod">
          <ac:chgData name="Embedded Development" userId="97690703-89ef-4183-8a66-0c81b6c8ace9" providerId="ADAL" clId="{65595279-B11A-44E5-9023-6BC560F7656F}" dt="2024-02-08T11:18:34.015" v="10586" actId="165"/>
          <ac:grpSpMkLst>
            <pc:docMk/>
            <pc:sldMk cId="1656820590" sldId="280"/>
            <ac:grpSpMk id="61" creationId="{2B64FE26-B114-723E-F36D-4031FAC93C3E}"/>
          </ac:grpSpMkLst>
        </pc:grpChg>
        <pc:grpChg chg="add del mod">
          <ac:chgData name="Embedded Development" userId="97690703-89ef-4183-8a66-0c81b6c8ace9" providerId="ADAL" clId="{65595279-B11A-44E5-9023-6BC560F7656F}" dt="2024-02-08T11:28:25.391" v="10600" actId="165"/>
          <ac:grpSpMkLst>
            <pc:docMk/>
            <pc:sldMk cId="1656820590" sldId="280"/>
            <ac:grpSpMk id="102" creationId="{90C7A6DB-54DE-BE56-1B4D-1C563AF98549}"/>
          </ac:grpSpMkLst>
        </pc:grpChg>
        <pc:cxnChg chg="add mod">
          <ac:chgData name="Embedded Development" userId="97690703-89ef-4183-8a66-0c81b6c8ace9" providerId="ADAL" clId="{65595279-B11A-44E5-9023-6BC560F7656F}" dt="2024-02-08T11:28:20.093" v="10599" actId="1076"/>
          <ac:cxnSpMkLst>
            <pc:docMk/>
            <pc:sldMk cId="1656820590" sldId="280"/>
            <ac:cxnSpMk id="4" creationId="{7AF9F2FE-A196-447F-E71C-FA0B40FF7E10}"/>
          </ac:cxnSpMkLst>
        </pc:cxnChg>
        <pc:cxnChg chg="add mod">
          <ac:chgData name="Embedded Development" userId="97690703-89ef-4183-8a66-0c81b6c8ace9" providerId="ADAL" clId="{65595279-B11A-44E5-9023-6BC560F7656F}" dt="2024-02-08T11:28:20.093" v="10599" actId="1076"/>
          <ac:cxnSpMkLst>
            <pc:docMk/>
            <pc:sldMk cId="1656820590" sldId="280"/>
            <ac:cxnSpMk id="11" creationId="{FEDA5676-55BC-2F19-98CE-82555851090E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23" creationId="{A46647BB-3E43-4249-6811-7833D1AACE53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27" creationId="{1D0B2AB1-DCB7-E25E-492E-4544D6DE3105}"/>
          </ac:cxnSpMkLst>
        </pc:cxnChg>
        <pc:cxnChg chg="add del mod">
          <ac:chgData name="Embedded Development" userId="97690703-89ef-4183-8a66-0c81b6c8ace9" providerId="ADAL" clId="{65595279-B11A-44E5-9023-6BC560F7656F}" dt="2024-02-08T10:32:03.947" v="7433" actId="478"/>
          <ac:cxnSpMkLst>
            <pc:docMk/>
            <pc:sldMk cId="1656820590" sldId="280"/>
            <ac:cxnSpMk id="28" creationId="{F29D3045-2408-735B-EC07-B98686573960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30" creationId="{19AFA152-730C-8300-1C58-98A24ED327C0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38" creationId="{6B16D6D0-5F91-E0A5-8596-87ABE3EE82B5}"/>
          </ac:cxnSpMkLst>
        </pc:cxnChg>
        <pc:cxnChg chg="add mod">
          <ac:chgData name="Embedded Development" userId="97690703-89ef-4183-8a66-0c81b6c8ace9" providerId="ADAL" clId="{65595279-B11A-44E5-9023-6BC560F7656F}" dt="2024-02-08T11:28:20.093" v="10599" actId="1076"/>
          <ac:cxnSpMkLst>
            <pc:docMk/>
            <pc:sldMk cId="1656820590" sldId="280"/>
            <ac:cxnSpMk id="39" creationId="{BEC3E95F-875D-D7D3-63E1-29FA20396320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42" creationId="{5D241F4D-B18F-6BBD-16A0-3EDF23C06260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43" creationId="{C35246D9-FB9D-4385-AA67-A10A2D4FE484}"/>
          </ac:cxnSpMkLst>
        </pc:cxnChg>
        <pc:cxnChg chg="add mod topLvl">
          <ac:chgData name="Embedded Development" userId="97690703-89ef-4183-8a66-0c81b6c8ace9" providerId="ADAL" clId="{65595279-B11A-44E5-9023-6BC560F7656F}" dt="2024-02-08T11:28:43.911" v="10606" actId="14100"/>
          <ac:cxnSpMkLst>
            <pc:docMk/>
            <pc:sldMk cId="1656820590" sldId="280"/>
            <ac:cxnSpMk id="46" creationId="{337C070F-6931-9157-3BF2-7BBAA899FF00}"/>
          </ac:cxnSpMkLst>
        </pc:cxnChg>
        <pc:cxnChg chg="add mod topLvl">
          <ac:chgData name="Embedded Development" userId="97690703-89ef-4183-8a66-0c81b6c8ace9" providerId="ADAL" clId="{65595279-B11A-44E5-9023-6BC560F7656F}" dt="2024-02-08T11:28:43.911" v="10606" actId="14100"/>
          <ac:cxnSpMkLst>
            <pc:docMk/>
            <pc:sldMk cId="1656820590" sldId="280"/>
            <ac:cxnSpMk id="47" creationId="{818B3CF7-E22F-E255-3296-872BCE73A7D3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49" creationId="{75BBAB84-A67D-FDB9-55BB-16D2AF2DAB4F}"/>
          </ac:cxnSpMkLst>
        </pc:cxnChg>
        <pc:cxnChg chg="del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51" creationId="{74DF587C-BCDA-B28A-0B4E-BA8F533BB124}"/>
          </ac:cxnSpMkLst>
        </pc:cxnChg>
        <pc:cxnChg chg="add del mod">
          <ac:chgData name="Embedded Development" userId="97690703-89ef-4183-8a66-0c81b6c8ace9" providerId="ADAL" clId="{65595279-B11A-44E5-9023-6BC560F7656F}" dt="2024-02-08T10:32:51.585" v="7446" actId="478"/>
          <ac:cxnSpMkLst>
            <pc:docMk/>
            <pc:sldMk cId="1656820590" sldId="280"/>
            <ac:cxnSpMk id="52" creationId="{4C2E427C-5FC8-0E80-51DA-D43DF2442140}"/>
          </ac:cxnSpMkLst>
        </pc:cxnChg>
        <pc:cxnChg chg="add mod topLvl">
          <ac:chgData name="Embedded Development" userId="97690703-89ef-4183-8a66-0c81b6c8ace9" providerId="ADAL" clId="{65595279-B11A-44E5-9023-6BC560F7656F}" dt="2024-02-08T11:28:41.879" v="10605" actId="14100"/>
          <ac:cxnSpMkLst>
            <pc:docMk/>
            <pc:sldMk cId="1656820590" sldId="280"/>
            <ac:cxnSpMk id="57" creationId="{98F396CA-53C9-D72B-6309-A6BEB984258E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67" creationId="{D816655D-42B8-0AFA-C1C6-8C567ED5D8BA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68" creationId="{0393C833-A267-1D8E-5876-461696AF3E45}"/>
          </ac:cxnSpMkLst>
        </pc:cxnChg>
        <pc:cxnChg chg="del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70" creationId="{2C2C423D-587C-9BDE-1E79-C7D7726849DB}"/>
          </ac:cxnSpMkLst>
        </pc:cxnChg>
        <pc:cxnChg chg="add mod">
          <ac:chgData name="Embedded Development" userId="97690703-89ef-4183-8a66-0c81b6c8ace9" providerId="ADAL" clId="{65595279-B11A-44E5-9023-6BC560F7656F}" dt="2024-02-08T11:28:57.866" v="10607" actId="1076"/>
          <ac:cxnSpMkLst>
            <pc:docMk/>
            <pc:sldMk cId="1656820590" sldId="280"/>
            <ac:cxnSpMk id="71" creationId="{FDB6C65A-5DB1-EA98-5F62-BA11A2657B04}"/>
          </ac:cxnSpMkLst>
        </pc:cxnChg>
        <pc:cxnChg chg="add mod">
          <ac:chgData name="Embedded Development" userId="97690703-89ef-4183-8a66-0c81b6c8ace9" providerId="ADAL" clId="{65595279-B11A-44E5-9023-6BC560F7656F}" dt="2024-02-08T11:28:57.866" v="10607" actId="1076"/>
          <ac:cxnSpMkLst>
            <pc:docMk/>
            <pc:sldMk cId="1656820590" sldId="280"/>
            <ac:cxnSpMk id="74" creationId="{F8B0294F-1D6B-871B-EA48-1BD57A5DC50A}"/>
          </ac:cxnSpMkLst>
        </pc:cxnChg>
        <pc:cxnChg chg="add mod">
          <ac:chgData name="Embedded Development" userId="97690703-89ef-4183-8a66-0c81b6c8ace9" providerId="ADAL" clId="{65595279-B11A-44E5-9023-6BC560F7656F}" dt="2024-02-08T11:28:57.866" v="10607" actId="1076"/>
          <ac:cxnSpMkLst>
            <pc:docMk/>
            <pc:sldMk cId="1656820590" sldId="280"/>
            <ac:cxnSpMk id="75" creationId="{37FB50F7-2FF9-CE0C-969D-5F9AAD12257E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79" creationId="{EFD944EF-0C8A-A402-B362-610D0740E63E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85" creationId="{49DD1BE3-A7FB-0FAA-3C62-0060F974F5D1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88" creationId="{9AB57EF5-2AC7-438D-23C3-DBF2EDC0923B}"/>
          </ac:cxnSpMkLst>
        </pc:cxnChg>
        <pc:cxnChg chg="add mod">
          <ac:chgData name="Embedded Development" userId="97690703-89ef-4183-8a66-0c81b6c8ace9" providerId="ADAL" clId="{65595279-B11A-44E5-9023-6BC560F7656F}" dt="2024-02-08T11:16:38.043" v="10396"/>
          <ac:cxnSpMkLst>
            <pc:docMk/>
            <pc:sldMk cId="1656820590" sldId="280"/>
            <ac:cxnSpMk id="92" creationId="{78DF2D0F-8424-F66F-8C45-4F9FC42F4366}"/>
          </ac:cxnSpMkLst>
        </pc:cxnChg>
        <pc:cxnChg chg="add mod">
          <ac:chgData name="Embedded Development" userId="97690703-89ef-4183-8a66-0c81b6c8ace9" providerId="ADAL" clId="{65595279-B11A-44E5-9023-6BC560F7656F}" dt="2024-02-08T11:16:38.043" v="10396"/>
          <ac:cxnSpMkLst>
            <pc:docMk/>
            <pc:sldMk cId="1656820590" sldId="280"/>
            <ac:cxnSpMk id="93" creationId="{5EDFFC4A-9CB5-0C80-11B3-928B447F66F3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96" creationId="{57C588FC-E61F-3DFD-F351-5261E21B2880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97" creationId="{7414C478-B0D2-1E3F-2711-2F12C632A410}"/>
          </ac:cxnSpMkLst>
        </pc:cxnChg>
        <pc:cxnChg chg="add mod">
          <ac:chgData name="Embedded Development" userId="97690703-89ef-4183-8a66-0c81b6c8ace9" providerId="ADAL" clId="{65595279-B11A-44E5-9023-6BC560F7656F}" dt="2024-02-08T11:28:10.545" v="10598" actId="1076"/>
          <ac:cxnSpMkLst>
            <pc:docMk/>
            <pc:sldMk cId="1656820590" sldId="280"/>
            <ac:cxnSpMk id="105" creationId="{FB995976-B3CB-097F-9A02-25025A1D06A2}"/>
          </ac:cxnSpMkLst>
        </pc:cxnChg>
        <pc:cxnChg chg="add">
          <ac:chgData name="Embedded Development" userId="97690703-89ef-4183-8a66-0c81b6c8ace9" providerId="ADAL" clId="{65595279-B11A-44E5-9023-6BC560F7656F}" dt="2024-02-08T11:28:01.092" v="10596" actId="11529"/>
          <ac:cxnSpMkLst>
            <pc:docMk/>
            <pc:sldMk cId="1656820590" sldId="280"/>
            <ac:cxnSpMk id="107" creationId="{7A9EC265-4481-A366-779E-A97F112C2978}"/>
          </ac:cxnSpMkLst>
        </pc:cxnChg>
      </pc:sldChg>
      <pc:sldChg chg="addSp delSp modSp new mod ord">
        <pc:chgData name="Embedded Development" userId="97690703-89ef-4183-8a66-0c81b6c8ace9" providerId="ADAL" clId="{65595279-B11A-44E5-9023-6BC560F7656F}" dt="2024-02-08T11:19:07.369" v="10592"/>
        <pc:sldMkLst>
          <pc:docMk/>
          <pc:sldMk cId="3502151246" sldId="281"/>
        </pc:sldMkLst>
        <pc:spChg chg="del">
          <ac:chgData name="Embedded Development" userId="97690703-89ef-4183-8a66-0c81b6c8ace9" providerId="ADAL" clId="{65595279-B11A-44E5-9023-6BC560F7656F}" dt="2024-02-08T11:06:36.006" v="9117" actId="478"/>
          <ac:spMkLst>
            <pc:docMk/>
            <pc:sldMk cId="3502151246" sldId="281"/>
            <ac:spMk id="2" creationId="{78629847-FDF7-2BB6-C542-D2C05B338C8C}"/>
          </ac:spMkLst>
        </pc:spChg>
        <pc:spChg chg="del">
          <ac:chgData name="Embedded Development" userId="97690703-89ef-4183-8a66-0c81b6c8ace9" providerId="ADAL" clId="{65595279-B11A-44E5-9023-6BC560F7656F}" dt="2024-02-08T11:06:37.865" v="9118" actId="478"/>
          <ac:spMkLst>
            <pc:docMk/>
            <pc:sldMk cId="3502151246" sldId="281"/>
            <ac:spMk id="3" creationId="{14344CAB-3B15-8CF1-C0CC-38B2BF6BD337}"/>
          </ac:spMkLst>
        </pc:spChg>
        <pc:spChg chg="add del mod">
          <ac:chgData name="Embedded Development" userId="97690703-89ef-4183-8a66-0c81b6c8ace9" providerId="ADAL" clId="{65595279-B11A-44E5-9023-6BC560F7656F}" dt="2024-02-08T11:07:04.730" v="9150" actId="478"/>
          <ac:spMkLst>
            <pc:docMk/>
            <pc:sldMk cId="3502151246" sldId="281"/>
            <ac:spMk id="5" creationId="{1939D4B6-BEAC-0ADF-3D34-6272D6C4C3B9}"/>
          </ac:spMkLst>
        </pc:spChg>
        <pc:spChg chg="add mod">
          <ac:chgData name="Embedded Development" userId="97690703-89ef-4183-8a66-0c81b6c8ace9" providerId="ADAL" clId="{65595279-B11A-44E5-9023-6BC560F7656F}" dt="2024-02-08T11:07:14.607" v="9167" actId="1076"/>
          <ac:spMkLst>
            <pc:docMk/>
            <pc:sldMk cId="3502151246" sldId="281"/>
            <ac:spMk id="6" creationId="{708D5A83-61BC-A8DF-1711-08923E2C1C0E}"/>
          </ac:spMkLst>
        </pc:spChg>
        <pc:graphicFrameChg chg="add mod modGraphic">
          <ac:chgData name="Embedded Development" userId="97690703-89ef-4183-8a66-0c81b6c8ace9" providerId="ADAL" clId="{65595279-B11A-44E5-9023-6BC560F7656F}" dt="2024-02-08T11:11:39.697" v="9840" actId="20577"/>
          <ac:graphicFrameMkLst>
            <pc:docMk/>
            <pc:sldMk cId="3502151246" sldId="281"/>
            <ac:graphicFrameMk id="4" creationId="{CA4648CD-F6C0-3A25-412C-5D7C2C93EC49}"/>
          </ac:graphicFrameMkLst>
        </pc:graphicFrameChg>
      </pc:sldChg>
      <pc:sldChg chg="addSp delSp modSp new del mod ord">
        <pc:chgData name="Embedded Development" userId="97690703-89ef-4183-8a66-0c81b6c8ace9" providerId="ADAL" clId="{65595279-B11A-44E5-9023-6BC560F7656F}" dt="2024-02-08T11:05:23.540" v="9110" actId="47"/>
        <pc:sldMkLst>
          <pc:docMk/>
          <pc:sldMk cId="4122333826" sldId="281"/>
        </pc:sldMkLst>
        <pc:spChg chg="del">
          <ac:chgData name="Embedded Development" userId="97690703-89ef-4183-8a66-0c81b6c8ace9" providerId="ADAL" clId="{65595279-B11A-44E5-9023-6BC560F7656F}" dt="2024-02-08T10:53:10.230" v="8088" actId="478"/>
          <ac:spMkLst>
            <pc:docMk/>
            <pc:sldMk cId="4122333826" sldId="281"/>
            <ac:spMk id="2" creationId="{CD471B00-1E14-5D79-A347-46DF7E3A4EDF}"/>
          </ac:spMkLst>
        </pc:spChg>
        <pc:spChg chg="del">
          <ac:chgData name="Embedded Development" userId="97690703-89ef-4183-8a66-0c81b6c8ace9" providerId="ADAL" clId="{65595279-B11A-44E5-9023-6BC560F7656F}" dt="2024-02-08T10:53:11.089" v="8089" actId="478"/>
          <ac:spMkLst>
            <pc:docMk/>
            <pc:sldMk cId="4122333826" sldId="281"/>
            <ac:spMk id="3" creationId="{63058326-985B-5D2E-378F-8C3E14D02EAD}"/>
          </ac:spMkLst>
        </pc:spChg>
        <pc:spChg chg="add del mod">
          <ac:chgData name="Embedded Development" userId="97690703-89ef-4183-8a66-0c81b6c8ace9" providerId="ADAL" clId="{65595279-B11A-44E5-9023-6BC560F7656F}" dt="2024-02-08T10:55:31.684" v="8094"/>
          <ac:spMkLst>
            <pc:docMk/>
            <pc:sldMk cId="4122333826" sldId="281"/>
            <ac:spMk id="4" creationId="{4D2FD5BE-C1E0-8D56-3C3E-6D6A67EFBE08}"/>
          </ac:spMkLst>
        </pc:spChg>
      </pc:sldChg>
      <pc:sldChg chg="addSp modSp add mod ord">
        <pc:chgData name="Embedded Development" userId="97690703-89ef-4183-8a66-0c81b6c8ace9" providerId="ADAL" clId="{65595279-B11A-44E5-9023-6BC560F7656F}" dt="2024-02-09T07:10:38.845" v="12616" actId="123"/>
        <pc:sldMkLst>
          <pc:docMk/>
          <pc:sldMk cId="4027331707" sldId="282"/>
        </pc:sldMkLst>
        <pc:spChg chg="mod">
          <ac:chgData name="Embedded Development" userId="97690703-89ef-4183-8a66-0c81b6c8ace9" providerId="ADAL" clId="{65595279-B11A-44E5-9023-6BC560F7656F}" dt="2024-02-09T05:17:20.693" v="11066" actId="20577"/>
          <ac:spMkLst>
            <pc:docMk/>
            <pc:sldMk cId="4027331707" sldId="282"/>
            <ac:spMk id="2" creationId="{A1096FDC-184C-3218-A689-8C19FFCA536E}"/>
          </ac:spMkLst>
        </pc:spChg>
        <pc:spChg chg="add mod">
          <ac:chgData name="Embedded Development" userId="97690703-89ef-4183-8a66-0c81b6c8ace9" providerId="ADAL" clId="{65595279-B11A-44E5-9023-6BC560F7656F}" dt="2024-02-08T11:09:58.154" v="9642" actId="20577"/>
          <ac:spMkLst>
            <pc:docMk/>
            <pc:sldMk cId="4027331707" sldId="282"/>
            <ac:spMk id="3" creationId="{31C5EF74-B7FB-A8DC-6D72-2FEFF70580D2}"/>
          </ac:spMkLst>
        </pc:spChg>
        <pc:spChg chg="mod">
          <ac:chgData name="Embedded Development" userId="97690703-89ef-4183-8a66-0c81b6c8ace9" providerId="ADAL" clId="{65595279-B11A-44E5-9023-6BC560F7656F}" dt="2024-02-08T11:11:21.180" v="9807" actId="20577"/>
          <ac:spMkLst>
            <pc:docMk/>
            <pc:sldMk cId="4027331707" sldId="282"/>
            <ac:spMk id="5" creationId="{973FEFED-A9A6-F0FD-B8E7-BFB223B30A05}"/>
          </ac:spMkLst>
        </pc:spChg>
        <pc:spChg chg="mod">
          <ac:chgData name="Embedded Development" userId="97690703-89ef-4183-8a66-0c81b6c8ace9" providerId="ADAL" clId="{65595279-B11A-44E5-9023-6BC560F7656F}" dt="2024-02-08T11:11:27.227" v="9834" actId="20577"/>
          <ac:spMkLst>
            <pc:docMk/>
            <pc:sldMk cId="4027331707" sldId="282"/>
            <ac:spMk id="7" creationId="{C04FC62D-8DF0-83F1-B99D-25E6D1BBCAE0}"/>
          </ac:spMkLst>
        </pc:spChg>
        <pc:spChg chg="mod">
          <ac:chgData name="Embedded Development" userId="97690703-89ef-4183-8a66-0c81b6c8ace9" providerId="ADAL" clId="{65595279-B11A-44E5-9023-6BC560F7656F}" dt="2024-02-08T11:09:07.384" v="9519" actId="20577"/>
          <ac:spMkLst>
            <pc:docMk/>
            <pc:sldMk cId="4027331707" sldId="282"/>
            <ac:spMk id="21" creationId="{ECAA8CBB-D68A-ADD1-251C-133CBACDB0AD}"/>
          </ac:spMkLst>
        </pc:spChg>
        <pc:spChg chg="mod">
          <ac:chgData name="Embedded Development" userId="97690703-89ef-4183-8a66-0c81b6c8ace9" providerId="ADAL" clId="{65595279-B11A-44E5-9023-6BC560F7656F}" dt="2024-02-08T11:10:01.889" v="9644" actId="20577"/>
          <ac:spMkLst>
            <pc:docMk/>
            <pc:sldMk cId="4027331707" sldId="282"/>
            <ac:spMk id="22" creationId="{ABF0CF9D-16F5-9426-A4D2-69DF9716BE89}"/>
          </ac:spMkLst>
        </pc:spChg>
        <pc:spChg chg="mod">
          <ac:chgData name="Embedded Development" userId="97690703-89ef-4183-8a66-0c81b6c8ace9" providerId="ADAL" clId="{65595279-B11A-44E5-9023-6BC560F7656F}" dt="2024-02-08T11:09:18.229" v="9536" actId="20577"/>
          <ac:spMkLst>
            <pc:docMk/>
            <pc:sldMk cId="4027331707" sldId="282"/>
            <ac:spMk id="27" creationId="{8F90E561-48CF-5B9D-A4E9-E7436C8B7834}"/>
          </ac:spMkLst>
        </pc:spChg>
        <pc:spChg chg="mod">
          <ac:chgData name="Embedded Development" userId="97690703-89ef-4183-8a66-0c81b6c8ace9" providerId="ADAL" clId="{65595279-B11A-44E5-9023-6BC560F7656F}" dt="2024-02-08T11:10:24.704" v="9736" actId="20577"/>
          <ac:spMkLst>
            <pc:docMk/>
            <pc:sldMk cId="4027331707" sldId="282"/>
            <ac:spMk id="28" creationId="{92F964ED-7BD1-D5B4-E322-035FABB9417F}"/>
          </ac:spMkLst>
        </pc:spChg>
        <pc:spChg chg="mod">
          <ac:chgData name="Embedded Development" userId="97690703-89ef-4183-8a66-0c81b6c8ace9" providerId="ADAL" clId="{65595279-B11A-44E5-9023-6BC560F7656F}" dt="2024-02-08T11:10:44.503" v="9792" actId="20577"/>
          <ac:spMkLst>
            <pc:docMk/>
            <pc:sldMk cId="4027331707" sldId="282"/>
            <ac:spMk id="29" creationId="{F2014E43-91B6-02FD-7AB0-6BEE6A8C4C37}"/>
          </ac:spMkLst>
        </pc:spChg>
        <pc:spChg chg="mod">
          <ac:chgData name="Embedded Development" userId="97690703-89ef-4183-8a66-0c81b6c8ace9" providerId="ADAL" clId="{65595279-B11A-44E5-9023-6BC560F7656F}" dt="2024-02-09T05:17:10.619" v="11045" actId="20577"/>
          <ac:spMkLst>
            <pc:docMk/>
            <pc:sldMk cId="4027331707" sldId="282"/>
            <ac:spMk id="30" creationId="{576D5378-4725-8171-D222-AC654390CCB7}"/>
          </ac:spMkLst>
        </pc:spChg>
        <pc:spChg chg="mod">
          <ac:chgData name="Embedded Development" userId="97690703-89ef-4183-8a66-0c81b6c8ace9" providerId="ADAL" clId="{65595279-B11A-44E5-9023-6BC560F7656F}" dt="2024-02-09T05:16:59.892" v="11023" actId="20577"/>
          <ac:spMkLst>
            <pc:docMk/>
            <pc:sldMk cId="4027331707" sldId="282"/>
            <ac:spMk id="31" creationId="{C370913F-4C82-41C2-A06C-C1F124FE5618}"/>
          </ac:spMkLst>
        </pc:spChg>
        <pc:spChg chg="add mod">
          <ac:chgData name="Embedded Development" userId="97690703-89ef-4183-8a66-0c81b6c8ace9" providerId="ADAL" clId="{65595279-B11A-44E5-9023-6BC560F7656F}" dt="2024-02-09T07:10:38.845" v="12616" actId="123"/>
          <ac:spMkLst>
            <pc:docMk/>
            <pc:sldMk cId="4027331707" sldId="282"/>
            <ac:spMk id="33" creationId="{242CCCE3-3B4B-5A7E-1991-3D26430985B8}"/>
          </ac:spMkLst>
        </pc:spChg>
        <pc:graphicFrameChg chg="modGraphic">
          <ac:chgData name="Embedded Development" userId="97690703-89ef-4183-8a66-0c81b6c8ace9" providerId="ADAL" clId="{65595279-B11A-44E5-9023-6BC560F7656F}" dt="2024-02-08T11:12:49.903" v="9902" actId="20577"/>
          <ac:graphicFrameMkLst>
            <pc:docMk/>
            <pc:sldMk cId="4027331707" sldId="282"/>
            <ac:graphicFrameMk id="4" creationId="{DA2A474B-47E8-A293-1D08-81A56E189C06}"/>
          </ac:graphicFrameMkLst>
        </pc:graphicFrameChg>
        <pc:graphicFrameChg chg="modGraphic">
          <ac:chgData name="Embedded Development" userId="97690703-89ef-4183-8a66-0c81b6c8ace9" providerId="ADAL" clId="{65595279-B11A-44E5-9023-6BC560F7656F}" dt="2024-02-08T11:12:53.326" v="9905" actId="20577"/>
          <ac:graphicFrameMkLst>
            <pc:docMk/>
            <pc:sldMk cId="4027331707" sldId="282"/>
            <ac:graphicFrameMk id="6" creationId="{DB5FDC40-88FD-379F-D9D1-EA7A2F14943F}"/>
          </ac:graphicFrameMkLst>
        </pc:graphicFrameChg>
        <pc:graphicFrameChg chg="modGraphic">
          <ac:chgData name="Embedded Development" userId="97690703-89ef-4183-8a66-0c81b6c8ace9" providerId="ADAL" clId="{65595279-B11A-44E5-9023-6BC560F7656F}" dt="2024-02-08T11:12:33.809" v="9895" actId="14100"/>
          <ac:graphicFrameMkLst>
            <pc:docMk/>
            <pc:sldMk cId="4027331707" sldId="282"/>
            <ac:graphicFrameMk id="8" creationId="{38F8D5E5-D6A2-8749-72D6-69FBF352E20D}"/>
          </ac:graphicFrameMkLst>
        </pc:graphicFrameChg>
        <pc:cxnChg chg="mod">
          <ac:chgData name="Embedded Development" userId="97690703-89ef-4183-8a66-0c81b6c8ace9" providerId="ADAL" clId="{65595279-B11A-44E5-9023-6BC560F7656F}" dt="2024-02-09T05:17:34.799" v="11068" actId="14100"/>
          <ac:cxnSpMkLst>
            <pc:docMk/>
            <pc:sldMk cId="4027331707" sldId="282"/>
            <ac:cxnSpMk id="18" creationId="{8AC675BA-22CA-3619-39B8-C8B034EDF7DE}"/>
          </ac:cxnSpMkLst>
        </pc:cxnChg>
      </pc:sldChg>
      <pc:sldChg chg="delSp new mod ord">
        <pc:chgData name="Embedded Development" userId="97690703-89ef-4183-8a66-0c81b6c8ace9" providerId="ADAL" clId="{65595279-B11A-44E5-9023-6BC560F7656F}" dt="2024-02-09T10:07:31.041" v="12626" actId="478"/>
        <pc:sldMkLst>
          <pc:docMk/>
          <pc:sldMk cId="2549508935" sldId="283"/>
        </pc:sldMkLst>
        <pc:spChg chg="del">
          <ac:chgData name="Embedded Development" userId="97690703-89ef-4183-8a66-0c81b6c8ace9" providerId="ADAL" clId="{65595279-B11A-44E5-9023-6BC560F7656F}" dt="2024-02-09T10:07:29.090" v="12625" actId="478"/>
          <ac:spMkLst>
            <pc:docMk/>
            <pc:sldMk cId="2549508935" sldId="283"/>
            <ac:spMk id="2" creationId="{D7C4056E-61FA-7B3F-11A5-E04921890FE5}"/>
          </ac:spMkLst>
        </pc:spChg>
        <pc:spChg chg="del">
          <ac:chgData name="Embedded Development" userId="97690703-89ef-4183-8a66-0c81b6c8ace9" providerId="ADAL" clId="{65595279-B11A-44E5-9023-6BC560F7656F}" dt="2024-02-09T10:07:31.041" v="12626" actId="478"/>
          <ac:spMkLst>
            <pc:docMk/>
            <pc:sldMk cId="2549508935" sldId="283"/>
            <ac:spMk id="3" creationId="{64F7693F-39A5-CBE1-8E18-E8202EB7B1E0}"/>
          </ac:spMkLst>
        </pc:spChg>
      </pc:sldChg>
    </pc:docChg>
  </pc:docChgLst>
  <pc:docChgLst>
    <pc:chgData name="Embedded Development" userId="S::embedded@qmaxsys.com::97690703-89ef-4183-8a66-0c81b6c8ace9" providerId="AD" clId="Web-{3EED4D40-29A3-D5E3-0DE3-D558757E2E35}"/>
    <pc:docChg chg="modSld">
      <pc:chgData name="Embedded Development" userId="S::embedded@qmaxsys.com::97690703-89ef-4183-8a66-0c81b6c8ace9" providerId="AD" clId="Web-{3EED4D40-29A3-D5E3-0DE3-D558757E2E35}" dt="2024-02-03T11:18:13.093" v="66"/>
      <pc:docMkLst>
        <pc:docMk/>
      </pc:docMkLst>
      <pc:sldChg chg="modSp">
        <pc:chgData name="Embedded Development" userId="S::embedded@qmaxsys.com::97690703-89ef-4183-8a66-0c81b6c8ace9" providerId="AD" clId="Web-{3EED4D40-29A3-D5E3-0DE3-D558757E2E35}" dt="2024-02-03T11:18:13.093" v="66"/>
        <pc:sldMkLst>
          <pc:docMk/>
          <pc:sldMk cId="3511625994" sldId="270"/>
        </pc:sldMkLst>
        <pc:graphicFrameChg chg="mod modGraphic">
          <ac:chgData name="Embedded Development" userId="S::embedded@qmaxsys.com::97690703-89ef-4183-8a66-0c81b6c8ace9" providerId="AD" clId="Web-{3EED4D40-29A3-D5E3-0DE3-D558757E2E35}" dt="2024-02-03T11:18:13.093" v="66"/>
          <ac:graphicFrameMkLst>
            <pc:docMk/>
            <pc:sldMk cId="3511625994" sldId="270"/>
            <ac:graphicFrameMk id="19" creationId="{43D24AB6-18A1-84EC-E94F-C2B7EFE74BDC}"/>
          </ac:graphicFrameMkLst>
        </pc:graphicFrameChg>
        <pc:graphicFrameChg chg="mod modGraphic">
          <ac:chgData name="Embedded Development" userId="S::embedded@qmaxsys.com::97690703-89ef-4183-8a66-0c81b6c8ace9" providerId="AD" clId="Web-{3EED4D40-29A3-D5E3-0DE3-D558757E2E35}" dt="2024-02-03T11:18:04.421" v="62"/>
          <ac:graphicFrameMkLst>
            <pc:docMk/>
            <pc:sldMk cId="3511625994" sldId="270"/>
            <ac:graphicFrameMk id="25" creationId="{77726FC3-6861-BDD8-4A3E-E2A65E2668DE}"/>
          </ac:graphicFrameMkLst>
        </pc:graphicFrameChg>
      </pc:sldChg>
    </pc:docChg>
  </pc:docChgLst>
  <pc:docChgLst>
    <pc:chgData name="Embedded Development" userId="S::embedded@qmaxsys.com::97690703-89ef-4183-8a66-0c81b6c8ace9" providerId="AD" clId="Web-{A5920E66-FCE5-368A-AF6B-5A148E836E21}"/>
    <pc:docChg chg="modSld">
      <pc:chgData name="Embedded Development" userId="S::embedded@qmaxsys.com::97690703-89ef-4183-8a66-0c81b6c8ace9" providerId="AD" clId="Web-{A5920E66-FCE5-368A-AF6B-5A148E836E21}" dt="2024-01-24T10:45:16.326" v="2" actId="20577"/>
      <pc:docMkLst>
        <pc:docMk/>
      </pc:docMkLst>
      <pc:sldChg chg="modSp">
        <pc:chgData name="Embedded Development" userId="S::embedded@qmaxsys.com::97690703-89ef-4183-8a66-0c81b6c8ace9" providerId="AD" clId="Web-{A5920E66-FCE5-368A-AF6B-5A148E836E21}" dt="2024-01-24T10:45:16.326" v="2" actId="20577"/>
        <pc:sldMkLst>
          <pc:docMk/>
          <pc:sldMk cId="286066077" sldId="265"/>
        </pc:sldMkLst>
        <pc:spChg chg="mod">
          <ac:chgData name="Embedded Development" userId="S::embedded@qmaxsys.com::97690703-89ef-4183-8a66-0c81b6c8ace9" providerId="AD" clId="Web-{A5920E66-FCE5-368A-AF6B-5A148E836E21}" dt="2024-01-24T10:45:16.326" v="2" actId="20577"/>
          <ac:spMkLst>
            <pc:docMk/>
            <pc:sldMk cId="286066077" sldId="265"/>
            <ac:spMk id="16" creationId="{93D40C93-9EAC-DA7C-F1AC-42FE6B7D681F}"/>
          </ac:spMkLst>
        </pc:spChg>
      </pc:sldChg>
    </pc:docChg>
  </pc:docChgLst>
  <pc:docChgLst>
    <pc:chgData name="Embedded Development" userId="S::embedded@qmaxsys.com::97690703-89ef-4183-8a66-0c81b6c8ace9" providerId="AD" clId="Web-{61620154-5A10-F336-672A-434E3D223BB2}"/>
    <pc:docChg chg="modSld">
      <pc:chgData name="Embedded Development" userId="S::embedded@qmaxsys.com::97690703-89ef-4183-8a66-0c81b6c8ace9" providerId="AD" clId="Web-{61620154-5A10-F336-672A-434E3D223BB2}" dt="2024-02-06T06:06:20.223" v="13"/>
      <pc:docMkLst>
        <pc:docMk/>
      </pc:docMkLst>
      <pc:sldChg chg="modSp">
        <pc:chgData name="Embedded Development" userId="S::embedded@qmaxsys.com::97690703-89ef-4183-8a66-0c81b6c8ace9" providerId="AD" clId="Web-{61620154-5A10-F336-672A-434E3D223BB2}" dt="2024-02-06T06:06:20.223" v="13"/>
        <pc:sldMkLst>
          <pc:docMk/>
          <pc:sldMk cId="425043199" sldId="257"/>
        </pc:sldMkLst>
        <pc:graphicFrameChg chg="mod modGraphic">
          <ac:chgData name="Embedded Development" userId="S::embedded@qmaxsys.com::97690703-89ef-4183-8a66-0c81b6c8ace9" providerId="AD" clId="Web-{61620154-5A10-F336-672A-434E3D223BB2}" dt="2024-02-06T06:06:20.223" v="13"/>
          <ac:graphicFrameMkLst>
            <pc:docMk/>
            <pc:sldMk cId="425043199" sldId="257"/>
            <ac:graphicFrameMk id="3" creationId="{F9E873BA-09AB-031A-81DA-5C58F6D123F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F5FFF-1928-4D59-A418-087ADB3F915C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5BF2E-B254-44D5-A27B-1B068F398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97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EA31C-2820-FFC0-C8DF-C5EA9779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3D099-3970-A62F-D9A9-81D3D086A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FE3C1-48A4-4BB8-5B99-D07843973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9CF43-64A7-0CE7-D6D6-99195EF0A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BF2E-B254-44D5-A27B-1B068F3986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888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BF2E-B254-44D5-A27B-1B068F3986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269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F44A-FA30-E9CB-5647-12CE343BE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6B7FA-1561-0FB1-4051-14840CEE8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0C7D1-F1B0-E584-A751-19CA1EA3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0E66A-2FE1-E021-9411-167EB450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23F3-1D28-CECF-452A-B76AFAD7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65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0A54-C13A-0834-CABB-BB1FBEF2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82BF-ECCB-0BBC-DEDA-62D766A19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77AC9-96E7-0C5B-C4AA-364402D1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15964-58E5-55B3-3369-5D7D3299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76DD-3E76-3521-EE40-3FBF3F86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9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D059-BF34-036D-60D5-DE6D3543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78D05-773B-16B0-DB57-F9BAC0B0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6A305-59C8-7568-D9ED-A0B502F61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9CE7C-36A5-9CE9-DB0E-CA679866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4ED1A-E721-0A45-07CF-43ED3514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48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AD2E-B08D-BB11-3C40-7694416F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5AC6-5593-5CCF-4509-2A3D17B0D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F4BA-A074-B91E-81BF-12526AC2E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0D0B5-094F-0A57-18FB-9420553E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E939F-89F7-8169-C79B-9E5436AB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16EBA-8B39-0F3A-8F67-A2257DD9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06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2C3E-4311-CA58-A19B-DAEF2EE0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61E5E-4EB9-0DBD-AD79-E4080D0C0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CA6B0-492B-E670-2D0D-1C5DD3272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C36A-A454-A0C1-795D-1B5050C97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469C6-473A-364C-F639-81AD798476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767B-5626-4B13-8049-1636153E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9F332-A677-653A-5EF2-E96868F3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A655A8-1D53-7277-8B66-C823343C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44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1344-23BB-4A7C-CD19-F6069DE5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4223D-E7AB-A13E-6495-EEA60CD2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1D272-7FAE-69F2-BB8B-7CD5DBFD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AB61C-B6D4-B919-D28E-00E727E0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74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2DBCB-B232-1DFD-DB54-D1C1D437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630F7-61F2-11C1-E36D-BF94669A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5992-CDE0-9D9E-09A2-860FA20F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71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4AD8-30EE-10C0-48E4-541D4B93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E880-E501-D32C-0B0C-57A2B3E9A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BD20E-7D8B-61BC-1AB8-9623B0A3C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9E6E9-0E6A-E52F-DBC8-DC35F68F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AC50A-D260-9A9F-1A01-3D4628F2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4E30D-F2E3-C9E3-E03D-9B78C29B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68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FB08-D95B-BA1C-3835-5466CAB22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B6238-1428-1006-3EB3-BE66E63B3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19CD2-A169-C137-BCAB-F839E91E1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23F07-4C9E-19A6-738E-B4450CAD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66939-AA44-38A9-8903-B34F4297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BEA35-C119-9202-BA8A-72C462F4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327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381A-D3EF-2EDF-77C8-21D036CD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9DF1C-0B5D-2A45-B71F-A32D82F2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CA41D-4185-4AF7-EDE8-55B56E3C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73BB8-CD3C-72CE-7803-68C54E98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66795-8AB1-2AA7-F9E2-734B770F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83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D2C016-37F9-069B-4A5C-10A872229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02AF0-E736-765F-602A-AC3D10A53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93F0-9772-C9AC-0122-6B39E505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4E111-169A-D16D-5C3A-97466BC1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FA930-FD33-C7A3-2EE0-95EA3D3F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785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61900" y="3785246"/>
            <a:ext cx="69556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917661" y="3377550"/>
            <a:ext cx="9624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Google Shape;12;p2"/>
          <p:cNvSpPr/>
          <p:nvPr/>
        </p:nvSpPr>
        <p:spPr>
          <a:xfrm>
            <a:off x="8879815" y="3377550"/>
            <a:ext cx="9624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" name="Google Shape;13;p2"/>
          <p:cNvSpPr/>
          <p:nvPr/>
        </p:nvSpPr>
        <p:spPr>
          <a:xfrm>
            <a:off x="-1" y="3377550"/>
            <a:ext cx="9624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" name="Google Shape;14;p2"/>
          <p:cNvSpPr/>
          <p:nvPr/>
        </p:nvSpPr>
        <p:spPr>
          <a:xfrm>
            <a:off x="961900" y="3377550"/>
            <a:ext cx="6955600" cy="1029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7582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D5696-CB1A-67AC-1450-E8B2D914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09DEC-876F-EEF4-27F8-5677A140B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CF48-7C6D-4397-67BD-078E88667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443B1-D4AC-434C-886C-BD0B52E8C02D}" type="datetimeFigureOut">
              <a:rPr lang="en-IN" smtClean="0"/>
              <a:t>12-02-2024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AC9A1-0BB2-061E-0BFD-0F30DC076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CB2D-A870-251F-3BEE-7ACBEB455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0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0.xml"/><Relationship Id="rId4" Type="http://schemas.openxmlformats.org/officeDocument/2006/relationships/slide" Target="slide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>
            <a:spLocks noGrp="1"/>
          </p:cNvSpPr>
          <p:nvPr>
            <p:ph type="ctrTitle"/>
          </p:nvPr>
        </p:nvSpPr>
        <p:spPr>
          <a:xfrm>
            <a:off x="128104" y="2368362"/>
            <a:ext cx="11189253" cy="18204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/>
              <a:t>BLE Mesh based IR AC Controller</a:t>
            </a:r>
            <a:br>
              <a:rPr lang="en-US" sz="4000"/>
            </a:br>
            <a:r>
              <a:rPr lang="en-CA" altLang="en-US" sz="4000"/>
              <a:t>Software Design Document-Cloud &amp; Gateway</a:t>
            </a:r>
            <a:endParaRPr lang="en-US" sz="4000">
              <a:cs typeface="Calibri Light"/>
            </a:endParaRPr>
          </a:p>
        </p:txBody>
      </p:sp>
      <p:sp>
        <p:nvSpPr>
          <p:cNvPr id="2" name="Google Shape;88;p12">
            <a:extLst>
              <a:ext uri="{FF2B5EF4-FFF2-40B4-BE49-F238E27FC236}">
                <a16:creationId xmlns:a16="http://schemas.microsoft.com/office/drawing/2014/main" id="{B59E0AA7-9EA0-D0FF-B014-34A4F38781A0}"/>
              </a:ext>
            </a:extLst>
          </p:cNvPr>
          <p:cNvSpPr txBox="1">
            <a:spLocks/>
          </p:cNvSpPr>
          <p:nvPr/>
        </p:nvSpPr>
        <p:spPr>
          <a:xfrm>
            <a:off x="6390640" y="4073375"/>
            <a:ext cx="5803056" cy="1820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600"/>
              <a:t>Prepared by:-Kulasekaran </a:t>
            </a:r>
          </a:p>
        </p:txBody>
      </p:sp>
      <p:sp>
        <p:nvSpPr>
          <p:cNvPr id="3" name="Google Shape;88;p12">
            <a:extLst>
              <a:ext uri="{FF2B5EF4-FFF2-40B4-BE49-F238E27FC236}">
                <a16:creationId xmlns:a16="http://schemas.microsoft.com/office/drawing/2014/main" id="{6E0C6837-B36A-9AF5-4B8F-CC4381F28FB5}"/>
              </a:ext>
            </a:extLst>
          </p:cNvPr>
          <p:cNvSpPr txBox="1">
            <a:spLocks/>
          </p:cNvSpPr>
          <p:nvPr/>
        </p:nvSpPr>
        <p:spPr>
          <a:xfrm>
            <a:off x="9296399" y="5963135"/>
            <a:ext cx="2897296" cy="814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Font typeface="Raleway"/>
              <a:buNone/>
              <a:defRPr sz="4800" b="0" i="0" u="none" strike="noStrike" cap="none">
                <a:solidFill>
                  <a:srgbClr val="2185C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600"/>
              <a:t>12-Feb-2024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7E7399-0390-B13A-8A43-58EC026E10CB}"/>
              </a:ext>
            </a:extLst>
          </p:cNvPr>
          <p:cNvSpPr/>
          <p:nvPr/>
        </p:nvSpPr>
        <p:spPr>
          <a:xfrm>
            <a:off x="371475" y="263525"/>
            <a:ext cx="11430000" cy="38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Reference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1F59D9-6954-8202-0A9C-B72BFF4C8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093581"/>
              </p:ext>
            </p:extLst>
          </p:nvPr>
        </p:nvGraphicFramePr>
        <p:xfrm>
          <a:off x="371476" y="719666"/>
          <a:ext cx="11430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458">
                  <a:extLst>
                    <a:ext uri="{9D8B030D-6E8A-4147-A177-3AD203B41FA5}">
                      <a16:colId xmlns:a16="http://schemas.microsoft.com/office/drawing/2014/main" val="1001983866"/>
                    </a:ext>
                  </a:extLst>
                </a:gridCol>
                <a:gridCol w="3045041">
                  <a:extLst>
                    <a:ext uri="{9D8B030D-6E8A-4147-A177-3AD203B41FA5}">
                      <a16:colId xmlns:a16="http://schemas.microsoft.com/office/drawing/2014/main" val="1405098406"/>
                    </a:ext>
                  </a:extLst>
                </a:gridCol>
                <a:gridCol w="6066501">
                  <a:extLst>
                    <a:ext uri="{9D8B030D-6E8A-4147-A177-3AD203B41FA5}">
                      <a16:colId xmlns:a16="http://schemas.microsoft.com/office/drawing/2014/main" val="1881696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+mj-lt"/>
                        </a:rPr>
                        <a:t>JsonPacketID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+mj-lt"/>
                        </a:rPr>
                        <a:t>Packet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+mj-lt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96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Gateway 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packet containing information about </a:t>
                      </a:r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Gateway</a:t>
                      </a:r>
                      <a:r>
                        <a:rPr lang="en-IN" sz="1100">
                          <a:latin typeface="+mj-lt"/>
                        </a:rPr>
                        <a:t> to add it into the mesh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93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Gateway 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ack to cloud containing information about a </a:t>
                      </a:r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Gateway</a:t>
                      </a:r>
                      <a:r>
                        <a:rPr lang="en-IN" sz="1100">
                          <a:latin typeface="+mj-lt"/>
                        </a:rPr>
                        <a:t> configuration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10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Gateway Unregistration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packet containing information about Gateway to remove it from the mesh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590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Gateway AC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packet containing all AC setting information </a:t>
                      </a:r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</a:t>
                      </a:r>
                      <a:r>
                        <a:rPr lang="en-IN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controlling</a:t>
                      </a:r>
                      <a:r>
                        <a:rPr lang="en-IN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AC using a Gateway</a:t>
                      </a:r>
                      <a:endParaRPr lang="en-IN" sz="110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5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Gateway AC Locking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ack to cloud containing information about locking from Gateway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67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Gateway Reconfiguration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packet which will set gateway to enter configuration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15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Node Provisioning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packet containing information about node to add into the mesh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204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Node 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ack to cloud containing information about a node configuration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308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Node Unprovisioning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packet containing information about node to remove it from the mesh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638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Node AC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packet contatining all AC setting information for controlling AC using a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97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Node AC Locking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ack to cloud containing information about locking from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340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+mj-lt"/>
                        </a:rPr>
                        <a:t>Node Reconfiguration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latin typeface="+mj-lt"/>
                        </a:rPr>
                        <a:t>Json packet which will set Node to enter configuration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53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50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2155-BA8D-F766-984F-BE6BAF669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6A802B-E87C-4F53-0AFD-95EFDC9E2783}"/>
              </a:ext>
            </a:extLst>
          </p:cNvPr>
          <p:cNvSpPr/>
          <p:nvPr/>
        </p:nvSpPr>
        <p:spPr>
          <a:xfrm>
            <a:off x="371475" y="263525"/>
            <a:ext cx="11430000" cy="38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PROCESS FLOW DIAGRAM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23D34D3-F0C9-8604-0750-A0A0E5757D4A}"/>
              </a:ext>
            </a:extLst>
          </p:cNvPr>
          <p:cNvGrpSpPr/>
          <p:nvPr/>
        </p:nvGrpSpPr>
        <p:grpSpPr>
          <a:xfrm>
            <a:off x="371475" y="958850"/>
            <a:ext cx="11439525" cy="5553075"/>
            <a:chOff x="371475" y="958850"/>
            <a:chExt cx="11439525" cy="55530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C2EED68-78FC-186E-6043-762C4C1E3CCF}"/>
                </a:ext>
              </a:extLst>
            </p:cNvPr>
            <p:cNvGrpSpPr/>
            <p:nvPr/>
          </p:nvGrpSpPr>
          <p:grpSpPr>
            <a:xfrm>
              <a:off x="371475" y="958850"/>
              <a:ext cx="11439525" cy="5553075"/>
              <a:chOff x="371475" y="958850"/>
              <a:chExt cx="11439525" cy="555307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37FB810-1F8F-8B42-F673-6680DA39EDAC}"/>
                  </a:ext>
                </a:extLst>
              </p:cNvPr>
              <p:cNvGrpSpPr/>
              <p:nvPr/>
            </p:nvGrpSpPr>
            <p:grpSpPr>
              <a:xfrm>
                <a:off x="371475" y="958850"/>
                <a:ext cx="11439525" cy="5553075"/>
                <a:chOff x="371475" y="958850"/>
                <a:chExt cx="11439525" cy="5553075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BBEB517-E46A-A562-E805-C3A8B6C38001}"/>
                    </a:ext>
                  </a:extLst>
                </p:cNvPr>
                <p:cNvSpPr/>
                <p:nvPr/>
              </p:nvSpPr>
              <p:spPr>
                <a:xfrm>
                  <a:off x="371475" y="958850"/>
                  <a:ext cx="11430000" cy="55530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8C506F5B-FD8A-63EA-9875-E190AE84FB94}"/>
                    </a:ext>
                  </a:extLst>
                </p:cNvPr>
                <p:cNvCxnSpPr/>
                <p:nvPr/>
              </p:nvCxnSpPr>
              <p:spPr>
                <a:xfrm>
                  <a:off x="371475" y="2667000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9C45463-FA15-36AA-89D8-F22B4806F189}"/>
                    </a:ext>
                  </a:extLst>
                </p:cNvPr>
                <p:cNvCxnSpPr/>
                <p:nvPr/>
              </p:nvCxnSpPr>
              <p:spPr>
                <a:xfrm>
                  <a:off x="381000" y="4543425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34C12-44AF-AFF2-9673-ABE085A3E14E}"/>
                  </a:ext>
                </a:extLst>
              </p:cNvPr>
              <p:cNvCxnSpPr/>
              <p:nvPr/>
            </p:nvCxnSpPr>
            <p:spPr>
              <a:xfrm>
                <a:off x="742950" y="958850"/>
                <a:ext cx="0" cy="55530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66AED3-C45A-BF1A-2272-CC6CC3AA150D}"/>
                </a:ext>
              </a:extLst>
            </p:cNvPr>
            <p:cNvSpPr txBox="1"/>
            <p:nvPr/>
          </p:nvSpPr>
          <p:spPr>
            <a:xfrm rot="16200000">
              <a:off x="-67745" y="1628259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Cloud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1C5E96E-11A4-F144-96D6-850D0FB457A9}"/>
                </a:ext>
              </a:extLst>
            </p:cNvPr>
            <p:cNvSpPr txBox="1"/>
            <p:nvPr/>
          </p:nvSpPr>
          <p:spPr>
            <a:xfrm rot="16200000">
              <a:off x="-84654" y="34610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Gateway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35DD42-F4AE-485F-3C31-87D03BF09F36}"/>
                </a:ext>
              </a:extLst>
            </p:cNvPr>
            <p:cNvSpPr txBox="1"/>
            <p:nvPr/>
          </p:nvSpPr>
          <p:spPr>
            <a:xfrm rot="16200000">
              <a:off x="-86795" y="54041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Node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DA4A488-04FF-57CD-42B6-6C85E797F40E}"/>
              </a:ext>
            </a:extLst>
          </p:cNvPr>
          <p:cNvSpPr/>
          <p:nvPr/>
        </p:nvSpPr>
        <p:spPr>
          <a:xfrm>
            <a:off x="1045614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scans QR code on the Gateway device with mobile app. </a:t>
            </a:r>
            <a:r>
              <a:rPr lang="en-IN" sz="1000">
                <a:solidFill>
                  <a:schemeClr val="tx1"/>
                </a:solidFill>
                <a:hlinkClick r:id="rId2" action="ppaction://hlinksldjump"/>
              </a:rPr>
              <a:t>Registration packet </a:t>
            </a:r>
            <a:r>
              <a:rPr lang="en-IN" sz="1000">
                <a:solidFill>
                  <a:schemeClr val="tx1"/>
                </a:solidFill>
              </a:rPr>
              <a:t>with Gateway details gets sent.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E64B20-B29D-C301-2E97-947AC30A7896}"/>
              </a:ext>
            </a:extLst>
          </p:cNvPr>
          <p:cNvSpPr/>
          <p:nvPr/>
        </p:nvSpPr>
        <p:spPr>
          <a:xfrm>
            <a:off x="1045614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Registration packet is received. Gateway is added into network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4D2F701-E8E3-E3C8-94BD-98FFEE4C1EDF}"/>
              </a:ext>
            </a:extLst>
          </p:cNvPr>
          <p:cNvCxnSpPr>
            <a:stCxn id="17" idx="2"/>
          </p:cNvCxnSpPr>
          <p:nvPr/>
        </p:nvCxnSpPr>
        <p:spPr>
          <a:xfrm>
            <a:off x="1750465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9AEC676-158E-7995-6D53-1F7D7D6FA513}"/>
              </a:ext>
            </a:extLst>
          </p:cNvPr>
          <p:cNvSpPr/>
          <p:nvPr/>
        </p:nvSpPr>
        <p:spPr>
          <a:xfrm>
            <a:off x="2695576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about the registration status.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C6A774-5A65-1ABD-5F95-DE928EA6EE2A}"/>
              </a:ext>
            </a:extLst>
          </p:cNvPr>
          <p:cNvSpPr/>
          <p:nvPr/>
        </p:nvSpPr>
        <p:spPr>
          <a:xfrm>
            <a:off x="2695576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Registration ack is sent to cloud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FECC12-FE05-8452-368F-6FE20CC67B77}"/>
              </a:ext>
            </a:extLst>
          </p:cNvPr>
          <p:cNvCxnSpPr>
            <a:cxnSpLocks/>
            <a:stCxn id="37" idx="0"/>
            <a:endCxn id="36" idx="2"/>
          </p:cNvCxnSpPr>
          <p:nvPr/>
        </p:nvCxnSpPr>
        <p:spPr>
          <a:xfrm flipV="1">
            <a:off x="3400426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EE55F19-C7AD-8095-0E4B-55CD53A4917D}"/>
              </a:ext>
            </a:extLst>
          </p:cNvPr>
          <p:cNvCxnSpPr>
            <a:stCxn id="18" idx="2"/>
            <a:endCxn id="37" idx="2"/>
          </p:cNvCxnSpPr>
          <p:nvPr/>
        </p:nvCxnSpPr>
        <p:spPr>
          <a:xfrm rot="16200000" flipH="1">
            <a:off x="2575445" y="3105643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D85DD374-9516-7590-3657-F0FB808C77D7}"/>
              </a:ext>
            </a:extLst>
          </p:cNvPr>
          <p:cNvSpPr/>
          <p:nvPr/>
        </p:nvSpPr>
        <p:spPr>
          <a:xfrm>
            <a:off x="371475" y="642485"/>
            <a:ext cx="11429999" cy="3252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2700660-D2AF-6EA4-45D2-736C1763EF12}"/>
              </a:ext>
            </a:extLst>
          </p:cNvPr>
          <p:cNvCxnSpPr/>
          <p:nvPr/>
        </p:nvCxnSpPr>
        <p:spPr>
          <a:xfrm>
            <a:off x="4552950" y="651899"/>
            <a:ext cx="0" cy="5867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DEF053A3-8407-6857-41F2-CF70FB1B6BF5}"/>
              </a:ext>
            </a:extLst>
          </p:cNvPr>
          <p:cNvSpPr/>
          <p:nvPr/>
        </p:nvSpPr>
        <p:spPr>
          <a:xfrm>
            <a:off x="1627387" y="657594"/>
            <a:ext cx="1887099" cy="2763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Gateway Registration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0D34F7-9759-FBAA-7064-554F9BAC1CC3}"/>
              </a:ext>
            </a:extLst>
          </p:cNvPr>
          <p:cNvSpPr/>
          <p:nvPr/>
        </p:nvSpPr>
        <p:spPr>
          <a:xfrm>
            <a:off x="6374745" y="306269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Configuration status ack is sent to cloud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4A6BD-896F-55A7-290A-88C08B693603}"/>
              </a:ext>
            </a:extLst>
          </p:cNvPr>
          <p:cNvSpPr/>
          <p:nvPr/>
        </p:nvSpPr>
        <p:spPr>
          <a:xfrm>
            <a:off x="6374743" y="1104024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gets notified regarding the </a:t>
            </a:r>
            <a:r>
              <a:rPr lang="en-IN" sz="1000">
                <a:solidFill>
                  <a:schemeClr val="tx1"/>
                </a:solidFill>
                <a:hlinkClick r:id="rId3" action="ppaction://hlinksldjump"/>
              </a:rPr>
              <a:t>configuration status </a:t>
            </a:r>
            <a:r>
              <a:rPr lang="en-IN" sz="1000">
                <a:solidFill>
                  <a:schemeClr val="tx1"/>
                </a:solidFill>
              </a:rPr>
              <a:t>of the Gateway.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A492341-64F0-1308-45EC-EBA870773057}"/>
              </a:ext>
            </a:extLst>
          </p:cNvPr>
          <p:cNvCxnSpPr>
            <a:cxnSpLocks/>
            <a:stCxn id="2" idx="0"/>
            <a:endCxn id="3" idx="2"/>
          </p:cNvCxnSpPr>
          <p:nvPr/>
        </p:nvCxnSpPr>
        <p:spPr>
          <a:xfrm flipH="1" flipV="1">
            <a:off x="7079594" y="2289031"/>
            <a:ext cx="1" cy="77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E736764-82BB-04CA-FE2B-5D9594951BDA}"/>
              </a:ext>
            </a:extLst>
          </p:cNvPr>
          <p:cNvSpPr/>
          <p:nvPr/>
        </p:nvSpPr>
        <p:spPr>
          <a:xfrm>
            <a:off x="5310971" y="666472"/>
            <a:ext cx="1976963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Gateway Configuration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C632ED-59AF-EC06-E2EA-4FDF811549A7}"/>
              </a:ext>
            </a:extLst>
          </p:cNvPr>
          <p:cNvCxnSpPr/>
          <p:nvPr/>
        </p:nvCxnSpPr>
        <p:spPr>
          <a:xfrm>
            <a:off x="8039100" y="633607"/>
            <a:ext cx="0" cy="5885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2354B0D-FDE9-A005-526A-195FCAC6CAE4}"/>
              </a:ext>
            </a:extLst>
          </p:cNvPr>
          <p:cNvSpPr/>
          <p:nvPr/>
        </p:nvSpPr>
        <p:spPr>
          <a:xfrm>
            <a:off x="4724783" y="307117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Registered gateway will listen for supported AC remotes’s button press. 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2832F77-582E-1DFB-A150-96105427E0F4}"/>
              </a:ext>
            </a:extLst>
          </p:cNvPr>
          <p:cNvCxnSpPr/>
          <p:nvPr/>
        </p:nvCxnSpPr>
        <p:spPr>
          <a:xfrm rot="16200000" flipH="1">
            <a:off x="6248264" y="3118344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3957946-8AA2-EC11-FD66-794945EFC601}"/>
              </a:ext>
            </a:extLst>
          </p:cNvPr>
          <p:cNvSpPr/>
          <p:nvPr/>
        </p:nvSpPr>
        <p:spPr>
          <a:xfrm>
            <a:off x="9129760" y="657594"/>
            <a:ext cx="1905183" cy="2763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Gateway Unregistration</a:t>
            </a:r>
            <a:endParaRPr lang="en-IN" sz="1400">
              <a:solidFill>
                <a:schemeClr val="tx1"/>
              </a:solidFill>
              <a:cs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F78E65-ADAD-161D-CAC5-61BCA821F68B}"/>
              </a:ext>
            </a:extLst>
          </p:cNvPr>
          <p:cNvSpPr/>
          <p:nvPr/>
        </p:nvSpPr>
        <p:spPr>
          <a:xfrm>
            <a:off x="8355171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presses unregister button in the Mobile app for specific Gateway device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85FBD8-8096-D309-2052-DEB5A5042B10}"/>
              </a:ext>
            </a:extLst>
          </p:cNvPr>
          <p:cNvSpPr/>
          <p:nvPr/>
        </p:nvSpPr>
        <p:spPr>
          <a:xfrm>
            <a:off x="8355171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  <a:hlinkClick r:id="rId4" action="ppaction://hlinksldjump"/>
              </a:rPr>
              <a:t>Unregistration packet</a:t>
            </a:r>
            <a:r>
              <a:rPr lang="en-IN" sz="1000">
                <a:solidFill>
                  <a:schemeClr val="tx1"/>
                </a:solidFill>
              </a:rPr>
              <a:t> is received. Gateway is removed from network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F2F94A-C46B-3178-CB2D-ED5953AA97B7}"/>
              </a:ext>
            </a:extLst>
          </p:cNvPr>
          <p:cNvCxnSpPr>
            <a:stCxn id="27" idx="2"/>
          </p:cNvCxnSpPr>
          <p:nvPr/>
        </p:nvCxnSpPr>
        <p:spPr>
          <a:xfrm>
            <a:off x="9060022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F89039C-7DCE-CE7A-088A-59E0398B674B}"/>
              </a:ext>
            </a:extLst>
          </p:cNvPr>
          <p:cNvSpPr/>
          <p:nvPr/>
        </p:nvSpPr>
        <p:spPr>
          <a:xfrm>
            <a:off x="10005133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about the Unregistration status.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DE5571-52CC-BFFF-34C9-AB7ABBB2C93A}"/>
              </a:ext>
            </a:extLst>
          </p:cNvPr>
          <p:cNvSpPr/>
          <p:nvPr/>
        </p:nvSpPr>
        <p:spPr>
          <a:xfrm>
            <a:off x="10005133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Unregistration ack is sent to cloud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F694003-2F0A-70B5-7537-C62FCC33F1F1}"/>
              </a:ext>
            </a:extLst>
          </p:cNvPr>
          <p:cNvCxnSpPr>
            <a:stCxn id="28" idx="2"/>
            <a:endCxn id="31" idx="2"/>
          </p:cNvCxnSpPr>
          <p:nvPr/>
        </p:nvCxnSpPr>
        <p:spPr>
          <a:xfrm rot="16200000" flipH="1">
            <a:off x="9885002" y="3105643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86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7EE70-6AD5-98EB-71D9-425654CB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3E7D42-E178-A862-565A-8A95F3FDB420}"/>
              </a:ext>
            </a:extLst>
          </p:cNvPr>
          <p:cNvSpPr/>
          <p:nvPr/>
        </p:nvSpPr>
        <p:spPr>
          <a:xfrm>
            <a:off x="371475" y="263525"/>
            <a:ext cx="11439292" cy="370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PROCESS FLOW DIAGRAM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7C0A6E-33A1-5BA3-68DF-8ED96A1DD867}"/>
              </a:ext>
            </a:extLst>
          </p:cNvPr>
          <p:cNvGrpSpPr/>
          <p:nvPr/>
        </p:nvGrpSpPr>
        <p:grpSpPr>
          <a:xfrm>
            <a:off x="371475" y="958850"/>
            <a:ext cx="11439525" cy="5553075"/>
            <a:chOff x="371475" y="958850"/>
            <a:chExt cx="11439525" cy="55530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C751F2-4EA1-6099-44CC-2F5009597360}"/>
                </a:ext>
              </a:extLst>
            </p:cNvPr>
            <p:cNvGrpSpPr/>
            <p:nvPr/>
          </p:nvGrpSpPr>
          <p:grpSpPr>
            <a:xfrm>
              <a:off x="371475" y="958850"/>
              <a:ext cx="11439525" cy="5553075"/>
              <a:chOff x="371475" y="958850"/>
              <a:chExt cx="11439525" cy="555307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0BE86CF-FC6A-C716-F636-5622D090155D}"/>
                  </a:ext>
                </a:extLst>
              </p:cNvPr>
              <p:cNvGrpSpPr/>
              <p:nvPr/>
            </p:nvGrpSpPr>
            <p:grpSpPr>
              <a:xfrm>
                <a:off x="371475" y="958850"/>
                <a:ext cx="11439525" cy="5553075"/>
                <a:chOff x="371475" y="958850"/>
                <a:chExt cx="11439525" cy="5553075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B6F5B9D-A343-42E6-DDDE-02967F4078ED}"/>
                    </a:ext>
                  </a:extLst>
                </p:cNvPr>
                <p:cNvSpPr/>
                <p:nvPr/>
              </p:nvSpPr>
              <p:spPr>
                <a:xfrm>
                  <a:off x="371475" y="958850"/>
                  <a:ext cx="11430000" cy="55530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5C9E1FB6-C48E-36A5-DF23-FAA73ECA6EF2}"/>
                    </a:ext>
                  </a:extLst>
                </p:cNvPr>
                <p:cNvCxnSpPr/>
                <p:nvPr/>
              </p:nvCxnSpPr>
              <p:spPr>
                <a:xfrm>
                  <a:off x="371475" y="2667000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05AB5592-DD32-A74C-DBF8-3267BAB7D34C}"/>
                    </a:ext>
                  </a:extLst>
                </p:cNvPr>
                <p:cNvCxnSpPr/>
                <p:nvPr/>
              </p:nvCxnSpPr>
              <p:spPr>
                <a:xfrm>
                  <a:off x="381000" y="4543425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2D7B34D-5A99-19A4-BFCF-4E6E5DD08C25}"/>
                  </a:ext>
                </a:extLst>
              </p:cNvPr>
              <p:cNvCxnSpPr/>
              <p:nvPr/>
            </p:nvCxnSpPr>
            <p:spPr>
              <a:xfrm>
                <a:off x="742950" y="958850"/>
                <a:ext cx="0" cy="55530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E4CFFA-0F32-4E9F-F6A5-0386126D70F3}"/>
                </a:ext>
              </a:extLst>
            </p:cNvPr>
            <p:cNvSpPr txBox="1"/>
            <p:nvPr/>
          </p:nvSpPr>
          <p:spPr>
            <a:xfrm rot="16200000">
              <a:off x="-67745" y="1628259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Cloud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62A94F-864E-25EF-B218-5BC0EEF58098}"/>
                </a:ext>
              </a:extLst>
            </p:cNvPr>
            <p:cNvSpPr txBox="1"/>
            <p:nvPr/>
          </p:nvSpPr>
          <p:spPr>
            <a:xfrm rot="16200000">
              <a:off x="-84654" y="34610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Gateway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82C1C5-6EAE-2D85-6B08-4B4504C543CB}"/>
                </a:ext>
              </a:extLst>
            </p:cNvPr>
            <p:cNvSpPr txBox="1"/>
            <p:nvPr/>
          </p:nvSpPr>
          <p:spPr>
            <a:xfrm rot="16200000">
              <a:off x="-86795" y="54041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Node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FCFFFBB-FD12-BCE3-AC08-0B6348B28DB2}"/>
              </a:ext>
            </a:extLst>
          </p:cNvPr>
          <p:cNvSpPr/>
          <p:nvPr/>
        </p:nvSpPr>
        <p:spPr>
          <a:xfrm>
            <a:off x="1113886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inputs AC control setting in the app for a particular Node and presses the control button. </a:t>
            </a:r>
            <a:r>
              <a:rPr lang="en-IN" sz="1000">
                <a:solidFill>
                  <a:schemeClr val="tx1"/>
                </a:solidFill>
                <a:hlinkClick r:id="rId3" action="ppaction://hlinksldjump"/>
              </a:rPr>
              <a:t>Control packet </a:t>
            </a:r>
            <a:r>
              <a:rPr lang="en-IN" sz="1000">
                <a:solidFill>
                  <a:schemeClr val="tx1"/>
                </a:solidFill>
              </a:rPr>
              <a:t>gets sent from cloud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6AD96A-B6B6-4FBD-CB1C-4FBBC8F5FED1}"/>
              </a:ext>
            </a:extLst>
          </p:cNvPr>
          <p:cNvSpPr/>
          <p:nvPr/>
        </p:nvSpPr>
        <p:spPr>
          <a:xfrm>
            <a:off x="1113886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Control packet is received and validated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B082AC6-1C30-8920-3AA8-2DFF11246A9D}"/>
              </a:ext>
            </a:extLst>
          </p:cNvPr>
          <p:cNvCxnSpPr>
            <a:stCxn id="2" idx="2"/>
          </p:cNvCxnSpPr>
          <p:nvPr/>
        </p:nvCxnSpPr>
        <p:spPr>
          <a:xfrm>
            <a:off x="1818737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7EBC4B6-2074-EFA3-D290-302136BB0427}"/>
              </a:ext>
            </a:extLst>
          </p:cNvPr>
          <p:cNvSpPr/>
          <p:nvPr/>
        </p:nvSpPr>
        <p:spPr>
          <a:xfrm>
            <a:off x="2828386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Control ack gets sent back to the cloud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6FA246-6FE9-4F00-C178-9E8A4B3D9B07}"/>
              </a:ext>
            </a:extLst>
          </p:cNvPr>
          <p:cNvSpPr/>
          <p:nvPr/>
        </p:nvSpPr>
        <p:spPr>
          <a:xfrm>
            <a:off x="2828386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the control status.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0AA71DF-F102-9AD4-0C90-7D647F64EBB5}"/>
              </a:ext>
            </a:extLst>
          </p:cNvPr>
          <p:cNvCxnSpPr>
            <a:cxnSpLocks/>
            <a:stCxn id="22" idx="0"/>
            <a:endCxn id="32" idx="2"/>
          </p:cNvCxnSpPr>
          <p:nvPr/>
        </p:nvCxnSpPr>
        <p:spPr>
          <a:xfrm flipV="1">
            <a:off x="3533236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86EF32C1-FC9E-0748-7B2C-DD4D28B8D3A3}"/>
              </a:ext>
            </a:extLst>
          </p:cNvPr>
          <p:cNvCxnSpPr/>
          <p:nvPr/>
        </p:nvCxnSpPr>
        <p:spPr>
          <a:xfrm rot="16200000" flipH="1">
            <a:off x="6289380" y="3100074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E676257-09E9-078D-7D1F-89FF304A36E4}"/>
              </a:ext>
            </a:extLst>
          </p:cNvPr>
          <p:cNvSpPr/>
          <p:nvPr/>
        </p:nvSpPr>
        <p:spPr>
          <a:xfrm>
            <a:off x="6415861" y="3062206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  <a:hlinkClick r:id="rId4" action="ppaction://hlinksldjump"/>
              </a:rPr>
              <a:t>Locking status ack </a:t>
            </a:r>
            <a:r>
              <a:rPr lang="en-IN" sz="1000">
                <a:solidFill>
                  <a:schemeClr val="tx1"/>
                </a:solidFill>
              </a:rPr>
              <a:t>is sent to the cloud and last IR command is sent to maintain the AC state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41DA0B1-2120-64A0-317F-6906F26E520F}"/>
              </a:ext>
            </a:extLst>
          </p:cNvPr>
          <p:cNvSpPr/>
          <p:nvPr/>
        </p:nvSpPr>
        <p:spPr>
          <a:xfrm>
            <a:off x="6415859" y="1134696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that a particular AC was controlled using remote and 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6E80763-0144-36F1-40C1-B24F23225A15}"/>
              </a:ext>
            </a:extLst>
          </p:cNvPr>
          <p:cNvCxnSpPr>
            <a:cxnSpLocks/>
            <a:stCxn id="72" idx="0"/>
            <a:endCxn id="73" idx="2"/>
          </p:cNvCxnSpPr>
          <p:nvPr/>
        </p:nvCxnSpPr>
        <p:spPr>
          <a:xfrm flipH="1" flipV="1">
            <a:off x="7120710" y="2319703"/>
            <a:ext cx="1" cy="74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2F1AE13C-13C9-79F4-CA90-BCFFE8716A60}"/>
              </a:ext>
            </a:extLst>
          </p:cNvPr>
          <p:cNvSpPr/>
          <p:nvPr/>
        </p:nvSpPr>
        <p:spPr>
          <a:xfrm>
            <a:off x="8414262" y="1134696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presses reconfigure button for a Node/Gateway. </a:t>
            </a:r>
            <a:r>
              <a:rPr lang="en-IN" sz="1000">
                <a:solidFill>
                  <a:schemeClr val="tx1"/>
                </a:solidFill>
                <a:hlinkClick r:id="rId5" action="ppaction://hlinksldjump"/>
              </a:rPr>
              <a:t>Reconfiguration packet </a:t>
            </a:r>
            <a:r>
              <a:rPr lang="en-IN" sz="1000">
                <a:solidFill>
                  <a:schemeClr val="tx1"/>
                </a:solidFill>
              </a:rPr>
              <a:t>is sent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7908812-1AE8-127F-D358-07AB6EC6D84D}"/>
              </a:ext>
            </a:extLst>
          </p:cNvPr>
          <p:cNvCxnSpPr>
            <a:cxnSpLocks/>
            <a:stCxn id="78" idx="2"/>
            <a:endCxn id="82" idx="0"/>
          </p:cNvCxnSpPr>
          <p:nvPr/>
        </p:nvCxnSpPr>
        <p:spPr>
          <a:xfrm>
            <a:off x="9119113" y="2319703"/>
            <a:ext cx="1844" cy="76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19964CED-A676-82F1-8C0D-6A0FC61EF51D}"/>
              </a:ext>
            </a:extLst>
          </p:cNvPr>
          <p:cNvSpPr/>
          <p:nvPr/>
        </p:nvSpPr>
        <p:spPr>
          <a:xfrm>
            <a:off x="8416107" y="308588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Reconfiguration packet received and validated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2B8CF9FD-D058-764B-8C8E-22CF76D00699}"/>
              </a:ext>
            </a:extLst>
          </p:cNvPr>
          <p:cNvCxnSpPr/>
          <p:nvPr/>
        </p:nvCxnSpPr>
        <p:spPr>
          <a:xfrm rot="16200000" flipH="1">
            <a:off x="9940369" y="3125985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18E11639-1EC5-4BE5-64FA-02EA034FAE16}"/>
              </a:ext>
            </a:extLst>
          </p:cNvPr>
          <p:cNvSpPr/>
          <p:nvPr/>
        </p:nvSpPr>
        <p:spPr>
          <a:xfrm>
            <a:off x="10058398" y="307087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Reconfiguration ack is  passed to Cloud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51A533A-FEE5-B9B1-6E3E-A5F5FCB5AEDD}"/>
              </a:ext>
            </a:extLst>
          </p:cNvPr>
          <p:cNvSpPr/>
          <p:nvPr/>
        </p:nvSpPr>
        <p:spPr>
          <a:xfrm>
            <a:off x="10058396" y="1143365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the reconfiguration status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21E8535-553A-0570-CE3D-8909F19AF61F}"/>
              </a:ext>
            </a:extLst>
          </p:cNvPr>
          <p:cNvCxnSpPr>
            <a:cxnSpLocks/>
            <a:stCxn id="94" idx="0"/>
            <a:endCxn id="95" idx="2"/>
          </p:cNvCxnSpPr>
          <p:nvPr/>
        </p:nvCxnSpPr>
        <p:spPr>
          <a:xfrm flipH="1" flipV="1">
            <a:off x="10763247" y="2328372"/>
            <a:ext cx="1" cy="74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6B676C6-2C87-57C7-E4FC-56ED9C4C3BE0}"/>
              </a:ext>
            </a:extLst>
          </p:cNvPr>
          <p:cNvSpPr/>
          <p:nvPr/>
        </p:nvSpPr>
        <p:spPr>
          <a:xfrm>
            <a:off x="371475" y="633607"/>
            <a:ext cx="11429999" cy="3252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667FF7A-DC8A-9EA9-2D74-F0406A015224}"/>
              </a:ext>
            </a:extLst>
          </p:cNvPr>
          <p:cNvCxnSpPr/>
          <p:nvPr/>
        </p:nvCxnSpPr>
        <p:spPr>
          <a:xfrm>
            <a:off x="4552950" y="651899"/>
            <a:ext cx="0" cy="5867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1193E59-7A93-C694-01E8-33D7C7BDCE03}"/>
              </a:ext>
            </a:extLst>
          </p:cNvPr>
          <p:cNvCxnSpPr/>
          <p:nvPr/>
        </p:nvCxnSpPr>
        <p:spPr>
          <a:xfrm>
            <a:off x="8039100" y="633607"/>
            <a:ext cx="0" cy="5885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C6C0829-278F-0229-CA89-B3D29A06CBC7}"/>
              </a:ext>
            </a:extLst>
          </p:cNvPr>
          <p:cNvSpPr/>
          <p:nvPr/>
        </p:nvSpPr>
        <p:spPr>
          <a:xfrm>
            <a:off x="1657498" y="667293"/>
            <a:ext cx="1732175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Gateway AC Control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3968ACF-83F8-A31C-9842-9E45832B11BF}"/>
              </a:ext>
            </a:extLst>
          </p:cNvPr>
          <p:cNvSpPr/>
          <p:nvPr/>
        </p:nvSpPr>
        <p:spPr>
          <a:xfrm>
            <a:off x="5339637" y="667293"/>
            <a:ext cx="1827701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Gateway AC Locking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ED5462D-3A2A-BD09-A72A-696B4315AF0E}"/>
              </a:ext>
            </a:extLst>
          </p:cNvPr>
          <p:cNvSpPr/>
          <p:nvPr/>
        </p:nvSpPr>
        <p:spPr>
          <a:xfrm>
            <a:off x="8927627" y="666130"/>
            <a:ext cx="2038185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Gateway Reconfiguration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21CAF05-CAE7-41CE-0919-B594B466B141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831424" y="3928096"/>
            <a:ext cx="1701812" cy="2528"/>
          </a:xfrm>
          <a:prstGeom prst="bentConnector4">
            <a:avLst>
              <a:gd name="adj1" fmla="val 78"/>
              <a:gd name="adj2" fmla="val 1441032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88D93D2-5796-72BF-16CE-521808C662C1}"/>
              </a:ext>
            </a:extLst>
          </p:cNvPr>
          <p:cNvSpPr/>
          <p:nvPr/>
        </p:nvSpPr>
        <p:spPr>
          <a:xfrm>
            <a:off x="4792623" y="3069042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Locking is enabled. Gateway detected that AC was controlled using remote.</a:t>
            </a:r>
          </a:p>
        </p:txBody>
      </p:sp>
    </p:spTree>
    <p:extLst>
      <p:ext uri="{BB962C8B-B14F-4D97-AF65-F5344CB8AC3E}">
        <p14:creationId xmlns:p14="http://schemas.microsoft.com/office/powerpoint/2010/main" val="260726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8CD557-010D-AC24-BB17-DBA9B25FAF4E}"/>
              </a:ext>
            </a:extLst>
          </p:cNvPr>
          <p:cNvSpPr/>
          <p:nvPr/>
        </p:nvSpPr>
        <p:spPr>
          <a:xfrm>
            <a:off x="371475" y="263525"/>
            <a:ext cx="11430000" cy="38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PROCESS FLOW DIAGRAM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9A1EE9-3777-2E64-17B5-A68969FD7E5C}"/>
              </a:ext>
            </a:extLst>
          </p:cNvPr>
          <p:cNvGrpSpPr/>
          <p:nvPr/>
        </p:nvGrpSpPr>
        <p:grpSpPr>
          <a:xfrm>
            <a:off x="371475" y="958850"/>
            <a:ext cx="11439525" cy="5553075"/>
            <a:chOff x="371475" y="958850"/>
            <a:chExt cx="11439525" cy="55530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9D977F7-09FD-7BD3-ADB5-31B59FA26215}"/>
                </a:ext>
              </a:extLst>
            </p:cNvPr>
            <p:cNvGrpSpPr/>
            <p:nvPr/>
          </p:nvGrpSpPr>
          <p:grpSpPr>
            <a:xfrm>
              <a:off x="371475" y="958850"/>
              <a:ext cx="11439525" cy="5553075"/>
              <a:chOff x="371475" y="958850"/>
              <a:chExt cx="11439525" cy="555307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E7A1BC1-0697-C853-CE60-79D4AE00FC0D}"/>
                  </a:ext>
                </a:extLst>
              </p:cNvPr>
              <p:cNvGrpSpPr/>
              <p:nvPr/>
            </p:nvGrpSpPr>
            <p:grpSpPr>
              <a:xfrm>
                <a:off x="371475" y="958850"/>
                <a:ext cx="11439525" cy="5553075"/>
                <a:chOff x="371475" y="958850"/>
                <a:chExt cx="11439525" cy="5553075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599656C-6E93-8FFE-D590-D85EF26E84B1}"/>
                    </a:ext>
                  </a:extLst>
                </p:cNvPr>
                <p:cNvSpPr/>
                <p:nvPr/>
              </p:nvSpPr>
              <p:spPr>
                <a:xfrm>
                  <a:off x="371475" y="958850"/>
                  <a:ext cx="11430000" cy="55530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C729D845-DD7C-5A58-35FA-AEE1A21E5DC8}"/>
                    </a:ext>
                  </a:extLst>
                </p:cNvPr>
                <p:cNvCxnSpPr/>
                <p:nvPr/>
              </p:nvCxnSpPr>
              <p:spPr>
                <a:xfrm>
                  <a:off x="371475" y="2667000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A7667F82-714E-FA94-1448-30D51AE5674E}"/>
                    </a:ext>
                  </a:extLst>
                </p:cNvPr>
                <p:cNvCxnSpPr/>
                <p:nvPr/>
              </p:nvCxnSpPr>
              <p:spPr>
                <a:xfrm>
                  <a:off x="381000" y="4543425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F89D8F8-16E0-9E3B-86EE-5C22BAC629CA}"/>
                  </a:ext>
                </a:extLst>
              </p:cNvPr>
              <p:cNvCxnSpPr/>
              <p:nvPr/>
            </p:nvCxnSpPr>
            <p:spPr>
              <a:xfrm>
                <a:off x="742950" y="958850"/>
                <a:ext cx="0" cy="55530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FF8BAC-3B36-DC0C-B2FA-A3046B7BFB20}"/>
                </a:ext>
              </a:extLst>
            </p:cNvPr>
            <p:cNvSpPr txBox="1"/>
            <p:nvPr/>
          </p:nvSpPr>
          <p:spPr>
            <a:xfrm rot="16200000">
              <a:off x="-67745" y="1628259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Cloud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C9B0BC-07F4-B689-D1B8-F5D9D99B5364}"/>
                </a:ext>
              </a:extLst>
            </p:cNvPr>
            <p:cNvSpPr txBox="1"/>
            <p:nvPr/>
          </p:nvSpPr>
          <p:spPr>
            <a:xfrm rot="16200000">
              <a:off x="-84654" y="34610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Gateway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E08160-7E14-E28B-DD12-263476514E39}"/>
                </a:ext>
              </a:extLst>
            </p:cNvPr>
            <p:cNvSpPr txBox="1"/>
            <p:nvPr/>
          </p:nvSpPr>
          <p:spPr>
            <a:xfrm rot="16200000">
              <a:off x="-86795" y="54041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Node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2E63EA01-6A15-55AB-A8DF-843BB26DF2DD}"/>
              </a:ext>
            </a:extLst>
          </p:cNvPr>
          <p:cNvSpPr/>
          <p:nvPr/>
        </p:nvSpPr>
        <p:spPr>
          <a:xfrm>
            <a:off x="1096659" y="1155554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scans QR code on a Node device with mobile app. </a:t>
            </a:r>
            <a:r>
              <a:rPr lang="en-IN" sz="1000">
                <a:solidFill>
                  <a:schemeClr val="tx1"/>
                </a:solidFill>
                <a:hlinkClick r:id="rId2" action="ppaction://hlinksldjump"/>
              </a:rPr>
              <a:t>Provisioning packet </a:t>
            </a:r>
            <a:r>
              <a:rPr lang="en-IN" sz="1000">
                <a:solidFill>
                  <a:schemeClr val="tx1"/>
                </a:solidFill>
              </a:rPr>
              <a:t>with Node details gets sent.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3F128F-5D88-A276-C51B-AC5FDF13F950}"/>
              </a:ext>
            </a:extLst>
          </p:cNvPr>
          <p:cNvSpPr/>
          <p:nvPr/>
        </p:nvSpPr>
        <p:spPr>
          <a:xfrm>
            <a:off x="1096659" y="3035560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Provisioning packet is received and verified. If valid, it is sent to the particular node.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469838-27FE-46E4-803B-5E8E70CCAFC7}"/>
              </a:ext>
            </a:extLst>
          </p:cNvPr>
          <p:cNvSpPr/>
          <p:nvPr/>
        </p:nvSpPr>
        <p:spPr>
          <a:xfrm>
            <a:off x="1096659" y="5032018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Provisioning packet is received. Node gets provisioned and enters configuration mode.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933225-154F-5BBE-1D6E-9708577477C5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1801510" y="2340561"/>
            <a:ext cx="0" cy="694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C5351A6-C716-E2EF-932B-14F54E04AEB6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1801509" y="3897141"/>
            <a:ext cx="0" cy="1134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C0A8FD9-7BD9-5786-FE08-B165987BEC3A}"/>
              </a:ext>
            </a:extLst>
          </p:cNvPr>
          <p:cNvSpPr/>
          <p:nvPr/>
        </p:nvSpPr>
        <p:spPr>
          <a:xfrm>
            <a:off x="2746620" y="5032018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Provisioning ack is sent to gatewa. (Provisioned node will wait in config mode until configured)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429148-7CBD-690F-A0AD-D39BE28D446A}"/>
              </a:ext>
            </a:extLst>
          </p:cNvPr>
          <p:cNvSpPr/>
          <p:nvPr/>
        </p:nvSpPr>
        <p:spPr>
          <a:xfrm>
            <a:off x="2746618" y="303617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Received provisioning ack from Node and is sent to cloud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A8476B-1637-15F1-1B1C-8A32864C1273}"/>
              </a:ext>
            </a:extLst>
          </p:cNvPr>
          <p:cNvSpPr/>
          <p:nvPr/>
        </p:nvSpPr>
        <p:spPr>
          <a:xfrm>
            <a:off x="2746616" y="1156170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gets notified regarding the Provisioning status.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0BA3B90-DB41-E04E-42F6-861C443741AA}"/>
              </a:ext>
            </a:extLst>
          </p:cNvPr>
          <p:cNvCxnSpPr>
            <a:cxnSpLocks/>
            <a:stCxn id="34" idx="0"/>
            <a:endCxn id="35" idx="2"/>
          </p:cNvCxnSpPr>
          <p:nvPr/>
        </p:nvCxnSpPr>
        <p:spPr>
          <a:xfrm flipH="1" flipV="1">
            <a:off x="3451467" y="2341177"/>
            <a:ext cx="1" cy="69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6AAB4B-0A09-2FB4-50FA-B758DDFEFA66}"/>
              </a:ext>
            </a:extLst>
          </p:cNvPr>
          <p:cNvCxnSpPr>
            <a:cxnSpLocks/>
            <a:stCxn id="33" idx="0"/>
            <a:endCxn id="34" idx="2"/>
          </p:cNvCxnSpPr>
          <p:nvPr/>
        </p:nvCxnSpPr>
        <p:spPr>
          <a:xfrm flipH="1" flipV="1">
            <a:off x="3451468" y="3897756"/>
            <a:ext cx="2" cy="113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D9FE447-F7ED-54A8-4783-45524C24A3FD}"/>
              </a:ext>
            </a:extLst>
          </p:cNvPr>
          <p:cNvCxnSpPr/>
          <p:nvPr/>
        </p:nvCxnSpPr>
        <p:spPr>
          <a:xfrm rot="16200000" flipH="1">
            <a:off x="2620136" y="5074968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B78B323F-C240-6A2A-0CDD-B1B8A8BAB12D}"/>
              </a:ext>
            </a:extLst>
          </p:cNvPr>
          <p:cNvSpPr/>
          <p:nvPr/>
        </p:nvSpPr>
        <p:spPr>
          <a:xfrm>
            <a:off x="4732630" y="5016355"/>
            <a:ext cx="1483772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While node is waiting in Config mde, a supported AC remote’s button is pressed in front of Node’s receiver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49F3C70-AD12-9037-E12B-72E683296D3F}"/>
              </a:ext>
            </a:extLst>
          </p:cNvPr>
          <p:cNvSpPr/>
          <p:nvPr/>
        </p:nvSpPr>
        <p:spPr>
          <a:xfrm>
            <a:off x="6456666" y="5015344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Node detects the IR protocol and gets configured. Sends this information to Gateway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0881497-32BE-608D-C319-E64AEFBF21C2}"/>
              </a:ext>
            </a:extLst>
          </p:cNvPr>
          <p:cNvSpPr/>
          <p:nvPr/>
        </p:nvSpPr>
        <p:spPr>
          <a:xfrm>
            <a:off x="6414866" y="301253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Configuration status information received from Node and sent to cloud.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DEE4174-6A46-0646-D6BF-9C5F71363BB7}"/>
              </a:ext>
            </a:extLst>
          </p:cNvPr>
          <p:cNvSpPr/>
          <p:nvPr/>
        </p:nvSpPr>
        <p:spPr>
          <a:xfrm>
            <a:off x="6414864" y="1132530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gets notified regarding the </a:t>
            </a:r>
            <a:r>
              <a:rPr lang="en-IN" sz="1000">
                <a:solidFill>
                  <a:schemeClr val="tx1"/>
                </a:solidFill>
                <a:hlinkClick r:id="rId3" action="ppaction://hlinksldjump"/>
              </a:rPr>
              <a:t>configuration status </a:t>
            </a:r>
            <a:r>
              <a:rPr lang="en-IN" sz="1000">
                <a:solidFill>
                  <a:schemeClr val="tx1"/>
                </a:solidFill>
              </a:rPr>
              <a:t>of the node.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89BF092-3A54-9257-C80C-F6FA22CCEF83}"/>
              </a:ext>
            </a:extLst>
          </p:cNvPr>
          <p:cNvCxnSpPr>
            <a:cxnSpLocks/>
            <a:stCxn id="65" idx="0"/>
            <a:endCxn id="66" idx="2"/>
          </p:cNvCxnSpPr>
          <p:nvPr/>
        </p:nvCxnSpPr>
        <p:spPr>
          <a:xfrm flipH="1" flipV="1">
            <a:off x="7119715" y="2317537"/>
            <a:ext cx="1" cy="69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8A79E0E-EAFE-360C-CAC2-7F09CE576C11}"/>
              </a:ext>
            </a:extLst>
          </p:cNvPr>
          <p:cNvCxnSpPr>
            <a:cxnSpLocks/>
            <a:endCxn id="65" idx="2"/>
          </p:cNvCxnSpPr>
          <p:nvPr/>
        </p:nvCxnSpPr>
        <p:spPr>
          <a:xfrm flipH="1" flipV="1">
            <a:off x="7119716" y="3874116"/>
            <a:ext cx="2" cy="113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755BDE14-8612-48EE-4DBE-7862997B6018}"/>
              </a:ext>
            </a:extLst>
          </p:cNvPr>
          <p:cNvCxnSpPr/>
          <p:nvPr/>
        </p:nvCxnSpPr>
        <p:spPr>
          <a:xfrm rot="16200000" flipH="1">
            <a:off x="6293147" y="5067819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4CC387E1-851B-F82C-07E1-FE6814416BA2}"/>
              </a:ext>
            </a:extLst>
          </p:cNvPr>
          <p:cNvSpPr/>
          <p:nvPr/>
        </p:nvSpPr>
        <p:spPr>
          <a:xfrm>
            <a:off x="371475" y="633607"/>
            <a:ext cx="11429999" cy="3252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0494513-DDC9-3382-00AF-9A41E362171E}"/>
              </a:ext>
            </a:extLst>
          </p:cNvPr>
          <p:cNvCxnSpPr/>
          <p:nvPr/>
        </p:nvCxnSpPr>
        <p:spPr>
          <a:xfrm>
            <a:off x="4552950" y="651899"/>
            <a:ext cx="0" cy="5867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3C4AD7-BCA5-91FF-57BA-AC89500156F5}"/>
              </a:ext>
            </a:extLst>
          </p:cNvPr>
          <p:cNvCxnSpPr/>
          <p:nvPr/>
        </p:nvCxnSpPr>
        <p:spPr>
          <a:xfrm>
            <a:off x="8039100" y="633607"/>
            <a:ext cx="0" cy="5885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4E806F7C-7E8A-E106-00E5-6EB3A6CEB7E6}"/>
              </a:ext>
            </a:extLst>
          </p:cNvPr>
          <p:cNvSpPr/>
          <p:nvPr/>
        </p:nvSpPr>
        <p:spPr>
          <a:xfrm>
            <a:off x="1818588" y="668063"/>
            <a:ext cx="1602497" cy="2579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Node Provisioning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4F9672-F0BB-E128-1EFF-36907A0EBB61}"/>
              </a:ext>
            </a:extLst>
          </p:cNvPr>
          <p:cNvSpPr/>
          <p:nvPr/>
        </p:nvSpPr>
        <p:spPr>
          <a:xfrm>
            <a:off x="5645195" y="665423"/>
            <a:ext cx="1630039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Node Configuration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5FC2EA-985D-35DA-D428-1E8095AC98BC}"/>
              </a:ext>
            </a:extLst>
          </p:cNvPr>
          <p:cNvSpPr/>
          <p:nvPr/>
        </p:nvSpPr>
        <p:spPr>
          <a:xfrm>
            <a:off x="8406574" y="1155554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presses unprovision button for specific node on the mobile app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4D3300-E1F4-FE50-D2AA-6EE0A950A0C9}"/>
              </a:ext>
            </a:extLst>
          </p:cNvPr>
          <p:cNvSpPr/>
          <p:nvPr/>
        </p:nvSpPr>
        <p:spPr>
          <a:xfrm>
            <a:off x="8406574" y="3035560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  <a:hlinkClick r:id="rId4" action="ppaction://hlinksldjump"/>
              </a:rPr>
              <a:t>Unprovisioning packet </a:t>
            </a:r>
            <a:r>
              <a:rPr lang="en-IN" sz="1000">
                <a:solidFill>
                  <a:schemeClr val="tx1"/>
                </a:solidFill>
              </a:rPr>
              <a:t>is received and verified. If valid, it is sent to the particular node.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34FB63-3786-709B-49DB-CCF795284EDD}"/>
              </a:ext>
            </a:extLst>
          </p:cNvPr>
          <p:cNvSpPr/>
          <p:nvPr/>
        </p:nvSpPr>
        <p:spPr>
          <a:xfrm>
            <a:off x="8406574" y="5032018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Unprovisioning packet is received. Node gets removed from the network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FB50CD-6CE2-9821-01E8-C6EBC976D678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9111425" y="2340561"/>
            <a:ext cx="0" cy="694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2B66A8-BAE9-4CFF-336F-07C887E6DBBA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9111424" y="3897141"/>
            <a:ext cx="0" cy="1134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9443F27-CCC8-F3DD-61D7-A2E534700E35}"/>
              </a:ext>
            </a:extLst>
          </p:cNvPr>
          <p:cNvSpPr/>
          <p:nvPr/>
        </p:nvSpPr>
        <p:spPr>
          <a:xfrm>
            <a:off x="10056535" y="5032018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Unprovisioning ack is sent to gateway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C31439-E7DE-8110-BB6E-9562A6713E5F}"/>
              </a:ext>
            </a:extLst>
          </p:cNvPr>
          <p:cNvSpPr/>
          <p:nvPr/>
        </p:nvSpPr>
        <p:spPr>
          <a:xfrm>
            <a:off x="10056533" y="303617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Received Unprovisioning ack from Node and is sent to cloud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6E64F8-9837-34BE-7C2C-7930BA9F362D}"/>
              </a:ext>
            </a:extLst>
          </p:cNvPr>
          <p:cNvSpPr/>
          <p:nvPr/>
        </p:nvSpPr>
        <p:spPr>
          <a:xfrm>
            <a:off x="10056531" y="1156170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gets notified regarding the Unprovisioning status.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D86E80-3899-02AB-3013-12F2F0DCDAEF}"/>
              </a:ext>
            </a:extLst>
          </p:cNvPr>
          <p:cNvCxnSpPr>
            <a:cxnSpLocks/>
            <a:stCxn id="20" idx="0"/>
            <a:endCxn id="22" idx="2"/>
          </p:cNvCxnSpPr>
          <p:nvPr/>
        </p:nvCxnSpPr>
        <p:spPr>
          <a:xfrm flipH="1" flipV="1">
            <a:off x="10761382" y="2341177"/>
            <a:ext cx="1" cy="69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7AA3E87-60BE-90FD-E4CB-4F45406EC207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H="1" flipV="1">
            <a:off x="10761383" y="3897756"/>
            <a:ext cx="2" cy="113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FD3309C-79A7-A610-4A6E-A1BE5530E116}"/>
              </a:ext>
            </a:extLst>
          </p:cNvPr>
          <p:cNvCxnSpPr/>
          <p:nvPr/>
        </p:nvCxnSpPr>
        <p:spPr>
          <a:xfrm rot="16200000" flipH="1">
            <a:off x="9930051" y="5074968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370EC10-FD6B-0128-F79E-FC28D9926127}"/>
              </a:ext>
            </a:extLst>
          </p:cNvPr>
          <p:cNvSpPr/>
          <p:nvPr/>
        </p:nvSpPr>
        <p:spPr>
          <a:xfrm>
            <a:off x="9023130" y="667340"/>
            <a:ext cx="1826541" cy="2579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Node Unprovisioning</a:t>
            </a:r>
          </a:p>
        </p:txBody>
      </p:sp>
    </p:spTree>
    <p:extLst>
      <p:ext uri="{BB962C8B-B14F-4D97-AF65-F5344CB8AC3E}">
        <p14:creationId xmlns:p14="http://schemas.microsoft.com/office/powerpoint/2010/main" val="158876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DCE8-C798-6A53-68C1-88CB6497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AE25D-FB9D-CC79-5D54-112471D135EC}"/>
              </a:ext>
            </a:extLst>
          </p:cNvPr>
          <p:cNvSpPr/>
          <p:nvPr/>
        </p:nvSpPr>
        <p:spPr>
          <a:xfrm>
            <a:off x="371475" y="263525"/>
            <a:ext cx="11439292" cy="370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PROCESS FLOW DIAGRAM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C409AF-E27D-77C7-F1FE-28137BA6392F}"/>
              </a:ext>
            </a:extLst>
          </p:cNvPr>
          <p:cNvGrpSpPr/>
          <p:nvPr/>
        </p:nvGrpSpPr>
        <p:grpSpPr>
          <a:xfrm>
            <a:off x="371475" y="958850"/>
            <a:ext cx="11439525" cy="5553075"/>
            <a:chOff x="371475" y="958850"/>
            <a:chExt cx="11439525" cy="55530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69DB88-1877-7B9A-68C0-23A128A7B096}"/>
                </a:ext>
              </a:extLst>
            </p:cNvPr>
            <p:cNvGrpSpPr/>
            <p:nvPr/>
          </p:nvGrpSpPr>
          <p:grpSpPr>
            <a:xfrm>
              <a:off x="371475" y="958850"/>
              <a:ext cx="11439525" cy="5553075"/>
              <a:chOff x="371475" y="958850"/>
              <a:chExt cx="11439525" cy="555307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E8472E8-C248-1DA1-C0E1-E1F89BA70186}"/>
                  </a:ext>
                </a:extLst>
              </p:cNvPr>
              <p:cNvGrpSpPr/>
              <p:nvPr/>
            </p:nvGrpSpPr>
            <p:grpSpPr>
              <a:xfrm>
                <a:off x="371475" y="958850"/>
                <a:ext cx="11439525" cy="5553075"/>
                <a:chOff x="371475" y="958850"/>
                <a:chExt cx="11439525" cy="5553075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4A40D88F-CE02-A264-2002-8EF4986993B5}"/>
                    </a:ext>
                  </a:extLst>
                </p:cNvPr>
                <p:cNvSpPr/>
                <p:nvPr/>
              </p:nvSpPr>
              <p:spPr>
                <a:xfrm>
                  <a:off x="371475" y="958850"/>
                  <a:ext cx="11430000" cy="55530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7AC35251-4B7A-3A6E-255F-84570EA59785}"/>
                    </a:ext>
                  </a:extLst>
                </p:cNvPr>
                <p:cNvCxnSpPr/>
                <p:nvPr/>
              </p:nvCxnSpPr>
              <p:spPr>
                <a:xfrm>
                  <a:off x="371475" y="2667000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9728E923-8DDC-3745-62FC-0D6C125B6145}"/>
                    </a:ext>
                  </a:extLst>
                </p:cNvPr>
                <p:cNvCxnSpPr/>
                <p:nvPr/>
              </p:nvCxnSpPr>
              <p:spPr>
                <a:xfrm>
                  <a:off x="381000" y="4543425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44284B6-4C45-D06A-AD7D-E104DE531A09}"/>
                  </a:ext>
                </a:extLst>
              </p:cNvPr>
              <p:cNvCxnSpPr/>
              <p:nvPr/>
            </p:nvCxnSpPr>
            <p:spPr>
              <a:xfrm>
                <a:off x="742950" y="958850"/>
                <a:ext cx="0" cy="55530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7AB013-0680-3FF0-EC88-2F4EF9E55600}"/>
                </a:ext>
              </a:extLst>
            </p:cNvPr>
            <p:cNvSpPr txBox="1"/>
            <p:nvPr/>
          </p:nvSpPr>
          <p:spPr>
            <a:xfrm rot="16200000">
              <a:off x="-67745" y="1628259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Cloud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F7EB8B-CA8D-B963-1714-1A54316BCE54}"/>
                </a:ext>
              </a:extLst>
            </p:cNvPr>
            <p:cNvSpPr txBox="1"/>
            <p:nvPr/>
          </p:nvSpPr>
          <p:spPr>
            <a:xfrm rot="16200000">
              <a:off x="-84654" y="34610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Gateway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51D7E38-EC61-B285-E5F5-1BBC42756838}"/>
                </a:ext>
              </a:extLst>
            </p:cNvPr>
            <p:cNvSpPr txBox="1"/>
            <p:nvPr/>
          </p:nvSpPr>
          <p:spPr>
            <a:xfrm rot="16200000">
              <a:off x="-86795" y="54041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Node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A667B9-2A59-01D8-359B-167453FD38C0}"/>
              </a:ext>
            </a:extLst>
          </p:cNvPr>
          <p:cNvSpPr/>
          <p:nvPr/>
        </p:nvSpPr>
        <p:spPr>
          <a:xfrm>
            <a:off x="1113886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inputs AC control setting in the app for a particular Node and presses the control button. </a:t>
            </a:r>
            <a:r>
              <a:rPr lang="en-IN" sz="1000">
                <a:solidFill>
                  <a:schemeClr val="tx1"/>
                </a:solidFill>
                <a:hlinkClick r:id="rId3" action="ppaction://hlinksldjump"/>
              </a:rPr>
              <a:t>Control packet </a:t>
            </a:r>
            <a:r>
              <a:rPr lang="en-IN" sz="1000">
                <a:solidFill>
                  <a:schemeClr val="tx1"/>
                </a:solidFill>
              </a:rPr>
              <a:t>gets sent from cloud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ED9A8-A617-F747-6A77-685DCDEE69B5}"/>
              </a:ext>
            </a:extLst>
          </p:cNvPr>
          <p:cNvSpPr/>
          <p:nvPr/>
        </p:nvSpPr>
        <p:spPr>
          <a:xfrm>
            <a:off x="1113886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Control packet is received and if valid, it is sent to Node.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F9F2FE-A196-447F-E71C-FA0B40FF7E10}"/>
              </a:ext>
            </a:extLst>
          </p:cNvPr>
          <p:cNvCxnSpPr>
            <a:stCxn id="2" idx="2"/>
          </p:cNvCxnSpPr>
          <p:nvPr/>
        </p:nvCxnSpPr>
        <p:spPr>
          <a:xfrm>
            <a:off x="1818737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B9E2CA3-B910-0DB6-303D-4DA1EB8580A6}"/>
              </a:ext>
            </a:extLst>
          </p:cNvPr>
          <p:cNvSpPr/>
          <p:nvPr/>
        </p:nvSpPr>
        <p:spPr>
          <a:xfrm>
            <a:off x="1113886" y="5107588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Node receives the control packet and controls the AC. Sends back Ack to the Gateway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DA5676-55BC-2F19-98CE-82555851090E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>
            <a:off x="1818736" y="3930624"/>
            <a:ext cx="0" cy="11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A93650C-D406-0DFE-7829-814408BACC7B}"/>
              </a:ext>
            </a:extLst>
          </p:cNvPr>
          <p:cNvSpPr/>
          <p:nvPr/>
        </p:nvSpPr>
        <p:spPr>
          <a:xfrm>
            <a:off x="2828386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If control packet was invalid, ack with error code gets sent to cloud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483494-70B0-5E51-C893-94C2FEE4AE48}"/>
              </a:ext>
            </a:extLst>
          </p:cNvPr>
          <p:cNvSpPr/>
          <p:nvPr/>
        </p:nvSpPr>
        <p:spPr>
          <a:xfrm>
            <a:off x="2828386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the control status.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EC3E95F-875D-D7D3-63E1-29FA20396320}"/>
              </a:ext>
            </a:extLst>
          </p:cNvPr>
          <p:cNvCxnSpPr>
            <a:cxnSpLocks/>
            <a:stCxn id="22" idx="0"/>
            <a:endCxn id="32" idx="2"/>
          </p:cNvCxnSpPr>
          <p:nvPr/>
        </p:nvCxnSpPr>
        <p:spPr>
          <a:xfrm flipV="1">
            <a:off x="3533236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A7AADAC-39E2-AA73-32C3-63DDFA1CD3D5}"/>
              </a:ext>
            </a:extLst>
          </p:cNvPr>
          <p:cNvSpPr txBox="1"/>
          <p:nvPr/>
        </p:nvSpPr>
        <p:spPr>
          <a:xfrm>
            <a:off x="2437861" y="4053674"/>
            <a:ext cx="8000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If invalid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37C070F-6931-9157-3BF2-7BBAA899FF00}"/>
              </a:ext>
            </a:extLst>
          </p:cNvPr>
          <p:cNvCxnSpPr>
            <a:cxnSpLocks/>
          </p:cNvCxnSpPr>
          <p:nvPr/>
        </p:nvCxnSpPr>
        <p:spPr>
          <a:xfrm>
            <a:off x="2142588" y="3981058"/>
            <a:ext cx="0" cy="307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8B3CF7-E22F-E255-3296-872BCE73A7D3}"/>
              </a:ext>
            </a:extLst>
          </p:cNvPr>
          <p:cNvCxnSpPr>
            <a:cxnSpLocks/>
          </p:cNvCxnSpPr>
          <p:nvPr/>
        </p:nvCxnSpPr>
        <p:spPr>
          <a:xfrm>
            <a:off x="2142588" y="4288651"/>
            <a:ext cx="13805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8F396CA-53C9-D72B-6309-A6BEB984258E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3533236" y="3930624"/>
            <a:ext cx="5266" cy="358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EFADCA73-E8F8-DADE-8293-D05BF8F7D2DB}"/>
              </a:ext>
            </a:extLst>
          </p:cNvPr>
          <p:cNvSpPr/>
          <p:nvPr/>
        </p:nvSpPr>
        <p:spPr>
          <a:xfrm>
            <a:off x="4773872" y="5072297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Locking is enabled. Node detected that AC was controlled using remote.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8BCE49-0392-563F-40E9-BD5560F336B7}"/>
              </a:ext>
            </a:extLst>
          </p:cNvPr>
          <p:cNvSpPr/>
          <p:nvPr/>
        </p:nvSpPr>
        <p:spPr>
          <a:xfrm>
            <a:off x="6415864" y="5072297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Sends this information to Gateway. Also sends back previous IR command to maintain the AC’s locked state.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DB6C65A-5DB1-EA98-5F62-BA11A2657B04}"/>
              </a:ext>
            </a:extLst>
          </p:cNvPr>
          <p:cNvCxnSpPr/>
          <p:nvPr/>
        </p:nvCxnSpPr>
        <p:spPr>
          <a:xfrm rot="16200000" flipH="1">
            <a:off x="6289380" y="5115247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4DB9CCCA-2CFE-83F7-B5F4-01C323551D29}"/>
              </a:ext>
            </a:extLst>
          </p:cNvPr>
          <p:cNvSpPr/>
          <p:nvPr/>
        </p:nvSpPr>
        <p:spPr>
          <a:xfrm>
            <a:off x="6415861" y="3062206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Gateway receives the </a:t>
            </a:r>
            <a:r>
              <a:rPr lang="en-IN" sz="1000">
                <a:solidFill>
                  <a:schemeClr val="tx1"/>
                </a:solidFill>
                <a:hlinkClick r:id="rId4" action="ppaction://hlinksldjump"/>
              </a:rPr>
              <a:t>locking status </a:t>
            </a:r>
            <a:r>
              <a:rPr lang="en-IN" sz="1000">
                <a:solidFill>
                  <a:schemeClr val="tx1"/>
                </a:solidFill>
              </a:rPr>
              <a:t>info from Node and sends it to cloud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3B02B51-6990-2243-0A82-5674D948C488}"/>
              </a:ext>
            </a:extLst>
          </p:cNvPr>
          <p:cNvSpPr/>
          <p:nvPr/>
        </p:nvSpPr>
        <p:spPr>
          <a:xfrm>
            <a:off x="6415859" y="1134696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that a particular AC was controlled using remote and 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8B0294F-1D6B-871B-EA48-1BD57A5DC50A}"/>
              </a:ext>
            </a:extLst>
          </p:cNvPr>
          <p:cNvCxnSpPr>
            <a:cxnSpLocks/>
            <a:stCxn id="72" idx="0"/>
            <a:endCxn id="73" idx="2"/>
          </p:cNvCxnSpPr>
          <p:nvPr/>
        </p:nvCxnSpPr>
        <p:spPr>
          <a:xfrm flipH="1" flipV="1">
            <a:off x="7120710" y="2319703"/>
            <a:ext cx="1" cy="74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7FB50F7-2FF9-CE0C-969D-5F9AAD12257E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7120711" y="3923787"/>
            <a:ext cx="0" cy="1148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D9CECB8F-A65F-CF9F-7BEA-99978028A697}"/>
              </a:ext>
            </a:extLst>
          </p:cNvPr>
          <p:cNvSpPr/>
          <p:nvPr/>
        </p:nvSpPr>
        <p:spPr>
          <a:xfrm>
            <a:off x="8414262" y="1134696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presses reconfigure button for a Node/Gateway. </a:t>
            </a:r>
            <a:r>
              <a:rPr lang="en-IN" sz="1000">
                <a:solidFill>
                  <a:schemeClr val="tx1"/>
                </a:solidFill>
                <a:hlinkClick r:id="rId5" action="ppaction://hlinksldjump"/>
              </a:rPr>
              <a:t>Reconfiguration packet </a:t>
            </a:r>
            <a:r>
              <a:rPr lang="en-IN" sz="1000">
                <a:solidFill>
                  <a:schemeClr val="tx1"/>
                </a:solidFill>
              </a:rPr>
              <a:t>is sent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D944EF-0C8A-A402-B362-610D0740E63E}"/>
              </a:ext>
            </a:extLst>
          </p:cNvPr>
          <p:cNvCxnSpPr>
            <a:cxnSpLocks/>
            <a:stCxn id="78" idx="2"/>
            <a:endCxn id="82" idx="0"/>
          </p:cNvCxnSpPr>
          <p:nvPr/>
        </p:nvCxnSpPr>
        <p:spPr>
          <a:xfrm>
            <a:off x="9119113" y="2319703"/>
            <a:ext cx="1844" cy="76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27782D32-5435-4F4B-1628-5C16C0A06822}"/>
              </a:ext>
            </a:extLst>
          </p:cNvPr>
          <p:cNvSpPr/>
          <p:nvPr/>
        </p:nvSpPr>
        <p:spPr>
          <a:xfrm>
            <a:off x="8416107" y="308588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Reconfiguration packet received and if valid, it is sent to Node.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96EC376-1ABB-9B20-C8ED-2E6C1E2C2009}"/>
              </a:ext>
            </a:extLst>
          </p:cNvPr>
          <p:cNvSpPr/>
          <p:nvPr/>
        </p:nvSpPr>
        <p:spPr>
          <a:xfrm>
            <a:off x="8419026" y="5072296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Reconfiguration packet is received. Node enters Configuration mode.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9DD1BE3-A7FB-0FAA-3C62-0060F974F5D1}"/>
              </a:ext>
            </a:extLst>
          </p:cNvPr>
          <p:cNvCxnSpPr>
            <a:cxnSpLocks/>
          </p:cNvCxnSpPr>
          <p:nvPr/>
        </p:nvCxnSpPr>
        <p:spPr>
          <a:xfrm>
            <a:off x="9119113" y="3947464"/>
            <a:ext cx="4765" cy="112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0891B39C-CC52-95EC-8B2D-7497800B4BD1}"/>
              </a:ext>
            </a:extLst>
          </p:cNvPr>
          <p:cNvSpPr/>
          <p:nvPr/>
        </p:nvSpPr>
        <p:spPr>
          <a:xfrm>
            <a:off x="10066854" y="5098939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Reconfiguraion ack is sent.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9AB57EF5-2AC7-438D-23C3-DBF2EDC0923B}"/>
              </a:ext>
            </a:extLst>
          </p:cNvPr>
          <p:cNvCxnSpPr/>
          <p:nvPr/>
        </p:nvCxnSpPr>
        <p:spPr>
          <a:xfrm rot="16200000" flipH="1">
            <a:off x="9940370" y="5141889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6F400D75-A1C7-664D-D33C-8706F077E2DB}"/>
              </a:ext>
            </a:extLst>
          </p:cNvPr>
          <p:cNvSpPr/>
          <p:nvPr/>
        </p:nvSpPr>
        <p:spPr>
          <a:xfrm>
            <a:off x="10058398" y="307087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Reconfiguration ack is received. Ack is passed to Cloud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6871C59-CD27-F4E7-B06E-DE74D98DC1B6}"/>
              </a:ext>
            </a:extLst>
          </p:cNvPr>
          <p:cNvSpPr/>
          <p:nvPr/>
        </p:nvSpPr>
        <p:spPr>
          <a:xfrm>
            <a:off x="10058396" y="1143365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the reconfiguration status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7C588FC-E61F-3DFD-F351-5261E21B2880}"/>
              </a:ext>
            </a:extLst>
          </p:cNvPr>
          <p:cNvCxnSpPr>
            <a:cxnSpLocks/>
            <a:stCxn id="94" idx="0"/>
            <a:endCxn id="95" idx="2"/>
          </p:cNvCxnSpPr>
          <p:nvPr/>
        </p:nvCxnSpPr>
        <p:spPr>
          <a:xfrm flipH="1" flipV="1">
            <a:off x="10763247" y="2328372"/>
            <a:ext cx="1" cy="74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414C478-B0D2-1E3F-2711-2F12C632A410}"/>
              </a:ext>
            </a:extLst>
          </p:cNvPr>
          <p:cNvCxnSpPr>
            <a:cxnSpLocks/>
            <a:stCxn id="87" idx="0"/>
            <a:endCxn id="94" idx="2"/>
          </p:cNvCxnSpPr>
          <p:nvPr/>
        </p:nvCxnSpPr>
        <p:spPr>
          <a:xfrm flipH="1" flipV="1">
            <a:off x="10763248" y="3932456"/>
            <a:ext cx="8456" cy="1166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BE599C7-55C6-DBF2-D7DE-60AA341A12A4}"/>
              </a:ext>
            </a:extLst>
          </p:cNvPr>
          <p:cNvSpPr/>
          <p:nvPr/>
        </p:nvSpPr>
        <p:spPr>
          <a:xfrm>
            <a:off x="371475" y="633607"/>
            <a:ext cx="11429999" cy="3252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B995976-B3CB-097F-9A02-25025A1D06A2}"/>
              </a:ext>
            </a:extLst>
          </p:cNvPr>
          <p:cNvCxnSpPr/>
          <p:nvPr/>
        </p:nvCxnSpPr>
        <p:spPr>
          <a:xfrm>
            <a:off x="4552950" y="651899"/>
            <a:ext cx="0" cy="5867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A9EC265-4481-A366-779E-A97F112C2978}"/>
              </a:ext>
            </a:extLst>
          </p:cNvPr>
          <p:cNvCxnSpPr/>
          <p:nvPr/>
        </p:nvCxnSpPr>
        <p:spPr>
          <a:xfrm>
            <a:off x="8039100" y="633607"/>
            <a:ext cx="0" cy="5885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0E51DF3-21C2-3BC5-DDD9-139075B99AC6}"/>
              </a:ext>
            </a:extLst>
          </p:cNvPr>
          <p:cNvSpPr/>
          <p:nvPr/>
        </p:nvSpPr>
        <p:spPr>
          <a:xfrm>
            <a:off x="1893628" y="675955"/>
            <a:ext cx="1409702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Node AC Control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18236B9-2A32-0BE3-04F5-53CDD55C42CB}"/>
              </a:ext>
            </a:extLst>
          </p:cNvPr>
          <p:cNvSpPr/>
          <p:nvPr/>
        </p:nvSpPr>
        <p:spPr>
          <a:xfrm>
            <a:off x="5567399" y="677244"/>
            <a:ext cx="1409702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Node Locking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418E0A6-1C12-1199-CBCF-6F824E75705E}"/>
              </a:ext>
            </a:extLst>
          </p:cNvPr>
          <p:cNvSpPr/>
          <p:nvPr/>
        </p:nvSpPr>
        <p:spPr>
          <a:xfrm>
            <a:off x="9019111" y="673847"/>
            <a:ext cx="1855217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Node Reconfiguration</a:t>
            </a:r>
          </a:p>
        </p:txBody>
      </p:sp>
    </p:spTree>
    <p:extLst>
      <p:ext uri="{BB962C8B-B14F-4D97-AF65-F5344CB8AC3E}">
        <p14:creationId xmlns:p14="http://schemas.microsoft.com/office/powerpoint/2010/main" val="1656820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324772-7B18-92E8-4D3E-220E0C0DCC4E}"/>
              </a:ext>
            </a:extLst>
          </p:cNvPr>
          <p:cNvSpPr/>
          <p:nvPr/>
        </p:nvSpPr>
        <p:spPr>
          <a:xfrm>
            <a:off x="2697507" y="870798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40C93-9EAC-DA7C-F1AC-42FE6B7D681F}"/>
              </a:ext>
            </a:extLst>
          </p:cNvPr>
          <p:cNvSpPr txBox="1"/>
          <p:nvPr/>
        </p:nvSpPr>
        <p:spPr>
          <a:xfrm>
            <a:off x="424206" y="305640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Gateway Registration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90904F-FE6B-20C0-E257-F3EF4265389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87757" y="1437883"/>
            <a:ext cx="0" cy="200685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60EC5D-28A9-9C2A-3533-32E2B37690D4}"/>
              </a:ext>
            </a:extLst>
          </p:cNvPr>
          <p:cNvCxnSpPr>
            <a:cxnSpLocks/>
          </p:cNvCxnSpPr>
          <p:nvPr/>
        </p:nvCxnSpPr>
        <p:spPr>
          <a:xfrm>
            <a:off x="3218207" y="1438065"/>
            <a:ext cx="17930" cy="200666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D543AB-E540-5033-A9B9-D3E916AA5237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1408457" y="1154250"/>
            <a:ext cx="1289050" cy="18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6DA469-08CB-94E2-3F05-C208C3F8BF52}"/>
              </a:ext>
            </a:extLst>
          </p:cNvPr>
          <p:cNvSpPr txBox="1"/>
          <p:nvPr/>
        </p:nvSpPr>
        <p:spPr>
          <a:xfrm>
            <a:off x="1692090" y="89265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8DE889-BF03-66DE-F9E4-A5645042F184}"/>
              </a:ext>
            </a:extLst>
          </p:cNvPr>
          <p:cNvCxnSpPr>
            <a:cxnSpLocks/>
          </p:cNvCxnSpPr>
          <p:nvPr/>
        </p:nvCxnSpPr>
        <p:spPr>
          <a:xfrm>
            <a:off x="884333" y="2100749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05F987-7FCE-CA05-950D-15E02B4ABD9F}"/>
              </a:ext>
            </a:extLst>
          </p:cNvPr>
          <p:cNvCxnSpPr>
            <a:cxnSpLocks/>
          </p:cNvCxnSpPr>
          <p:nvPr/>
        </p:nvCxnSpPr>
        <p:spPr>
          <a:xfrm flipH="1">
            <a:off x="884333" y="2665603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D7DC63-F8E9-28B1-0F9A-D1370815E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814842"/>
              </p:ext>
            </p:extLst>
          </p:nvPr>
        </p:nvGraphicFramePr>
        <p:xfrm>
          <a:off x="267020" y="4066244"/>
          <a:ext cx="4153468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367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8367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8367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8367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868695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"1st floor"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0CD7454-5FA4-8FFB-0066-50A6BB6BD811}"/>
              </a:ext>
            </a:extLst>
          </p:cNvPr>
          <p:cNvSpPr/>
          <p:nvPr/>
        </p:nvSpPr>
        <p:spPr>
          <a:xfrm>
            <a:off x="267022" y="3736985"/>
            <a:ext cx="413779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Registration Packet</a:t>
            </a:r>
            <a:endParaRPr 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9AF028-29EB-3A39-F202-19AAF9891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965959"/>
              </p:ext>
            </p:extLst>
          </p:nvPr>
        </p:nvGraphicFramePr>
        <p:xfrm>
          <a:off x="4622013" y="4066243"/>
          <a:ext cx="3893336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334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973334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973334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973334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82884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"1st floor"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r>
                        <a:rPr lang="en-US" sz="1100"/>
                        <a:t>Error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D20DFB7-A5FE-6D7B-7EE5-BB73A187978D}"/>
              </a:ext>
            </a:extLst>
          </p:cNvPr>
          <p:cNvSpPr/>
          <p:nvPr/>
        </p:nvSpPr>
        <p:spPr>
          <a:xfrm>
            <a:off x="4622013" y="3736986"/>
            <a:ext cx="3894705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Registration Packet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26E11F-5CA1-1FD4-5765-8835B4C0A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637639"/>
              </p:ext>
            </p:extLst>
          </p:nvPr>
        </p:nvGraphicFramePr>
        <p:xfrm>
          <a:off x="8852555" y="4076788"/>
          <a:ext cx="3000964" cy="1879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482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500482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1320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Error code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Meaning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1320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1320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MsgSeqNo</a:t>
                      </a:r>
                      <a:r>
                        <a:rPr lang="en-US" sz="1100"/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1320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31320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3132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JsonPacketId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02010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7EDEAC7-1705-BC74-AFD9-57284BEF10DC}"/>
              </a:ext>
            </a:extLst>
          </p:cNvPr>
          <p:cNvSpPr/>
          <p:nvPr/>
        </p:nvSpPr>
        <p:spPr>
          <a:xfrm>
            <a:off x="8849952" y="3747529"/>
            <a:ext cx="2994088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A5832B-E368-B357-9402-832DF3F17B83}"/>
              </a:ext>
            </a:extLst>
          </p:cNvPr>
          <p:cNvSpPr/>
          <p:nvPr/>
        </p:nvSpPr>
        <p:spPr>
          <a:xfrm>
            <a:off x="8852555" y="201729"/>
            <a:ext cx="3000963" cy="1554476"/>
          </a:xfrm>
          <a:prstGeom prst="roundRect">
            <a:avLst>
              <a:gd name="adj" fmla="val 441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>
              <a:solidFill>
                <a:srgbClr val="333333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rgbClr val="333333"/>
                </a:solidFill>
                <a:latin typeface="+mj-lt"/>
                <a:cs typeface="Segoe UI"/>
              </a:rPr>
              <a:t>Json packet (Cloud -&gt; Gateway)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{</a:t>
            </a:r>
            <a:endParaRPr lang="en-US" sz="1100">
              <a:latin typeface="+mj-lt"/>
              <a:cs typeface="Calibri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"JsonPacketId" : 0,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"msgSeqNo": 12,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"gatewaySerNo": "GWY00005",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"location": "ABCD Showroom“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}</a:t>
            </a:r>
            <a:endParaRPr lang="en-US" sz="1100">
              <a:latin typeface="+mj-lt"/>
              <a:cs typeface="Calibri"/>
            </a:endParaRPr>
          </a:p>
          <a:p>
            <a:endParaRPr lang="en-US" sz="1100">
              <a:latin typeface="+mj-lt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95358-53CD-0B13-8A48-D731730C4DE2}"/>
              </a:ext>
            </a:extLst>
          </p:cNvPr>
          <p:cNvSpPr/>
          <p:nvPr/>
        </p:nvSpPr>
        <p:spPr>
          <a:xfrm>
            <a:off x="367057" y="8706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0AB4EA-D524-5D0B-790D-1301D1338205}"/>
              </a:ext>
            </a:extLst>
          </p:cNvPr>
          <p:cNvSpPr txBox="1"/>
          <p:nvPr/>
        </p:nvSpPr>
        <p:spPr>
          <a:xfrm>
            <a:off x="983586" y="1687609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Registration Json packet sent from Cloud to Gwy</a:t>
            </a:r>
            <a:endParaRPr lang="en-IN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CD6667-AB48-9174-31F9-12F8BC3C999C}"/>
              </a:ext>
            </a:extLst>
          </p:cNvPr>
          <p:cNvSpPr txBox="1"/>
          <p:nvPr/>
        </p:nvSpPr>
        <p:spPr>
          <a:xfrm>
            <a:off x="983585" y="2251889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2. Gwy sends back registration Ack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388B6F0-43A7-FAA3-43AB-25ABF5FF68A8}"/>
              </a:ext>
            </a:extLst>
          </p:cNvPr>
          <p:cNvSpPr/>
          <p:nvPr/>
        </p:nvSpPr>
        <p:spPr>
          <a:xfrm>
            <a:off x="8852554" y="1880410"/>
            <a:ext cx="3000963" cy="1656344"/>
          </a:xfrm>
          <a:prstGeom prst="roundRect">
            <a:avLst>
              <a:gd name="adj" fmla="val 574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>
              <a:solidFill>
                <a:srgbClr val="333333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rgbClr val="333333"/>
                </a:solidFill>
                <a:latin typeface="+mj-lt"/>
                <a:cs typeface="Segoe UI"/>
              </a:rPr>
              <a:t>Json ack (Gateway -&gt; Cloud)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{</a:t>
            </a:r>
            <a:endParaRPr lang="en-US" sz="1100">
              <a:latin typeface="+mj-lt"/>
              <a:cs typeface="Calibri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"JsonPacketId" : 0,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"msgSeqNo": 12,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"gatewaySerNo": "GWY00005",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"location": "ABCD Showroom",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"Errorcode": 0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}</a:t>
            </a:r>
            <a:endParaRPr lang="en-US" sz="1100">
              <a:latin typeface="+mj-lt"/>
              <a:cs typeface="Calibri"/>
            </a:endParaRPr>
          </a:p>
          <a:p>
            <a:endParaRPr lang="en-US" sz="1100">
              <a:latin typeface="+mj-lt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C6E87-D6E3-88DA-58E3-06B8C23E55FD}"/>
              </a:ext>
            </a:extLst>
          </p:cNvPr>
          <p:cNvSpPr txBox="1"/>
          <p:nvPr/>
        </p:nvSpPr>
        <p:spPr>
          <a:xfrm>
            <a:off x="4145872" y="305640"/>
            <a:ext cx="4369477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Gateway registration is the process of adding a gateway into the Mesh network.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Using the Mobile app, user will scan the QR code sticker placed on the Gateway device. The QR code contains all information related to the Gateway.</a:t>
            </a:r>
          </a:p>
        </p:txBody>
      </p:sp>
    </p:spTree>
    <p:extLst>
      <p:ext uri="{BB962C8B-B14F-4D97-AF65-F5344CB8AC3E}">
        <p14:creationId xmlns:p14="http://schemas.microsoft.com/office/powerpoint/2010/main" val="311633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CDA6-7A08-A03D-17A1-0251B3A4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A0A59A-0245-4F8E-C304-0256F8AB670B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FB6D7A-B609-D162-D93D-F7ADEEF0549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8B1437-61C0-DE57-7490-953ABDD7069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9B60AE-4F63-AC3A-BEBE-57960505734C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6369FB-AE8B-1BA9-3C41-09B6588C7DA5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CD49DB-C38D-DD40-53A4-5659D8020BBD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A0215D-28E0-EC82-47EF-728C6085CED7}"/>
              </a:ext>
            </a:extLst>
          </p:cNvPr>
          <p:cNvSpPr txBox="1"/>
          <p:nvPr/>
        </p:nvSpPr>
        <p:spPr>
          <a:xfrm>
            <a:off x="346033" y="240306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Gateway Configuration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9F672E-2357-2623-2B97-8E4A13B907B2}"/>
              </a:ext>
            </a:extLst>
          </p:cNvPr>
          <p:cNvCxnSpPr>
            <a:cxnSpLocks/>
          </p:cNvCxnSpPr>
          <p:nvPr/>
        </p:nvCxnSpPr>
        <p:spPr>
          <a:xfrm flipH="1">
            <a:off x="840564" y="1956953"/>
            <a:ext cx="23129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0DDB142-A029-DF3A-FBC3-3639018A0D1C}"/>
              </a:ext>
            </a:extLst>
          </p:cNvPr>
          <p:cNvSpPr txBox="1"/>
          <p:nvPr/>
        </p:nvSpPr>
        <p:spPr>
          <a:xfrm>
            <a:off x="1026519" y="150060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Gateway sends configuration status ack to cloud</a:t>
            </a:r>
            <a:endParaRPr lang="en-IN" sz="110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CBBF7AE-968F-B3C1-3CC0-A90369D90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01274"/>
              </p:ext>
            </p:extLst>
          </p:nvPr>
        </p:nvGraphicFramePr>
        <p:xfrm>
          <a:off x="307977" y="4604193"/>
          <a:ext cx="4154816" cy="1649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704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29917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299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329917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329917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29917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42A37E76-792C-6C5A-EADC-C4FD799374A5}"/>
              </a:ext>
            </a:extLst>
          </p:cNvPr>
          <p:cNvSpPr/>
          <p:nvPr/>
        </p:nvSpPr>
        <p:spPr>
          <a:xfrm>
            <a:off x="307978" y="4264840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Configuration status</a:t>
            </a:r>
            <a:endParaRPr lang="en-US" sz="140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1C8304D-DFFB-4E01-D0D0-368E1965B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711030"/>
              </p:ext>
            </p:extLst>
          </p:nvPr>
        </p:nvGraphicFramePr>
        <p:xfrm>
          <a:off x="4646660" y="4595719"/>
          <a:ext cx="3203330" cy="1658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A98706EC-1BAD-D853-9509-D7A1B8B9EE6F}"/>
              </a:ext>
            </a:extLst>
          </p:cNvPr>
          <p:cNvSpPr/>
          <p:nvPr/>
        </p:nvSpPr>
        <p:spPr>
          <a:xfrm>
            <a:off x="4646893" y="4264256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42D33D0-F042-653C-C04C-18E3125A150C}"/>
              </a:ext>
            </a:extLst>
          </p:cNvPr>
          <p:cNvSpPr/>
          <p:nvPr/>
        </p:nvSpPr>
        <p:spPr>
          <a:xfrm>
            <a:off x="8507956" y="4376444"/>
            <a:ext cx="3000963" cy="1877334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</a:t>
            </a:r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“Errorcode” : 0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7FD28-D87F-17E8-E9AD-7859761BE2F6}"/>
              </a:ext>
            </a:extLst>
          </p:cNvPr>
          <p:cNvSpPr txBox="1"/>
          <p:nvPr/>
        </p:nvSpPr>
        <p:spPr>
          <a:xfrm>
            <a:off x="3833988" y="394194"/>
            <a:ext cx="7928923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Gateway Configuration is the process in which the node is set to use a specific protocol for controlling the Air conditioner.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A registered unconfigured gateway will be waiting in configuration mode until configured.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When a supported AC remote button is pressed in front of the Gateway’s receiver, the gateway will get configured to act as that AC remote.</a:t>
            </a:r>
          </a:p>
        </p:txBody>
      </p:sp>
    </p:spTree>
    <p:extLst>
      <p:ext uri="{BB962C8B-B14F-4D97-AF65-F5344CB8AC3E}">
        <p14:creationId xmlns:p14="http://schemas.microsoft.com/office/powerpoint/2010/main" val="102477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3D40C93-9EAC-DA7C-F1AC-42FE6B7D681F}"/>
              </a:ext>
            </a:extLst>
          </p:cNvPr>
          <p:cNvSpPr txBox="1"/>
          <p:nvPr/>
        </p:nvSpPr>
        <p:spPr>
          <a:xfrm>
            <a:off x="355692" y="297142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Gateway Unregistration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3142F4-9E07-E7C8-8EC5-08A4092B4296}"/>
              </a:ext>
            </a:extLst>
          </p:cNvPr>
          <p:cNvSpPr/>
          <p:nvPr/>
        </p:nvSpPr>
        <p:spPr>
          <a:xfrm>
            <a:off x="2616292" y="865563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B1E2C5-9645-7E89-87D4-160F62D00334}"/>
              </a:ext>
            </a:extLst>
          </p:cNvPr>
          <p:cNvCxnSpPr>
            <a:cxnSpLocks/>
          </p:cNvCxnSpPr>
          <p:nvPr/>
        </p:nvCxnSpPr>
        <p:spPr>
          <a:xfrm>
            <a:off x="791725" y="1433396"/>
            <a:ext cx="0" cy="188837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52F70B-97F9-DA6B-1BE4-F89C0079FCE8}"/>
              </a:ext>
            </a:extLst>
          </p:cNvPr>
          <p:cNvCxnSpPr>
            <a:cxnSpLocks/>
          </p:cNvCxnSpPr>
          <p:nvPr/>
        </p:nvCxnSpPr>
        <p:spPr>
          <a:xfrm>
            <a:off x="3136992" y="1432830"/>
            <a:ext cx="0" cy="188894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C50927-D2D9-A80F-70F8-818BFFE257CA}"/>
              </a:ext>
            </a:extLst>
          </p:cNvPr>
          <p:cNvCxnSpPr>
            <a:cxnSpLocks/>
          </p:cNvCxnSpPr>
          <p:nvPr/>
        </p:nvCxnSpPr>
        <p:spPr>
          <a:xfrm>
            <a:off x="794068" y="212959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3CFC24-9C6A-F9B2-F421-A8F7391F1E08}"/>
              </a:ext>
            </a:extLst>
          </p:cNvPr>
          <p:cNvCxnSpPr>
            <a:cxnSpLocks/>
          </p:cNvCxnSpPr>
          <p:nvPr/>
        </p:nvCxnSpPr>
        <p:spPr>
          <a:xfrm flipH="1">
            <a:off x="794068" y="2779118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DD78CE-6DB1-C1D9-1B47-468750E24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30817"/>
              </p:ext>
            </p:extLst>
          </p:nvPr>
        </p:nvGraphicFramePr>
        <p:xfrm>
          <a:off x="355692" y="4230863"/>
          <a:ext cx="41566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"1st floor"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5840DEC-B883-6E5E-9096-75C61611D6B8}"/>
              </a:ext>
            </a:extLst>
          </p:cNvPr>
          <p:cNvSpPr/>
          <p:nvPr/>
        </p:nvSpPr>
        <p:spPr>
          <a:xfrm>
            <a:off x="365946" y="3914252"/>
            <a:ext cx="4143991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Un-Registration Packet</a:t>
            </a:r>
            <a:endParaRPr lang="en-US" sz="140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29D734C-A13A-E533-2543-5F852D9E2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100312"/>
              </p:ext>
            </p:extLst>
          </p:nvPr>
        </p:nvGraphicFramePr>
        <p:xfrm>
          <a:off x="4645326" y="4246451"/>
          <a:ext cx="41566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12283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1228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122833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122833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122833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"1st floor"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122833">
                <a:tc>
                  <a:txBody>
                    <a:bodyPr/>
                    <a:lstStyle/>
                    <a:p>
                      <a:r>
                        <a:rPr lang="en-US" sz="1100"/>
                        <a:t>Error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0 - 3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2FD938B8-C2C6-D15D-B9F9-7A57B4591D1F}"/>
              </a:ext>
            </a:extLst>
          </p:cNvPr>
          <p:cNvSpPr/>
          <p:nvPr/>
        </p:nvSpPr>
        <p:spPr>
          <a:xfrm>
            <a:off x="4645326" y="3914252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Un-Registration Packet Ack</a:t>
            </a:r>
            <a:endParaRPr lang="en-US" sz="140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D5E05EF-1C32-7569-E24E-2FB73A801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280342"/>
              </p:ext>
            </p:extLst>
          </p:nvPr>
        </p:nvGraphicFramePr>
        <p:xfrm>
          <a:off x="8935503" y="4230863"/>
          <a:ext cx="295349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74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47674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Error code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Meaning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MsgSeqNo</a:t>
                      </a:r>
                      <a:r>
                        <a:rPr lang="en-US" sz="1100"/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2515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JsonPacketId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31875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CA97BF2-DCDD-BAAC-3E48-277C8F743913}"/>
              </a:ext>
            </a:extLst>
          </p:cNvPr>
          <p:cNvSpPr/>
          <p:nvPr/>
        </p:nvSpPr>
        <p:spPr>
          <a:xfrm>
            <a:off x="8935529" y="3914252"/>
            <a:ext cx="295343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F89046-C61A-98CD-A38D-4FA139D4611D}"/>
              </a:ext>
            </a:extLst>
          </p:cNvPr>
          <p:cNvSpPr/>
          <p:nvPr/>
        </p:nvSpPr>
        <p:spPr>
          <a:xfrm>
            <a:off x="311477" y="865563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78659-ACEB-CE53-AC0C-5F68CD987F75}"/>
              </a:ext>
            </a:extLst>
          </p:cNvPr>
          <p:cNvSpPr txBox="1"/>
          <p:nvPr/>
        </p:nvSpPr>
        <p:spPr>
          <a:xfrm>
            <a:off x="922518" y="1673960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Unregistration Json packet sent from Cloud to Gwy</a:t>
            </a:r>
            <a:endParaRPr lang="en-IN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5A389-94A6-9CBE-7D8C-54610C6558D2}"/>
              </a:ext>
            </a:extLst>
          </p:cNvPr>
          <p:cNvSpPr txBox="1"/>
          <p:nvPr/>
        </p:nvSpPr>
        <p:spPr>
          <a:xfrm>
            <a:off x="943944" y="230742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2. Gwy sends back UnRegistration Ack back to cloud</a:t>
            </a:r>
            <a:endParaRPr lang="en-IN" sz="11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0C8210-46E2-E167-4C22-75007CC48E28}"/>
              </a:ext>
            </a:extLst>
          </p:cNvPr>
          <p:cNvSpPr/>
          <p:nvPr/>
        </p:nvSpPr>
        <p:spPr>
          <a:xfrm>
            <a:off x="8852555" y="297142"/>
            <a:ext cx="3027968" cy="1531658"/>
          </a:xfrm>
          <a:prstGeom prst="roundRect">
            <a:avLst>
              <a:gd name="adj" fmla="val 609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rgbClr val="333333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rgbClr val="333333"/>
                </a:solidFill>
                <a:latin typeface="+mj-lt"/>
                <a:cs typeface="Segoe U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{</a:t>
            </a:r>
            <a:endParaRPr lang="en-US" sz="1100">
              <a:latin typeface="+mj-lt"/>
              <a:cs typeface="Calibri"/>
            </a:endParaRP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"JsonPacketId" : 2,</a:t>
            </a: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"msgSeqNo": 12,</a:t>
            </a:r>
            <a:endParaRPr lang="en-US" sz="1100">
              <a:latin typeface="+mj-lt"/>
              <a:cs typeface="Calibri" panose="020F0502020204030204"/>
            </a:endParaRP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"gatewaySerNo": "GWY00005",</a:t>
            </a:r>
            <a:endParaRPr lang="en-US" sz="1100">
              <a:latin typeface="+mj-lt"/>
              <a:cs typeface="Calibri" panose="020F0502020204030204"/>
            </a:endParaRP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"location": "ABCD Showroom“</a:t>
            </a:r>
            <a:endParaRPr lang="en-US" sz="1100">
              <a:latin typeface="+mj-lt"/>
              <a:cs typeface="Calibri" panose="020F0502020204030204"/>
            </a:endParaRP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}</a:t>
            </a:r>
            <a:endParaRPr lang="en-US" sz="1100">
              <a:latin typeface="+mj-lt"/>
              <a:cs typeface="Calibri"/>
            </a:endParaRPr>
          </a:p>
          <a:p>
            <a:pPr algn="just"/>
            <a:endParaRPr lang="en-US" sz="1100">
              <a:latin typeface="+mj-lt"/>
              <a:cs typeface="Calibri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16C9C4-EE32-FF90-7A2D-8A27F3128BC1}"/>
              </a:ext>
            </a:extLst>
          </p:cNvPr>
          <p:cNvCxnSpPr>
            <a:cxnSpLocks/>
            <a:stCxn id="17" idx="3"/>
            <a:endCxn id="2" idx="1"/>
          </p:cNvCxnSpPr>
          <p:nvPr/>
        </p:nvCxnSpPr>
        <p:spPr>
          <a:xfrm>
            <a:off x="1352877" y="1149197"/>
            <a:ext cx="126341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11DB0-B700-1856-DC39-47D65C8159B9}"/>
              </a:ext>
            </a:extLst>
          </p:cNvPr>
          <p:cNvSpPr txBox="1"/>
          <p:nvPr/>
        </p:nvSpPr>
        <p:spPr>
          <a:xfrm>
            <a:off x="1628046" y="839774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F47E259-01F3-EFA4-D62A-A91D2F04207E}"/>
              </a:ext>
            </a:extLst>
          </p:cNvPr>
          <p:cNvSpPr/>
          <p:nvPr/>
        </p:nvSpPr>
        <p:spPr>
          <a:xfrm>
            <a:off x="8852555" y="1946915"/>
            <a:ext cx="3000963" cy="1758310"/>
          </a:xfrm>
          <a:prstGeom prst="roundRect">
            <a:avLst>
              <a:gd name="adj" fmla="val 637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>
              <a:solidFill>
                <a:srgbClr val="333333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rgbClr val="333333"/>
                </a:solidFill>
                <a:latin typeface="+mj-lt"/>
                <a:cs typeface="Segoe UI"/>
              </a:rPr>
              <a:t>Json ack (Cloud -&gt; Gateway)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{</a:t>
            </a:r>
            <a:endParaRPr lang="en-US" sz="1100">
              <a:latin typeface="+mj-lt"/>
              <a:cs typeface="Calibri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"JsonPacketId" : 2,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"msgSeqNo": 12,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"gatewaySerNo": "GWY00005",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"location": "ABCD Showroom",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"Errorcode": 0,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}</a:t>
            </a:r>
            <a:endParaRPr lang="en-US" sz="1100">
              <a:latin typeface="+mj-lt"/>
              <a:cs typeface="Calibri"/>
            </a:endParaRPr>
          </a:p>
          <a:p>
            <a:endParaRPr lang="en-US" sz="1100">
              <a:latin typeface="+mj-lt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060A3A-129F-C129-0C2E-B451F73F5670}"/>
              </a:ext>
            </a:extLst>
          </p:cNvPr>
          <p:cNvSpPr txBox="1"/>
          <p:nvPr/>
        </p:nvSpPr>
        <p:spPr>
          <a:xfrm>
            <a:off x="4145872" y="305640"/>
            <a:ext cx="4369477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Gateway Unregistration is the process of removing a gateway from the Mesh network.</a:t>
            </a:r>
          </a:p>
        </p:txBody>
      </p:sp>
    </p:spTree>
    <p:extLst>
      <p:ext uri="{BB962C8B-B14F-4D97-AF65-F5344CB8AC3E}">
        <p14:creationId xmlns:p14="http://schemas.microsoft.com/office/powerpoint/2010/main" val="194345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D301F-EFEC-6CC0-201E-A8F9FF91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7DA3F5-D38C-CE5A-457B-58F2F3AF56DD}"/>
              </a:ext>
            </a:extLst>
          </p:cNvPr>
          <p:cNvSpPr/>
          <p:nvPr/>
        </p:nvSpPr>
        <p:spPr>
          <a:xfrm>
            <a:off x="3767289" y="205306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064D51-0DD9-9D93-BEB9-51FA5CD6DDC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947768" y="2620327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B50800-D7C4-09E3-8DE6-6D798549A58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287989" y="2620328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5C15BC-4F3C-5DA0-4C78-DF0B3E170E1B}"/>
              </a:ext>
            </a:extLst>
          </p:cNvPr>
          <p:cNvSpPr/>
          <p:nvPr/>
        </p:nvSpPr>
        <p:spPr>
          <a:xfrm>
            <a:off x="1427068" y="2053060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9EA28E-A14A-EC4F-1040-BB527A804C68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2468468" y="2336694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883960-CA6D-F41E-F8CC-C452528AC8F5}"/>
              </a:ext>
            </a:extLst>
          </p:cNvPr>
          <p:cNvSpPr txBox="1"/>
          <p:nvPr/>
        </p:nvSpPr>
        <p:spPr>
          <a:xfrm>
            <a:off x="2725889" y="2053060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18236C-CC66-BD95-7A37-9CF9396F7DDA}"/>
              </a:ext>
            </a:extLst>
          </p:cNvPr>
          <p:cNvSpPr txBox="1"/>
          <p:nvPr/>
        </p:nvSpPr>
        <p:spPr>
          <a:xfrm>
            <a:off x="1491872" y="1615538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Gateway AC Control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4ACBD17-8614-C5B6-B14B-6EF3DE8ECF88}"/>
              </a:ext>
            </a:extLst>
          </p:cNvPr>
          <p:cNvSpPr/>
          <p:nvPr/>
        </p:nvSpPr>
        <p:spPr>
          <a:xfrm>
            <a:off x="5651796" y="1615051"/>
            <a:ext cx="2437976" cy="3362313"/>
          </a:xfrm>
          <a:prstGeom prst="roundRect">
            <a:avLst>
              <a:gd name="adj" fmla="val 548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“Power":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“Mode": "Cool",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“Fan": 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“Temp": 25,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“SwingH":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“SwingV": 1, 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"OnTimer": 0,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"OffTimer": 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"Locking": 1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B2A641D-B598-35A1-D564-C23F7446E0FB}"/>
              </a:ext>
            </a:extLst>
          </p:cNvPr>
          <p:cNvSpPr/>
          <p:nvPr/>
        </p:nvSpPr>
        <p:spPr>
          <a:xfrm>
            <a:off x="8633942" y="1616026"/>
            <a:ext cx="2701813" cy="3361338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“Power":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“Mode": "Cool",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“Fan": 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“Temp": 25,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“SwingH":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“SwingV": 1, 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"OnTimer": 0,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"OffTimer": 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"Locking":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“Errorcode”: 0,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EA9DC58-5DB6-883A-7606-C4361F8CA7A7}"/>
              </a:ext>
            </a:extLst>
          </p:cNvPr>
          <p:cNvCxnSpPr>
            <a:cxnSpLocks/>
          </p:cNvCxnSpPr>
          <p:nvPr/>
        </p:nvCxnSpPr>
        <p:spPr>
          <a:xfrm>
            <a:off x="1959655" y="3481265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5AEA51-EC55-660D-2349-38BF0C5DA16E}"/>
              </a:ext>
            </a:extLst>
          </p:cNvPr>
          <p:cNvSpPr txBox="1"/>
          <p:nvPr/>
        </p:nvSpPr>
        <p:spPr>
          <a:xfrm>
            <a:off x="2096928" y="2984279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Control packet is sent from the cloud</a:t>
            </a:r>
            <a:endParaRPr lang="en-IN" sz="110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AB1ECD-77A7-99CD-4873-5C5A6540B785}"/>
              </a:ext>
            </a:extLst>
          </p:cNvPr>
          <p:cNvCxnSpPr>
            <a:cxnSpLocks/>
          </p:cNvCxnSpPr>
          <p:nvPr/>
        </p:nvCxnSpPr>
        <p:spPr>
          <a:xfrm flipH="1">
            <a:off x="1961194" y="4390452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0F4AC09-C370-62C6-B575-41E0EA960EB3}"/>
              </a:ext>
            </a:extLst>
          </p:cNvPr>
          <p:cNvSpPr txBox="1"/>
          <p:nvPr/>
        </p:nvSpPr>
        <p:spPr>
          <a:xfrm>
            <a:off x="2092409" y="3911316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Gateway sends control ack back to cloud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125140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02C7FC7-9442-8434-8531-A930F5F30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531410"/>
              </p:ext>
            </p:extLst>
          </p:nvPr>
        </p:nvGraphicFramePr>
        <p:xfrm>
          <a:off x="224515" y="650970"/>
          <a:ext cx="4156612" cy="5589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1640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164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err="1"/>
                        <a:t>JsonPacketId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0 - 99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316402">
                <a:tc>
                  <a:txBody>
                    <a:bodyPr/>
                    <a:lstStyle/>
                    <a:p>
                      <a:r>
                        <a:rPr lang="en-US" sz="1200" err="1"/>
                        <a:t>MsgSeqNo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316402">
                <a:tc>
                  <a:txBody>
                    <a:bodyPr/>
                    <a:lstStyle/>
                    <a:p>
                      <a:r>
                        <a:rPr lang="en-US" sz="1200" err="1"/>
                        <a:t>GwySerNo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527337">
                <a:tc>
                  <a:txBody>
                    <a:bodyPr/>
                    <a:lstStyle/>
                    <a:p>
                      <a:r>
                        <a:rPr lang="en-US" sz="1200"/>
                        <a:t>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949207">
                <a:tc>
                  <a:txBody>
                    <a:bodyPr/>
                    <a:lstStyle/>
                    <a:p>
                      <a:r>
                        <a:rPr lang="en-US" sz="120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"Cool", "Hot", "Dry", "Auto", "Quiet"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582046"/>
                  </a:ext>
                </a:extLst>
              </a:tr>
              <a:tr h="316402">
                <a:tc>
                  <a:txBody>
                    <a:bodyPr/>
                    <a:lstStyle/>
                    <a:p>
                      <a:r>
                        <a:rPr lang="en-US" sz="1200"/>
                        <a:t>Fan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325388"/>
                  </a:ext>
                </a:extLst>
              </a:tr>
              <a:tr h="316402">
                <a:tc>
                  <a:txBody>
                    <a:bodyPr/>
                    <a:lstStyle/>
                    <a:p>
                      <a:r>
                        <a:rPr lang="en-US" sz="120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16 - 32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258944"/>
                  </a:ext>
                </a:extLst>
              </a:tr>
              <a:tr h="527337">
                <a:tc>
                  <a:txBody>
                    <a:bodyPr/>
                    <a:lstStyle/>
                    <a:p>
                      <a:r>
                        <a:rPr lang="en-US" sz="1200" err="1"/>
                        <a:t>SwingH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071958"/>
                  </a:ext>
                </a:extLst>
              </a:tr>
              <a:tr h="527337">
                <a:tc>
                  <a:txBody>
                    <a:bodyPr/>
                    <a:lstStyle/>
                    <a:p>
                      <a:r>
                        <a:rPr lang="en-US" sz="1200" err="1"/>
                        <a:t>SwingV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849882"/>
                  </a:ext>
                </a:extLst>
              </a:tr>
              <a:tr h="316402">
                <a:tc>
                  <a:txBody>
                    <a:bodyPr/>
                    <a:lstStyle/>
                    <a:p>
                      <a:r>
                        <a:rPr lang="en-US" sz="1200" err="1"/>
                        <a:t>OnTimer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127224"/>
                  </a:ext>
                </a:extLst>
              </a:tr>
              <a:tr h="316402">
                <a:tc>
                  <a:txBody>
                    <a:bodyPr/>
                    <a:lstStyle/>
                    <a:p>
                      <a:r>
                        <a:rPr lang="en-US" sz="1200" err="1"/>
                        <a:t>OffTimer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752070"/>
                  </a:ext>
                </a:extLst>
              </a:tr>
              <a:tr h="527337">
                <a:tc>
                  <a:txBody>
                    <a:bodyPr/>
                    <a:lstStyle/>
                    <a:p>
                      <a:r>
                        <a:rPr lang="en-US" sz="1200"/>
                        <a:t>Locking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25369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9C2BEFE7-AD49-F3A6-8CFA-2C494CB7BA30}"/>
              </a:ext>
            </a:extLst>
          </p:cNvPr>
          <p:cNvSpPr/>
          <p:nvPr/>
        </p:nvSpPr>
        <p:spPr>
          <a:xfrm>
            <a:off x="224515" y="388324"/>
            <a:ext cx="4145452" cy="262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Control packet</a:t>
            </a:r>
            <a:endParaRPr lang="en-US" sz="140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19C7A2E-928D-B7F8-5691-8DF7BEEB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6569"/>
              </p:ext>
            </p:extLst>
          </p:nvPr>
        </p:nvGraphicFramePr>
        <p:xfrm>
          <a:off x="4496885" y="650971"/>
          <a:ext cx="4156612" cy="560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0031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00314">
                <a:tc>
                  <a:txBody>
                    <a:bodyPr/>
                    <a:lstStyle/>
                    <a:p>
                      <a:r>
                        <a:rPr lang="en-US" sz="1200"/>
                        <a:t>JsonPacketId</a:t>
                      </a:r>
                      <a:endParaRPr lang="en-US" sz="12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912610"/>
                  </a:ext>
                </a:extLst>
              </a:tr>
              <a:tr h="300314">
                <a:tc>
                  <a:txBody>
                    <a:bodyPr/>
                    <a:lstStyle/>
                    <a:p>
                      <a:r>
                        <a:rPr lang="en-US" sz="1200" err="1"/>
                        <a:t>MsgSeqNo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300314">
                <a:tc>
                  <a:txBody>
                    <a:bodyPr/>
                    <a:lstStyle/>
                    <a:p>
                      <a:r>
                        <a:rPr lang="en-US" sz="1200" err="1"/>
                        <a:t>GwySerNo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500523">
                <a:tc>
                  <a:txBody>
                    <a:bodyPr/>
                    <a:lstStyle/>
                    <a:p>
                      <a:r>
                        <a:rPr lang="en-US" sz="1200"/>
                        <a:t>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900942">
                <a:tc>
                  <a:txBody>
                    <a:bodyPr/>
                    <a:lstStyle/>
                    <a:p>
                      <a:r>
                        <a:rPr lang="en-US" sz="120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"Cool", "Hot", "Dry", "Auto", "Quiet"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300314">
                <a:tc>
                  <a:txBody>
                    <a:bodyPr/>
                    <a:lstStyle/>
                    <a:p>
                      <a:r>
                        <a:rPr lang="en-US" sz="1200"/>
                        <a:t>Fan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  <a:tr h="300314">
                <a:tc>
                  <a:txBody>
                    <a:bodyPr/>
                    <a:lstStyle/>
                    <a:p>
                      <a:r>
                        <a:rPr lang="en-US" sz="120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16 - 32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283459"/>
                  </a:ext>
                </a:extLst>
              </a:tr>
              <a:tr h="500523">
                <a:tc>
                  <a:txBody>
                    <a:bodyPr/>
                    <a:lstStyle/>
                    <a:p>
                      <a:r>
                        <a:rPr lang="en-US" sz="1200"/>
                        <a:t>SwingH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415609"/>
                  </a:ext>
                </a:extLst>
              </a:tr>
              <a:tr h="500523">
                <a:tc>
                  <a:txBody>
                    <a:bodyPr/>
                    <a:lstStyle/>
                    <a:p>
                      <a:r>
                        <a:rPr lang="en-US" sz="1200"/>
                        <a:t>SwingV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324524"/>
                  </a:ext>
                </a:extLst>
              </a:tr>
              <a:tr h="300314">
                <a:tc>
                  <a:txBody>
                    <a:bodyPr/>
                    <a:lstStyle/>
                    <a:p>
                      <a:r>
                        <a:rPr lang="en-US" sz="1200"/>
                        <a:t>OnTimer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19764"/>
                  </a:ext>
                </a:extLst>
              </a:tr>
              <a:tr h="300314">
                <a:tc>
                  <a:txBody>
                    <a:bodyPr/>
                    <a:lstStyle/>
                    <a:p>
                      <a:r>
                        <a:rPr lang="en-US" sz="1200"/>
                        <a:t>OffTimer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369420"/>
                  </a:ext>
                </a:extLst>
              </a:tr>
              <a:tr h="500523">
                <a:tc>
                  <a:txBody>
                    <a:bodyPr/>
                    <a:lstStyle/>
                    <a:p>
                      <a:r>
                        <a:rPr lang="en-US" sz="1200"/>
                        <a:t>Locking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707185"/>
                  </a:ext>
                </a:extLst>
              </a:tr>
              <a:tr h="300314">
                <a:tc>
                  <a:txBody>
                    <a:bodyPr/>
                    <a:lstStyle/>
                    <a:p>
                      <a:r>
                        <a:rPr lang="en-US" sz="1200"/>
                        <a:t>ErrorCode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0 - 15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74419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816868FD-B3EF-D610-B989-8B3FCDA590C2}"/>
              </a:ext>
            </a:extLst>
          </p:cNvPr>
          <p:cNvSpPr/>
          <p:nvPr/>
        </p:nvSpPr>
        <p:spPr>
          <a:xfrm>
            <a:off x="4497784" y="388325"/>
            <a:ext cx="4154814" cy="262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Control ack</a:t>
            </a:r>
            <a:endParaRPr lang="en-US" sz="140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B39133D-5B08-309D-A9ED-7503942F4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254158"/>
              </p:ext>
            </p:extLst>
          </p:nvPr>
        </p:nvGraphicFramePr>
        <p:xfrm>
          <a:off x="8763923" y="650971"/>
          <a:ext cx="3203330" cy="558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131875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Fan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575390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Temperature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1241819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SwingH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838939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SwingV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160116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OnTimer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166206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OffTimer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071891"/>
                  </a:ext>
                </a:extLst>
              </a:tr>
              <a:tr h="465814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Locking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91316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611DCF5C-F592-FFF6-D459-B661E2B49CC9}"/>
              </a:ext>
            </a:extLst>
          </p:cNvPr>
          <p:cNvSpPr/>
          <p:nvPr/>
        </p:nvSpPr>
        <p:spPr>
          <a:xfrm>
            <a:off x="8763924" y="388324"/>
            <a:ext cx="3203329" cy="262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48856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077A4-F3A1-32DC-A80B-6582320B4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4B2D36-CE9C-613B-114E-D9841B77AB85}"/>
              </a:ext>
            </a:extLst>
          </p:cNvPr>
          <p:cNvSpPr/>
          <p:nvPr/>
        </p:nvSpPr>
        <p:spPr>
          <a:xfrm>
            <a:off x="4191494" y="2018475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4599E9-5ACF-E6E9-4ADE-91582BFAB6E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581894" y="2763294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D7386E-25B4-CBEE-5124-5E76BEC2957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712194" y="2585742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D29E8F-03F2-1FCE-E5C7-8B560A82B06D}"/>
              </a:ext>
            </a:extLst>
          </p:cNvPr>
          <p:cNvSpPr/>
          <p:nvPr/>
        </p:nvSpPr>
        <p:spPr>
          <a:xfrm>
            <a:off x="1851273" y="2018474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1E1283-AC41-CA1C-1AD3-8AB082543C6C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2892673" y="2302108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19C8AF9-B45C-ADAF-14D5-187E7382DC7A}"/>
              </a:ext>
            </a:extLst>
          </p:cNvPr>
          <p:cNvSpPr txBox="1"/>
          <p:nvPr/>
        </p:nvSpPr>
        <p:spPr>
          <a:xfrm>
            <a:off x="3150094" y="2018474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CBD66-D16F-5919-B71D-2BB510276EAE}"/>
              </a:ext>
            </a:extLst>
          </p:cNvPr>
          <p:cNvSpPr txBox="1"/>
          <p:nvPr/>
        </p:nvSpPr>
        <p:spPr>
          <a:xfrm>
            <a:off x="1860151" y="1374167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Gateway AC Locking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C2876D-4E6B-9DF9-458B-A68C214C8C9A}"/>
              </a:ext>
            </a:extLst>
          </p:cNvPr>
          <p:cNvCxnSpPr>
            <a:cxnSpLocks/>
          </p:cNvCxnSpPr>
          <p:nvPr/>
        </p:nvCxnSpPr>
        <p:spPr>
          <a:xfrm flipH="1" flipV="1">
            <a:off x="2381148" y="3616339"/>
            <a:ext cx="2331046" cy="148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1189A89-3F09-5C95-9FAA-04F7020495E8}"/>
              </a:ext>
            </a:extLst>
          </p:cNvPr>
          <p:cNvSpPr txBox="1"/>
          <p:nvPr/>
        </p:nvSpPr>
        <p:spPr>
          <a:xfrm>
            <a:off x="2576053" y="2962674"/>
            <a:ext cx="20918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Gateway detects that AC got controlled by its remote and Locking feature is enabled.</a:t>
            </a:r>
            <a:endParaRPr lang="en-IN" sz="110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3FE349E-B45B-CEEE-0050-F6BA8435A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334022"/>
              </p:ext>
            </p:extLst>
          </p:nvPr>
        </p:nvGraphicFramePr>
        <p:xfrm>
          <a:off x="7276665" y="1501606"/>
          <a:ext cx="4156612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47437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B73947CD-948A-7392-7845-993FF41F62DB}"/>
              </a:ext>
            </a:extLst>
          </p:cNvPr>
          <p:cNvSpPr/>
          <p:nvPr/>
        </p:nvSpPr>
        <p:spPr>
          <a:xfrm>
            <a:off x="7276666" y="1162253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Locking status</a:t>
            </a:r>
            <a:endParaRPr lang="en-US" sz="14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EDF4E52-DEE4-443A-8C9D-BF2E61D75727}"/>
              </a:ext>
            </a:extLst>
          </p:cNvPr>
          <p:cNvSpPr/>
          <p:nvPr/>
        </p:nvSpPr>
        <p:spPr>
          <a:xfrm>
            <a:off x="8028985" y="3610156"/>
            <a:ext cx="3000963" cy="1618073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</a:t>
            </a:r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4,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C1576D-C3B4-E806-404F-9F038D1A2B64}"/>
              </a:ext>
            </a:extLst>
          </p:cNvPr>
          <p:cNvSpPr txBox="1"/>
          <p:nvPr/>
        </p:nvSpPr>
        <p:spPr>
          <a:xfrm>
            <a:off x="2576053" y="3631221"/>
            <a:ext cx="209188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100"/>
              <a:t>Gateway sends back previous IR command to bring AC back to previous state and send ack to cloud to notify regarding this behaviour</a:t>
            </a:r>
          </a:p>
        </p:txBody>
      </p:sp>
    </p:spTree>
    <p:extLst>
      <p:ext uri="{BB962C8B-B14F-4D97-AF65-F5344CB8AC3E}">
        <p14:creationId xmlns:p14="http://schemas.microsoft.com/office/powerpoint/2010/main" val="3893652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94CA-E64A-D55C-6B53-59B74BAD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B2B6CD-CDEA-6B1E-289B-13EF15A2F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55058"/>
              </p:ext>
            </p:extLst>
          </p:nvPr>
        </p:nvGraphicFramePr>
        <p:xfrm>
          <a:off x="269246" y="4389633"/>
          <a:ext cx="41566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D987A2F-E76F-8CAD-D4E1-FF27B6CF6095}"/>
              </a:ext>
            </a:extLst>
          </p:cNvPr>
          <p:cNvSpPr/>
          <p:nvPr/>
        </p:nvSpPr>
        <p:spPr>
          <a:xfrm>
            <a:off x="267786" y="4059517"/>
            <a:ext cx="414545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Reconfiguration packet</a:t>
            </a:r>
            <a:endParaRPr lang="en-US" sz="1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79CE7F-3F2B-2B38-599A-3BCC8AA70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233501"/>
              </p:ext>
            </p:extLst>
          </p:nvPr>
        </p:nvGraphicFramePr>
        <p:xfrm>
          <a:off x="4525460" y="4398870"/>
          <a:ext cx="41566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7DA197D-76ED-8228-E1CD-F5B98AE2436C}"/>
              </a:ext>
            </a:extLst>
          </p:cNvPr>
          <p:cNvSpPr/>
          <p:nvPr/>
        </p:nvSpPr>
        <p:spPr>
          <a:xfrm>
            <a:off x="4525461" y="4059517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Reconfiguration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BB11BF2-68D1-23B5-89FD-B161F076A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804788"/>
              </p:ext>
            </p:extLst>
          </p:nvPr>
        </p:nvGraphicFramePr>
        <p:xfrm>
          <a:off x="8792498" y="4401074"/>
          <a:ext cx="320333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25871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25871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25871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MsgSeqNo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25871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25871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25871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Time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4020FB8-06C3-5F9F-071A-7E88E5F27382}"/>
              </a:ext>
            </a:extLst>
          </p:cNvPr>
          <p:cNvSpPr/>
          <p:nvPr/>
        </p:nvSpPr>
        <p:spPr>
          <a:xfrm>
            <a:off x="8792731" y="4069611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5CDD24-CDC3-E1E4-2100-84EABA3A0DA0}"/>
              </a:ext>
            </a:extLst>
          </p:cNvPr>
          <p:cNvSpPr/>
          <p:nvPr/>
        </p:nvSpPr>
        <p:spPr>
          <a:xfrm>
            <a:off x="2608007" y="731547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92B2B5-D758-763A-3434-2A25F7B504A3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486" y="1298813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2505AC-AB20-D090-1F3E-54D81416E8B9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128707" y="1298814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173A13-391F-9A9E-FD63-7310EB9A8821}"/>
              </a:ext>
            </a:extLst>
          </p:cNvPr>
          <p:cNvCxnSpPr>
            <a:cxnSpLocks/>
          </p:cNvCxnSpPr>
          <p:nvPr/>
        </p:nvCxnSpPr>
        <p:spPr>
          <a:xfrm>
            <a:off x="800373" y="2055992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BF40C8-B990-B315-8DF9-19AA518C3C0F}"/>
              </a:ext>
            </a:extLst>
          </p:cNvPr>
          <p:cNvCxnSpPr>
            <a:cxnSpLocks/>
          </p:cNvCxnSpPr>
          <p:nvPr/>
        </p:nvCxnSpPr>
        <p:spPr>
          <a:xfrm flipH="1">
            <a:off x="801912" y="2864750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1A3AF4-72F5-4F50-4ACE-5BD643762625}"/>
              </a:ext>
            </a:extLst>
          </p:cNvPr>
          <p:cNvSpPr/>
          <p:nvPr/>
        </p:nvSpPr>
        <p:spPr>
          <a:xfrm>
            <a:off x="267786" y="73154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B5ECB2-549F-0ABB-102E-AB2F1DF7A20D}"/>
              </a:ext>
            </a:extLst>
          </p:cNvPr>
          <p:cNvSpPr txBox="1"/>
          <p:nvPr/>
        </p:nvSpPr>
        <p:spPr>
          <a:xfrm>
            <a:off x="930330" y="1574467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Reconfiguration packet is sent from Cloud to Gateway</a:t>
            </a:r>
            <a:endParaRPr lang="en-IN" sz="11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95779A-45C0-CAD7-13DF-64016321C0C0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1309186" y="1015180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72BED9A-559F-0D5E-3C57-B751749B0AC9}"/>
              </a:ext>
            </a:extLst>
          </p:cNvPr>
          <p:cNvSpPr txBox="1"/>
          <p:nvPr/>
        </p:nvSpPr>
        <p:spPr>
          <a:xfrm>
            <a:off x="1566607" y="731546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EA85EF-380D-CF3D-2CFB-5248F88D967C}"/>
              </a:ext>
            </a:extLst>
          </p:cNvPr>
          <p:cNvSpPr txBox="1"/>
          <p:nvPr/>
        </p:nvSpPr>
        <p:spPr>
          <a:xfrm>
            <a:off x="987866" y="2408793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Gateway sends reconfiguration ack to cloud 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748340F-FFA3-FE08-7122-CFBF4C76C27A}"/>
              </a:ext>
            </a:extLst>
          </p:cNvPr>
          <p:cNvSpPr/>
          <p:nvPr/>
        </p:nvSpPr>
        <p:spPr>
          <a:xfrm>
            <a:off x="8883060" y="250108"/>
            <a:ext cx="3000963" cy="1618073"/>
          </a:xfrm>
          <a:prstGeom prst="roundRect">
            <a:avLst>
              <a:gd name="adj" fmla="val 430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5,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12E19B-E48C-E21D-EA47-C1E810443CB9}"/>
              </a:ext>
            </a:extLst>
          </p:cNvPr>
          <p:cNvSpPr txBox="1"/>
          <p:nvPr/>
        </p:nvSpPr>
        <p:spPr>
          <a:xfrm>
            <a:off x="298722" y="250108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Gateway Reconfiguration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52CDE7-CA35-1446-7997-9D31A3120EDF}"/>
              </a:ext>
            </a:extLst>
          </p:cNvPr>
          <p:cNvSpPr/>
          <p:nvPr/>
        </p:nvSpPr>
        <p:spPr>
          <a:xfrm>
            <a:off x="8883060" y="2050505"/>
            <a:ext cx="3000963" cy="1789144"/>
          </a:xfrm>
          <a:prstGeom prst="roundRect">
            <a:avLst>
              <a:gd name="adj" fmla="val 60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5,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"ErrorCode": 0,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B196EB-233C-C33B-4C51-4223FAFA3E49}"/>
              </a:ext>
            </a:extLst>
          </p:cNvPr>
          <p:cNvSpPr txBox="1"/>
          <p:nvPr/>
        </p:nvSpPr>
        <p:spPr>
          <a:xfrm>
            <a:off x="3862225" y="250108"/>
            <a:ext cx="4641382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Gateway reconfiguration is the process in which user can configure the gateway to use a different protocol from the one it was using before.</a:t>
            </a:r>
          </a:p>
        </p:txBody>
      </p:sp>
    </p:spTree>
    <p:extLst>
      <p:ext uri="{BB962C8B-B14F-4D97-AF65-F5344CB8AC3E}">
        <p14:creationId xmlns:p14="http://schemas.microsoft.com/office/powerpoint/2010/main" val="6800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7BDD16-D759-A9CA-F8CE-66F23D49A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389207"/>
              </p:ext>
            </p:extLst>
          </p:nvPr>
        </p:nvGraphicFramePr>
        <p:xfrm>
          <a:off x="269246" y="4389634"/>
          <a:ext cx="4156612" cy="2245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70674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706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270674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270674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270674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445816">
                <a:tc>
                  <a:txBody>
                    <a:bodyPr/>
                    <a:lstStyle/>
                    <a:p>
                      <a:r>
                        <a:rPr lang="en-US" sz="1100"/>
                        <a:t>MacId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"b0:b2:1c:8f:a7:be"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17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445816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“1</a:t>
                      </a:r>
                      <a:r>
                        <a:rPr lang="en-US" sz="1100" baseline="30000"/>
                        <a:t>st</a:t>
                      </a:r>
                      <a:r>
                        <a:rPr lang="en-US" sz="1100"/>
                        <a:t> Floor”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79932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C5C99F6-5B11-7A66-60E1-05B1A9C4F9E4}"/>
              </a:ext>
            </a:extLst>
          </p:cNvPr>
          <p:cNvSpPr/>
          <p:nvPr/>
        </p:nvSpPr>
        <p:spPr>
          <a:xfrm>
            <a:off x="267786" y="4059517"/>
            <a:ext cx="414545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Provisioning packet</a:t>
            </a:r>
            <a:endParaRPr lang="en-US" sz="1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A330D4-0C52-FEDC-33B2-A7500B185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056828"/>
              </p:ext>
            </p:extLst>
          </p:nvPr>
        </p:nvGraphicFramePr>
        <p:xfrm>
          <a:off x="4525460" y="4398870"/>
          <a:ext cx="4156612" cy="223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79471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794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79471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279471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79471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79471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279471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“1</a:t>
                      </a:r>
                      <a:r>
                        <a:rPr lang="en-US" sz="1100" baseline="30000"/>
                        <a:t>st</a:t>
                      </a:r>
                      <a:r>
                        <a:rPr lang="en-US" sz="1100"/>
                        <a:t> Floor”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986"/>
                  </a:ext>
                </a:extLst>
              </a:tr>
              <a:tr h="279471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AA65614-0B08-A725-CF14-569E234BA773}"/>
              </a:ext>
            </a:extLst>
          </p:cNvPr>
          <p:cNvSpPr/>
          <p:nvPr/>
        </p:nvSpPr>
        <p:spPr>
          <a:xfrm>
            <a:off x="4525461" y="4059517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Provisioning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6CA5E0-7C63-9225-E3A2-311A8EADB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14196"/>
              </p:ext>
            </p:extLst>
          </p:nvPr>
        </p:nvGraphicFramePr>
        <p:xfrm>
          <a:off x="8792498" y="4401074"/>
          <a:ext cx="3203330" cy="223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MsgSeqNo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MacID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Time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Already Provisioned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3187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1C77827-C0BC-B53B-F299-FA739BF6F543}"/>
              </a:ext>
            </a:extLst>
          </p:cNvPr>
          <p:cNvSpPr/>
          <p:nvPr/>
        </p:nvSpPr>
        <p:spPr>
          <a:xfrm>
            <a:off x="8792731" y="4069611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9BA1FE-E2F3-A1CF-21A5-C71F64CD7F57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DE5403-F1ED-F89D-0681-A24229BCC632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423368-EFCF-0C54-2657-2F188CF1148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B80A69-6DC8-CD0D-B8F3-A7DA40F0A314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632699" y="12870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02144E-D277-F295-5AE4-396B1F14168D}"/>
              </a:ext>
            </a:extLst>
          </p:cNvPr>
          <p:cNvCxnSpPr>
            <a:cxnSpLocks/>
          </p:cNvCxnSpPr>
          <p:nvPr/>
        </p:nvCxnSpPr>
        <p:spPr>
          <a:xfrm>
            <a:off x="840564" y="206046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FCACF-6033-CB3D-9307-059FC80925F5}"/>
              </a:ext>
            </a:extLst>
          </p:cNvPr>
          <p:cNvCxnSpPr>
            <a:cxnSpLocks/>
          </p:cNvCxnSpPr>
          <p:nvPr/>
        </p:nvCxnSpPr>
        <p:spPr>
          <a:xfrm>
            <a:off x="3186799" y="2060467"/>
            <a:ext cx="2445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983ED2-B17E-8C7E-ACB8-DBC7B81A84C5}"/>
              </a:ext>
            </a:extLst>
          </p:cNvPr>
          <p:cNvCxnSpPr>
            <a:cxnSpLocks/>
          </p:cNvCxnSpPr>
          <p:nvPr/>
        </p:nvCxnSpPr>
        <p:spPr>
          <a:xfrm flipH="1">
            <a:off x="3153502" y="3623828"/>
            <a:ext cx="24791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F528E3-1913-9EDC-397B-ECDE98D35624}"/>
              </a:ext>
            </a:extLst>
          </p:cNvPr>
          <p:cNvCxnSpPr>
            <a:cxnSpLocks/>
          </p:cNvCxnSpPr>
          <p:nvPr/>
        </p:nvCxnSpPr>
        <p:spPr>
          <a:xfrm flipH="1">
            <a:off x="842103" y="3623828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211D6-569A-6A55-2273-766411E2C610}"/>
              </a:ext>
            </a:extLst>
          </p:cNvPr>
          <p:cNvCxnSpPr>
            <a:cxnSpLocks/>
          </p:cNvCxnSpPr>
          <p:nvPr/>
        </p:nvCxnSpPr>
        <p:spPr>
          <a:xfrm flipH="1">
            <a:off x="840564" y="2798901"/>
            <a:ext cx="23283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F46A8A-F8DA-A939-9F84-A1BE32890896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3B4CBE-2DDB-D2FE-667A-C8CE242B5D50}"/>
              </a:ext>
            </a:extLst>
          </p:cNvPr>
          <p:cNvSpPr/>
          <p:nvPr/>
        </p:nvSpPr>
        <p:spPr>
          <a:xfrm>
            <a:off x="5111999" y="7198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6D95B4-1897-B727-0527-5B8713195AAE}"/>
              </a:ext>
            </a:extLst>
          </p:cNvPr>
          <p:cNvSpPr txBox="1"/>
          <p:nvPr/>
        </p:nvSpPr>
        <p:spPr>
          <a:xfrm>
            <a:off x="1061613" y="1645126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Provision packet is sent from cloud to gateway</a:t>
            </a:r>
            <a:endParaRPr lang="en-IN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5591E1-7F42-9CE9-74E6-F9CB068AA255}"/>
              </a:ext>
            </a:extLst>
          </p:cNvPr>
          <p:cNvSpPr txBox="1"/>
          <p:nvPr/>
        </p:nvSpPr>
        <p:spPr>
          <a:xfrm>
            <a:off x="3474413" y="1645126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2. Provision packet is sent from cloud to gateway</a:t>
            </a:r>
            <a:endParaRPr lang="en-IN" sz="11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2C6121-05C1-D927-4FE7-3A599A758C15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917790-8EEF-34D3-346F-53B87238B68B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D137C8-29AE-674E-D008-0EB55CA3264D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3689598" y="10034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BC2A74-AFF2-724F-D3C1-80E6146EA203}"/>
              </a:ext>
            </a:extLst>
          </p:cNvPr>
          <p:cNvSpPr txBox="1"/>
          <p:nvPr/>
        </p:nvSpPr>
        <p:spPr>
          <a:xfrm>
            <a:off x="4026633" y="7168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48455B-6002-7BC0-DF7B-4EB096058248}"/>
              </a:ext>
            </a:extLst>
          </p:cNvPr>
          <p:cNvSpPr txBox="1"/>
          <p:nvPr/>
        </p:nvSpPr>
        <p:spPr>
          <a:xfrm>
            <a:off x="1028058" y="2191272"/>
            <a:ext cx="20918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3a. If provision packet recvd from cloud has error, ack send back to cloud with error code</a:t>
            </a:r>
            <a:endParaRPr lang="en-IN" sz="11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425532-A942-C2F5-706E-C0B4884E414A}"/>
              </a:ext>
            </a:extLst>
          </p:cNvPr>
          <p:cNvSpPr txBox="1"/>
          <p:nvPr/>
        </p:nvSpPr>
        <p:spPr>
          <a:xfrm>
            <a:off x="3460080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3b. Node sends provisioning ack to Gateway</a:t>
            </a:r>
            <a:endParaRPr lang="en-IN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A4020E-B10C-72CA-269E-8E6B24B0D6CC}"/>
              </a:ext>
            </a:extLst>
          </p:cNvPr>
          <p:cNvSpPr txBox="1"/>
          <p:nvPr/>
        </p:nvSpPr>
        <p:spPr>
          <a:xfrm>
            <a:off x="1028057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4. Gateway send provisioning ack back to cloud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0B7F450-DF20-8233-0A3E-2391B6DA3697}"/>
              </a:ext>
            </a:extLst>
          </p:cNvPr>
          <p:cNvSpPr/>
          <p:nvPr/>
        </p:nvSpPr>
        <p:spPr>
          <a:xfrm>
            <a:off x="8883060" y="202483"/>
            <a:ext cx="3000963" cy="1654892"/>
          </a:xfrm>
          <a:prstGeom prst="roundRect">
            <a:avLst>
              <a:gd name="adj" fmla="val 630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6,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"MacId": "b0:b2:1c:8f:a7:be“,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“Location”: “1</a:t>
            </a:r>
            <a:r>
              <a:rPr lang="en-US" sz="1100" baseline="30000">
                <a:solidFill>
                  <a:schemeClr val="tx1"/>
                </a:solidFill>
                <a:latin typeface="+mj-lt"/>
                <a:cs typeface="Calibri"/>
              </a:rPr>
              <a:t>st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floor”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80FCF2-94C8-1C29-6727-E38B28A36A5F}"/>
              </a:ext>
            </a:extLst>
          </p:cNvPr>
          <p:cNvSpPr txBox="1"/>
          <p:nvPr/>
        </p:nvSpPr>
        <p:spPr>
          <a:xfrm>
            <a:off x="1517898" y="2219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Provisioning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B0537C3-EF86-CE7A-3E86-4A295BF67E6E}"/>
              </a:ext>
            </a:extLst>
          </p:cNvPr>
          <p:cNvSpPr/>
          <p:nvPr/>
        </p:nvSpPr>
        <p:spPr>
          <a:xfrm>
            <a:off x="8893681" y="1989851"/>
            <a:ext cx="3000963" cy="1899658"/>
          </a:xfrm>
          <a:prstGeom prst="roundRect">
            <a:avLst>
              <a:gd name="adj" fmla="val 663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6,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“Location” : “1</a:t>
            </a:r>
            <a:r>
              <a:rPr lang="en-US" sz="1100" baseline="30000">
                <a:solidFill>
                  <a:schemeClr val="tx1"/>
                </a:solidFill>
                <a:latin typeface="+mj-lt"/>
                <a:cs typeface="Calibri"/>
              </a:rPr>
              <a:t>st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floor”,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“ErrorCode” : 0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33A63D-4498-BAAA-2A85-03CFD5D3EDA2}"/>
              </a:ext>
            </a:extLst>
          </p:cNvPr>
          <p:cNvSpPr txBox="1"/>
          <p:nvPr/>
        </p:nvSpPr>
        <p:spPr>
          <a:xfrm>
            <a:off x="6380927" y="163881"/>
            <a:ext cx="2111487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Node provisioning is the process of adding a Node into the Mesh network.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Using the Mobile app, user will scan the QR code sticker placed on the Node device. The QR code contains all information related to the Node.</a:t>
            </a:r>
          </a:p>
        </p:txBody>
      </p:sp>
    </p:spTree>
    <p:extLst>
      <p:ext uri="{BB962C8B-B14F-4D97-AF65-F5344CB8AC3E}">
        <p14:creationId xmlns:p14="http://schemas.microsoft.com/office/powerpoint/2010/main" val="3741343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8165F5-5A6A-07FF-1A41-25769A68097B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A21C8D-6DCF-C12C-1591-1D082E94E03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D8B34B-0656-DFAA-CCCB-F789DA9D446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D13990-0B03-DF48-5596-1531AC07A6E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632699" y="12870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62FC3E-1912-840C-AA40-FA7E0D8C4688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0EF95E-2B3F-B240-07F2-9AF6FEBA2181}"/>
              </a:ext>
            </a:extLst>
          </p:cNvPr>
          <p:cNvSpPr/>
          <p:nvPr/>
        </p:nvSpPr>
        <p:spPr>
          <a:xfrm>
            <a:off x="5111999" y="7198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8BE019-D407-F6D4-9C80-06CAE6F4D4E1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E356FF-A461-C4C9-CFD9-FEE7F1EAF1C3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CF1B18-2BA7-04E8-FF8C-3FE736E84C46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689598" y="10034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23A9D6C-68BC-9328-A4C8-993B5B52C46B}"/>
              </a:ext>
            </a:extLst>
          </p:cNvPr>
          <p:cNvSpPr txBox="1"/>
          <p:nvPr/>
        </p:nvSpPr>
        <p:spPr>
          <a:xfrm>
            <a:off x="4026633" y="7168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016DE-E639-0C93-4053-68BB17ED2777}"/>
              </a:ext>
            </a:extLst>
          </p:cNvPr>
          <p:cNvSpPr txBox="1"/>
          <p:nvPr/>
        </p:nvSpPr>
        <p:spPr>
          <a:xfrm>
            <a:off x="1517898" y="2219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Configuration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F33163-76F1-EA67-4F7B-C006F2E40A8D}"/>
              </a:ext>
            </a:extLst>
          </p:cNvPr>
          <p:cNvCxnSpPr>
            <a:cxnSpLocks/>
          </p:cNvCxnSpPr>
          <p:nvPr/>
        </p:nvCxnSpPr>
        <p:spPr>
          <a:xfrm flipH="1">
            <a:off x="3168898" y="1956953"/>
            <a:ext cx="24638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16BAF6-DE77-1C9D-8D53-3E7A8D2C71F6}"/>
              </a:ext>
            </a:extLst>
          </p:cNvPr>
          <p:cNvSpPr txBox="1"/>
          <p:nvPr/>
        </p:nvSpPr>
        <p:spPr>
          <a:xfrm>
            <a:off x="3460080" y="1500996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Node sends configuration information to Gateway</a:t>
            </a:r>
            <a:endParaRPr lang="en-IN" sz="11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35CB96-2EB1-6683-BA01-CE35F74A8369}"/>
              </a:ext>
            </a:extLst>
          </p:cNvPr>
          <p:cNvCxnSpPr>
            <a:cxnSpLocks/>
          </p:cNvCxnSpPr>
          <p:nvPr/>
        </p:nvCxnSpPr>
        <p:spPr>
          <a:xfrm flipH="1">
            <a:off x="840564" y="1956953"/>
            <a:ext cx="23129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699798-61BA-4F1F-FDDD-6B07A4CDA550}"/>
              </a:ext>
            </a:extLst>
          </p:cNvPr>
          <p:cNvSpPr txBox="1"/>
          <p:nvPr/>
        </p:nvSpPr>
        <p:spPr>
          <a:xfrm>
            <a:off x="1026519" y="150060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2. Gateway sends configuration info of node to cloud</a:t>
            </a:r>
            <a:endParaRPr lang="en-IN" sz="110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8E13FC1-CC31-DEB2-435A-664694F04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800079"/>
              </p:ext>
            </p:extLst>
          </p:nvPr>
        </p:nvGraphicFramePr>
        <p:xfrm>
          <a:off x="307977" y="4604193"/>
          <a:ext cx="4154816" cy="1981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704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30199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330199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F5FD5CDB-48D5-E9CF-D18A-84461076CB3D}"/>
              </a:ext>
            </a:extLst>
          </p:cNvPr>
          <p:cNvSpPr/>
          <p:nvPr/>
        </p:nvSpPr>
        <p:spPr>
          <a:xfrm>
            <a:off x="307978" y="4264840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Configuration status</a:t>
            </a:r>
            <a:endParaRPr lang="en-US" sz="140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0952A9E-173A-FE48-CE20-AEE286737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199583"/>
              </p:ext>
            </p:extLst>
          </p:nvPr>
        </p:nvGraphicFramePr>
        <p:xfrm>
          <a:off x="4646660" y="4595719"/>
          <a:ext cx="3203330" cy="1989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ElemAddr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02911815-E55E-FA3E-12D2-DFA89F03A841}"/>
              </a:ext>
            </a:extLst>
          </p:cNvPr>
          <p:cNvSpPr/>
          <p:nvPr/>
        </p:nvSpPr>
        <p:spPr>
          <a:xfrm>
            <a:off x="4646893" y="4264256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6D4DE69-35AB-7D8A-4926-FADB258B2C89}"/>
              </a:ext>
            </a:extLst>
          </p:cNvPr>
          <p:cNvSpPr/>
          <p:nvPr/>
        </p:nvSpPr>
        <p:spPr>
          <a:xfrm>
            <a:off x="8543466" y="4437584"/>
            <a:ext cx="3000963" cy="1877334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</a:t>
            </a:r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7,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“ElementAddr” 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“Errorcode” : 0,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28EC7-B82E-029A-E3CC-7E4C3AA416C6}"/>
              </a:ext>
            </a:extLst>
          </p:cNvPr>
          <p:cNvSpPr txBox="1"/>
          <p:nvPr/>
        </p:nvSpPr>
        <p:spPr>
          <a:xfrm>
            <a:off x="6380927" y="163881"/>
            <a:ext cx="5381984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Node Configuration is the process in which the node is set to use a specific protocol for controlling the Air conditioner.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A provisioned node will be waiting in configuration mode until configured.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When a supported AC remote button is pressed in front of the node’s receiver, the node will get configured to act as that AC remote.</a:t>
            </a:r>
          </a:p>
        </p:txBody>
      </p:sp>
    </p:spTree>
    <p:extLst>
      <p:ext uri="{BB962C8B-B14F-4D97-AF65-F5344CB8AC3E}">
        <p14:creationId xmlns:p14="http://schemas.microsoft.com/office/powerpoint/2010/main" val="3095832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86FF-42BB-2769-FEE2-B203DF28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34EA2D-686E-80A1-F400-C68399D83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96445"/>
              </p:ext>
            </p:extLst>
          </p:nvPr>
        </p:nvGraphicFramePr>
        <p:xfrm>
          <a:off x="269246" y="4389634"/>
          <a:ext cx="4156612" cy="2244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3774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556283">
                <a:tc>
                  <a:txBody>
                    <a:bodyPr/>
                    <a:lstStyle/>
                    <a:p>
                      <a:r>
                        <a:rPr lang="en-US" sz="12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89B5944-CC6A-8A16-F67B-A36332E90EC9}"/>
              </a:ext>
            </a:extLst>
          </p:cNvPr>
          <p:cNvSpPr/>
          <p:nvPr/>
        </p:nvSpPr>
        <p:spPr>
          <a:xfrm>
            <a:off x="267786" y="4059517"/>
            <a:ext cx="414545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UnProvisioning packet</a:t>
            </a:r>
            <a:endParaRPr lang="en-US" sz="1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F00D05-0CA3-5B4A-705B-D30562A25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709566"/>
              </p:ext>
            </p:extLst>
          </p:nvPr>
        </p:nvGraphicFramePr>
        <p:xfrm>
          <a:off x="4525460" y="4398870"/>
          <a:ext cx="4156612" cy="2235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19395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CA39207-523F-B057-04CB-B4BF6DE973FC}"/>
              </a:ext>
            </a:extLst>
          </p:cNvPr>
          <p:cNvSpPr/>
          <p:nvPr/>
        </p:nvSpPr>
        <p:spPr>
          <a:xfrm>
            <a:off x="4525461" y="4059517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UnProvisioning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7A6E54-D067-096A-3873-F1C531216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91398"/>
              </p:ext>
            </p:extLst>
          </p:nvPr>
        </p:nvGraphicFramePr>
        <p:xfrm>
          <a:off x="8792498" y="4401074"/>
          <a:ext cx="3203330" cy="223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1908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1908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31908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MsgSeqNo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31908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1908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1908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ElemAddr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31908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Time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D7FD707-D509-19B4-135A-D9EE66570099}"/>
              </a:ext>
            </a:extLst>
          </p:cNvPr>
          <p:cNvSpPr/>
          <p:nvPr/>
        </p:nvSpPr>
        <p:spPr>
          <a:xfrm>
            <a:off x="8792731" y="4069611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7E1DEE-EFCC-8361-32D5-28C20B090D1C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393598-9721-870E-FF9D-D29C6251571A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AE3027-A82E-CE45-C96C-5C8F26F1F17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844472-2776-3F53-2733-B714398CFD99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632699" y="12870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1740EE-2063-2F65-41F9-186AD2139F78}"/>
              </a:ext>
            </a:extLst>
          </p:cNvPr>
          <p:cNvCxnSpPr>
            <a:cxnSpLocks/>
          </p:cNvCxnSpPr>
          <p:nvPr/>
        </p:nvCxnSpPr>
        <p:spPr>
          <a:xfrm>
            <a:off x="840564" y="206046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43A7CA-FD11-F7B3-8DE6-FD0243FE5686}"/>
              </a:ext>
            </a:extLst>
          </p:cNvPr>
          <p:cNvCxnSpPr>
            <a:cxnSpLocks/>
          </p:cNvCxnSpPr>
          <p:nvPr/>
        </p:nvCxnSpPr>
        <p:spPr>
          <a:xfrm>
            <a:off x="3186799" y="2060467"/>
            <a:ext cx="2445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CC2901-B39B-DE6B-8B61-5CF89E4BAA04}"/>
              </a:ext>
            </a:extLst>
          </p:cNvPr>
          <p:cNvCxnSpPr>
            <a:cxnSpLocks/>
          </p:cNvCxnSpPr>
          <p:nvPr/>
        </p:nvCxnSpPr>
        <p:spPr>
          <a:xfrm flipH="1">
            <a:off x="3153502" y="3623828"/>
            <a:ext cx="24791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E59EB6-C311-A2B4-1FBC-BFE8C41707B5}"/>
              </a:ext>
            </a:extLst>
          </p:cNvPr>
          <p:cNvCxnSpPr>
            <a:cxnSpLocks/>
          </p:cNvCxnSpPr>
          <p:nvPr/>
        </p:nvCxnSpPr>
        <p:spPr>
          <a:xfrm flipH="1">
            <a:off x="842103" y="3623828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2EC468-D077-C6BF-7458-16DC70E05F5D}"/>
              </a:ext>
            </a:extLst>
          </p:cNvPr>
          <p:cNvCxnSpPr>
            <a:cxnSpLocks/>
          </p:cNvCxnSpPr>
          <p:nvPr/>
        </p:nvCxnSpPr>
        <p:spPr>
          <a:xfrm flipH="1">
            <a:off x="817094" y="2979876"/>
            <a:ext cx="2351804" cy="16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FE3854-6ED1-A6E3-F300-5152AEC10369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3F7D938-229F-382B-9100-F5C95E4C3A98}"/>
              </a:ext>
            </a:extLst>
          </p:cNvPr>
          <p:cNvSpPr/>
          <p:nvPr/>
        </p:nvSpPr>
        <p:spPr>
          <a:xfrm>
            <a:off x="5111999" y="7198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68A4B6-219A-C815-3C05-3DC30B405F4B}"/>
              </a:ext>
            </a:extLst>
          </p:cNvPr>
          <p:cNvSpPr txBox="1"/>
          <p:nvPr/>
        </p:nvSpPr>
        <p:spPr>
          <a:xfrm>
            <a:off x="970521" y="157894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Unprovision packet is sent from cloud to gateway</a:t>
            </a:r>
            <a:endParaRPr lang="en-IN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1B770E-ADB2-184F-0DEA-D237DA9F3EAF}"/>
              </a:ext>
            </a:extLst>
          </p:cNvPr>
          <p:cNvSpPr txBox="1"/>
          <p:nvPr/>
        </p:nvSpPr>
        <p:spPr>
          <a:xfrm>
            <a:off x="3434321" y="157894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UnProvision packet is sent from cloud to gateway</a:t>
            </a:r>
            <a:endParaRPr lang="en-IN" sz="11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DF8FB0-56D0-BC9D-2FB9-DF5D4C8474A4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A316E4-C478-2139-E128-D672C0BC7F96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64E640-0C2F-90EC-9F44-8585DFBE2C22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3689598" y="10034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F92FD8-0B22-1B34-F8A4-C5366251C87C}"/>
              </a:ext>
            </a:extLst>
          </p:cNvPr>
          <p:cNvSpPr txBox="1"/>
          <p:nvPr/>
        </p:nvSpPr>
        <p:spPr>
          <a:xfrm>
            <a:off x="4026633" y="7168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001AF7-77C6-6216-F0C6-6A00138B978A}"/>
              </a:ext>
            </a:extLst>
          </p:cNvPr>
          <p:cNvSpPr txBox="1"/>
          <p:nvPr/>
        </p:nvSpPr>
        <p:spPr>
          <a:xfrm>
            <a:off x="970521" y="2237807"/>
            <a:ext cx="2091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3a. If Unprovision packet received from cloud has error, ack send back to cloud with error code</a:t>
            </a:r>
            <a:endParaRPr lang="en-IN" sz="11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968891-0411-F8B9-1403-29FE63E3D043}"/>
              </a:ext>
            </a:extLst>
          </p:cNvPr>
          <p:cNvSpPr txBox="1"/>
          <p:nvPr/>
        </p:nvSpPr>
        <p:spPr>
          <a:xfrm>
            <a:off x="3460080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3b. Node sends Unprovisioning ack to Gateway</a:t>
            </a:r>
            <a:endParaRPr lang="en-IN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D7E6B6-05F0-2877-56EF-34B2044F4D48}"/>
              </a:ext>
            </a:extLst>
          </p:cNvPr>
          <p:cNvSpPr txBox="1"/>
          <p:nvPr/>
        </p:nvSpPr>
        <p:spPr>
          <a:xfrm>
            <a:off x="1028057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4. Gateway send Unprovisioning ack back to cloud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C884E1E-A0F7-BF4B-A3F3-21040510C328}"/>
              </a:ext>
            </a:extLst>
          </p:cNvPr>
          <p:cNvSpPr/>
          <p:nvPr/>
        </p:nvSpPr>
        <p:spPr>
          <a:xfrm>
            <a:off x="8883060" y="250108"/>
            <a:ext cx="3000963" cy="1618073"/>
          </a:xfrm>
          <a:prstGeom prst="roundRect">
            <a:avLst>
              <a:gd name="adj" fmla="val 430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8,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A26CB0-B5C2-B78C-06BF-CFAB060809BE}"/>
              </a:ext>
            </a:extLst>
          </p:cNvPr>
          <p:cNvSpPr txBox="1"/>
          <p:nvPr/>
        </p:nvSpPr>
        <p:spPr>
          <a:xfrm>
            <a:off x="1517898" y="2219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Unprovisioning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559517-07AE-D37E-106E-8CAD96122A92}"/>
              </a:ext>
            </a:extLst>
          </p:cNvPr>
          <p:cNvSpPr/>
          <p:nvPr/>
        </p:nvSpPr>
        <p:spPr>
          <a:xfrm>
            <a:off x="8883060" y="2050505"/>
            <a:ext cx="3000963" cy="1789144"/>
          </a:xfrm>
          <a:prstGeom prst="roundRect">
            <a:avLst>
              <a:gd name="adj" fmla="val 60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8,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"ErrorCode": 0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0D26C-832F-9023-B790-05A7E8F7A6F0}"/>
              </a:ext>
            </a:extLst>
          </p:cNvPr>
          <p:cNvSpPr txBox="1"/>
          <p:nvPr/>
        </p:nvSpPr>
        <p:spPr>
          <a:xfrm>
            <a:off x="6380927" y="163881"/>
            <a:ext cx="2111487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Node Unprovisioning is the process of removing a Node from the Mesh network.</a:t>
            </a:r>
          </a:p>
        </p:txBody>
      </p:sp>
    </p:spTree>
    <p:extLst>
      <p:ext uri="{BB962C8B-B14F-4D97-AF65-F5344CB8AC3E}">
        <p14:creationId xmlns:p14="http://schemas.microsoft.com/office/powerpoint/2010/main" val="245526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6C95-0FF3-255E-9C32-CE7AF0A0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34C470-CEC8-AF09-CD80-19C7A7DFDCF2}"/>
              </a:ext>
            </a:extLst>
          </p:cNvPr>
          <p:cNvSpPr/>
          <p:nvPr/>
        </p:nvSpPr>
        <p:spPr>
          <a:xfrm>
            <a:off x="2533898" y="208857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2C84CF-6BDD-39CF-AA9F-AD04B678E1A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14377" y="265583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48C6BE-10F3-DEC4-6F23-9FD3DE87CB1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054598" y="265583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6EA947-2005-4C29-7DA7-E8A912550D73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518399" y="263963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4891F2-7074-F0C2-C62D-5D5ECEAAAAA0}"/>
              </a:ext>
            </a:extLst>
          </p:cNvPr>
          <p:cNvSpPr/>
          <p:nvPr/>
        </p:nvSpPr>
        <p:spPr>
          <a:xfrm>
            <a:off x="193677" y="208857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10D95A-6515-65D7-AC80-6D0EDEA7BCFE}"/>
              </a:ext>
            </a:extLst>
          </p:cNvPr>
          <p:cNvSpPr/>
          <p:nvPr/>
        </p:nvSpPr>
        <p:spPr>
          <a:xfrm>
            <a:off x="4997699" y="207236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15C1A9-7592-A465-DE11-0657AF0A37AD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1235077" y="237220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24AB0E-0622-2707-9A7F-67FA3C02ADFF}"/>
              </a:ext>
            </a:extLst>
          </p:cNvPr>
          <p:cNvSpPr txBox="1"/>
          <p:nvPr/>
        </p:nvSpPr>
        <p:spPr>
          <a:xfrm>
            <a:off x="1492498" y="208857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14218-D99A-581D-4924-1C565D056825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575298" y="235600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FE8610D-0A78-5FCB-33E5-04CDB4D62565}"/>
              </a:ext>
            </a:extLst>
          </p:cNvPr>
          <p:cNvSpPr txBox="1"/>
          <p:nvPr/>
        </p:nvSpPr>
        <p:spPr>
          <a:xfrm>
            <a:off x="3912333" y="206939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B754D2-8E44-AE2E-D5D8-BC4DAF89B9D7}"/>
              </a:ext>
            </a:extLst>
          </p:cNvPr>
          <p:cNvSpPr txBox="1"/>
          <p:nvPr/>
        </p:nvSpPr>
        <p:spPr>
          <a:xfrm>
            <a:off x="1427068" y="1585560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AC Control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A542283-B90B-4BB8-C295-63117D040F00}"/>
              </a:ext>
            </a:extLst>
          </p:cNvPr>
          <p:cNvSpPr/>
          <p:nvPr/>
        </p:nvSpPr>
        <p:spPr>
          <a:xfrm>
            <a:off x="6398902" y="1589482"/>
            <a:ext cx="2437976" cy="3362313"/>
          </a:xfrm>
          <a:prstGeom prst="roundRect">
            <a:avLst>
              <a:gd name="adj" fmla="val 548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9,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4,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“Power":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“Mode": "Cool",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“Fan": 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“Temp": 25,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“SwingH":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“SwingV": 1, 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"OnTimer": 0,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"OffTimer": 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"Locking": 1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D9F3A09-B7C1-5EDF-2F7E-1CF7C9FC92B9}"/>
              </a:ext>
            </a:extLst>
          </p:cNvPr>
          <p:cNvSpPr/>
          <p:nvPr/>
        </p:nvSpPr>
        <p:spPr>
          <a:xfrm>
            <a:off x="9116348" y="1589970"/>
            <a:ext cx="2701813" cy="3361338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9,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4,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“Power":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“Mode": "Cool",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“Fan": 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“Temp": 25,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“SwingH":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“SwingV": 1, 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"OnTimer": 0,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"OffTimer": 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"Locking":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“Errorcode”: 0,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AE43438-8F1A-C5C1-2E05-B8944C58A197}"/>
              </a:ext>
            </a:extLst>
          </p:cNvPr>
          <p:cNvCxnSpPr>
            <a:cxnSpLocks/>
          </p:cNvCxnSpPr>
          <p:nvPr/>
        </p:nvCxnSpPr>
        <p:spPr>
          <a:xfrm>
            <a:off x="726264" y="324156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E9AC4B6-E2A8-7BAC-DD49-864CCB4ED060}"/>
              </a:ext>
            </a:extLst>
          </p:cNvPr>
          <p:cNvSpPr txBox="1"/>
          <p:nvPr/>
        </p:nvSpPr>
        <p:spPr>
          <a:xfrm>
            <a:off x="863537" y="274458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Control packet is sent from the cloud</a:t>
            </a:r>
            <a:endParaRPr lang="en-IN" sz="11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2F7B30-FE15-559B-8E54-278CEBBDA5E4}"/>
              </a:ext>
            </a:extLst>
          </p:cNvPr>
          <p:cNvCxnSpPr>
            <a:cxnSpLocks/>
          </p:cNvCxnSpPr>
          <p:nvPr/>
        </p:nvCxnSpPr>
        <p:spPr>
          <a:xfrm flipH="1">
            <a:off x="702794" y="4151451"/>
            <a:ext cx="2351804" cy="16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D76AFF0-4ECD-5E0C-37C3-66581543354E}"/>
              </a:ext>
            </a:extLst>
          </p:cNvPr>
          <p:cNvSpPr txBox="1"/>
          <p:nvPr/>
        </p:nvSpPr>
        <p:spPr>
          <a:xfrm>
            <a:off x="863537" y="3354736"/>
            <a:ext cx="2091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3a. If control packet received from cloud is invalid, control ack is sent back to the cloud with respective error code.</a:t>
            </a:r>
            <a:endParaRPr lang="en-IN" sz="11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A10A5D-31F8-1D4B-9A51-EA77E28DF123}"/>
              </a:ext>
            </a:extLst>
          </p:cNvPr>
          <p:cNvCxnSpPr>
            <a:cxnSpLocks/>
          </p:cNvCxnSpPr>
          <p:nvPr/>
        </p:nvCxnSpPr>
        <p:spPr>
          <a:xfrm flipV="1">
            <a:off x="3061319" y="3220731"/>
            <a:ext cx="2457080" cy="208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9D1406C-A235-79BA-8C1C-6F5EB1E94C94}"/>
              </a:ext>
            </a:extLst>
          </p:cNvPr>
          <p:cNvSpPr txBox="1"/>
          <p:nvPr/>
        </p:nvSpPr>
        <p:spPr>
          <a:xfrm>
            <a:off x="3265613" y="273898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Control packet is sent to the node after parsing is successful</a:t>
            </a:r>
            <a:endParaRPr lang="en-IN" sz="11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47BA4A6-84C0-1DE5-A8DC-E649A0E251A2}"/>
              </a:ext>
            </a:extLst>
          </p:cNvPr>
          <p:cNvCxnSpPr>
            <a:cxnSpLocks/>
          </p:cNvCxnSpPr>
          <p:nvPr/>
        </p:nvCxnSpPr>
        <p:spPr>
          <a:xfrm flipH="1">
            <a:off x="3039202" y="4976378"/>
            <a:ext cx="24791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4C5E616-8776-B000-6382-27BDE6F17A3B}"/>
              </a:ext>
            </a:extLst>
          </p:cNvPr>
          <p:cNvCxnSpPr>
            <a:cxnSpLocks/>
          </p:cNvCxnSpPr>
          <p:nvPr/>
        </p:nvCxnSpPr>
        <p:spPr>
          <a:xfrm flipH="1">
            <a:off x="727803" y="4976378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7C005C9-D940-DF1F-9326-681EB4C028BC}"/>
              </a:ext>
            </a:extLst>
          </p:cNvPr>
          <p:cNvSpPr txBox="1"/>
          <p:nvPr/>
        </p:nvSpPr>
        <p:spPr>
          <a:xfrm>
            <a:off x="3345780" y="452042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3b. Node sends control ack to Gateway</a:t>
            </a:r>
            <a:endParaRPr lang="en-IN" sz="11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67ABC7-66CF-035E-10C9-7185ACAA80D2}"/>
              </a:ext>
            </a:extLst>
          </p:cNvPr>
          <p:cNvSpPr txBox="1"/>
          <p:nvPr/>
        </p:nvSpPr>
        <p:spPr>
          <a:xfrm>
            <a:off x="913757" y="452042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4. Gateway send control ack back to cloud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1205897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185E-A911-732D-09F2-C92BE5E7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176855F-2745-899B-65DD-8FE4B0F29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754666"/>
              </p:ext>
            </p:extLst>
          </p:nvPr>
        </p:nvGraphicFramePr>
        <p:xfrm>
          <a:off x="224515" y="650970"/>
          <a:ext cx="4156612" cy="5669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8826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err="1"/>
                        <a:t>JsonPacketId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r>
                        <a:rPr lang="en-US" sz="12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r>
                        <a:rPr lang="en-US" sz="12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r>
                        <a:rPr lang="en-US" sz="12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r>
                        <a:rPr lang="en-US" sz="1200"/>
                        <a:t>ElementAddr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419937"/>
                  </a:ext>
                </a:extLst>
              </a:tr>
              <a:tr h="480447">
                <a:tc>
                  <a:txBody>
                    <a:bodyPr/>
                    <a:lstStyle/>
                    <a:p>
                      <a:r>
                        <a:rPr lang="en-US" sz="120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864805">
                <a:tc>
                  <a:txBody>
                    <a:bodyPr/>
                    <a:lstStyle/>
                    <a:p>
                      <a:r>
                        <a:rPr lang="en-US" sz="120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"Cool", "Hot", "Dry", "Auto", "Quiet"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582046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r>
                        <a:rPr lang="en-US" sz="1200"/>
                        <a:t>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325388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r>
                        <a:rPr lang="en-US" sz="120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16 - 32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258944"/>
                  </a:ext>
                </a:extLst>
              </a:tr>
              <a:tr h="480447">
                <a:tc>
                  <a:txBody>
                    <a:bodyPr/>
                    <a:lstStyle/>
                    <a:p>
                      <a:r>
                        <a:rPr lang="en-US" sz="1200" err="1"/>
                        <a:t>SwingH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71958"/>
                  </a:ext>
                </a:extLst>
              </a:tr>
              <a:tr h="480447">
                <a:tc>
                  <a:txBody>
                    <a:bodyPr/>
                    <a:lstStyle/>
                    <a:p>
                      <a:r>
                        <a:rPr lang="en-US" sz="1200" err="1"/>
                        <a:t>SwingV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49882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r>
                        <a:rPr lang="en-US" sz="1200" err="1"/>
                        <a:t>OnTimer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127224"/>
                  </a:ext>
                </a:extLst>
              </a:tr>
              <a:tr h="288268">
                <a:tc>
                  <a:txBody>
                    <a:bodyPr/>
                    <a:lstStyle/>
                    <a:p>
                      <a:r>
                        <a:rPr lang="en-US" sz="1200" err="1"/>
                        <a:t>OffTimer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52070"/>
                  </a:ext>
                </a:extLst>
              </a:tr>
              <a:tr h="480447">
                <a:tc>
                  <a:txBody>
                    <a:bodyPr/>
                    <a:lstStyle/>
                    <a:p>
                      <a:r>
                        <a:rPr lang="en-US" sz="1200"/>
                        <a:t>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25369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44098E4D-1255-D2AF-285A-217794FEB69C}"/>
              </a:ext>
            </a:extLst>
          </p:cNvPr>
          <p:cNvSpPr/>
          <p:nvPr/>
        </p:nvSpPr>
        <p:spPr>
          <a:xfrm>
            <a:off x="224515" y="388324"/>
            <a:ext cx="4145452" cy="262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Control packet</a:t>
            </a:r>
            <a:endParaRPr lang="en-US" sz="140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1DF67F7-4321-AA05-41E5-32AA63E5F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18519"/>
              </p:ext>
            </p:extLst>
          </p:nvPr>
        </p:nvGraphicFramePr>
        <p:xfrm>
          <a:off x="4496885" y="650972"/>
          <a:ext cx="415661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1399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/>
                        <a:t>JsonPacketId</a:t>
                      </a:r>
                      <a:endParaRPr lang="en-US" sz="12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912610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28401">
                <a:tc>
                  <a:txBody>
                    <a:bodyPr/>
                    <a:lstStyle/>
                    <a:p>
                      <a:r>
                        <a:rPr lang="en-US" sz="1200"/>
                        <a:t>ElementAddr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232783"/>
                  </a:ext>
                </a:extLst>
              </a:tr>
              <a:tr h="233186">
                <a:tc>
                  <a:txBody>
                    <a:bodyPr/>
                    <a:lstStyle/>
                    <a:p>
                      <a:r>
                        <a:rPr lang="en-US" sz="120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r>
                        <a:rPr lang="en-US" sz="120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"Cool", "Hot", "Dry", "Auto", "Quiet"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/>
                        <a:t>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16 - 32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283459"/>
                  </a:ext>
                </a:extLst>
              </a:tr>
              <a:tr h="233186">
                <a:tc>
                  <a:txBody>
                    <a:bodyPr/>
                    <a:lstStyle/>
                    <a:p>
                      <a:r>
                        <a:rPr lang="en-US" sz="1200"/>
                        <a:t>SwingH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415609"/>
                  </a:ext>
                </a:extLst>
              </a:tr>
              <a:tr h="233186">
                <a:tc>
                  <a:txBody>
                    <a:bodyPr/>
                    <a:lstStyle/>
                    <a:p>
                      <a:r>
                        <a:rPr lang="en-US" sz="1200"/>
                        <a:t>SwingV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324524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/>
                        <a:t>OnTimer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764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/>
                        <a:t>OffTimer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369420"/>
                  </a:ext>
                </a:extLst>
              </a:tr>
              <a:tr h="233186">
                <a:tc>
                  <a:txBody>
                    <a:bodyPr/>
                    <a:lstStyle/>
                    <a:p>
                      <a:r>
                        <a:rPr lang="en-US" sz="1200"/>
                        <a:t>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707185"/>
                  </a:ext>
                </a:extLst>
              </a:tr>
              <a:tr h="139912">
                <a:tc>
                  <a:txBody>
                    <a:bodyPr/>
                    <a:lstStyle/>
                    <a:p>
                      <a:r>
                        <a:rPr lang="en-US" sz="1200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0 - 15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74419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B76B2015-5502-22E8-C9C5-0E2613A43CFD}"/>
              </a:ext>
            </a:extLst>
          </p:cNvPr>
          <p:cNvSpPr/>
          <p:nvPr/>
        </p:nvSpPr>
        <p:spPr>
          <a:xfrm>
            <a:off x="4497784" y="388325"/>
            <a:ext cx="4154814" cy="262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Control ack</a:t>
            </a:r>
            <a:endParaRPr lang="en-US" sz="140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53A4EE5-7355-27A6-49BB-58F8E939B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341254"/>
              </p:ext>
            </p:extLst>
          </p:nvPr>
        </p:nvGraphicFramePr>
        <p:xfrm>
          <a:off x="8763923" y="650971"/>
          <a:ext cx="3203330" cy="5669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809896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NodeSerNo – ElementAddr mismatch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662725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ElementAddr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956371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31875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Fan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575390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241819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SwingH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838939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SwingV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160116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OnTimer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166206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OffTimer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071891"/>
                  </a:ext>
                </a:extLst>
              </a:tr>
              <a:tr h="347098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Locking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91316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0C9C8BA6-3339-9445-1BEC-7AEC412739C5}"/>
              </a:ext>
            </a:extLst>
          </p:cNvPr>
          <p:cNvSpPr/>
          <p:nvPr/>
        </p:nvSpPr>
        <p:spPr>
          <a:xfrm>
            <a:off x="8763924" y="388324"/>
            <a:ext cx="3203329" cy="262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73466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EB5D64-538A-187F-FC23-F14348807BED}"/>
              </a:ext>
            </a:extLst>
          </p:cNvPr>
          <p:cNvSpPr/>
          <p:nvPr/>
        </p:nvSpPr>
        <p:spPr>
          <a:xfrm>
            <a:off x="2981573" y="18409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819AD4-29B1-8962-8C6A-F73094862AF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162052" y="24081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4749F6-34AE-544B-A7EB-E334300F8AE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502273" y="24081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367224-DC54-5DCA-E0E4-0F1E570EBDC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966074" y="23919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136348-1D78-1739-9EB2-A3D1B8769BBD}"/>
              </a:ext>
            </a:extLst>
          </p:cNvPr>
          <p:cNvSpPr/>
          <p:nvPr/>
        </p:nvSpPr>
        <p:spPr>
          <a:xfrm>
            <a:off x="641352" y="18409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5EFA43-1A40-AD58-BEC8-86AD6F2F35C3}"/>
              </a:ext>
            </a:extLst>
          </p:cNvPr>
          <p:cNvSpPr/>
          <p:nvPr/>
        </p:nvSpPr>
        <p:spPr>
          <a:xfrm>
            <a:off x="5445374" y="18247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68CDC9-DD90-1368-C488-04EB71A7FCE5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1682752" y="21245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67121F-A7EA-3847-E343-4551050032CA}"/>
              </a:ext>
            </a:extLst>
          </p:cNvPr>
          <p:cNvSpPr txBox="1"/>
          <p:nvPr/>
        </p:nvSpPr>
        <p:spPr>
          <a:xfrm>
            <a:off x="1940173" y="18409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D21C21-798C-1D0A-703D-F570854C6E5E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4022973" y="21083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ABE79E-3C5C-2B75-BAFB-B25CC3C1A94E}"/>
              </a:ext>
            </a:extLst>
          </p:cNvPr>
          <p:cNvSpPr txBox="1"/>
          <p:nvPr/>
        </p:nvSpPr>
        <p:spPr>
          <a:xfrm>
            <a:off x="4360008" y="18217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14F15A-65D2-0B17-EF13-6E4999F30374}"/>
              </a:ext>
            </a:extLst>
          </p:cNvPr>
          <p:cNvSpPr txBox="1"/>
          <p:nvPr/>
        </p:nvSpPr>
        <p:spPr>
          <a:xfrm>
            <a:off x="1851273" y="13268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AC Locking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7E2B34-4257-BA2F-A1DB-E14E9E809900}"/>
              </a:ext>
            </a:extLst>
          </p:cNvPr>
          <p:cNvCxnSpPr>
            <a:cxnSpLocks/>
          </p:cNvCxnSpPr>
          <p:nvPr/>
        </p:nvCxnSpPr>
        <p:spPr>
          <a:xfrm flipH="1">
            <a:off x="3502273" y="3061853"/>
            <a:ext cx="24638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EFA734F-5699-4B24-A410-9FA41845AA82}"/>
              </a:ext>
            </a:extLst>
          </p:cNvPr>
          <p:cNvSpPr txBox="1"/>
          <p:nvPr/>
        </p:nvSpPr>
        <p:spPr>
          <a:xfrm>
            <a:off x="3697178" y="2408188"/>
            <a:ext cx="20918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Node detects that AC got controlled by its remote and Locking feature is enabled.</a:t>
            </a:r>
            <a:endParaRPr lang="en-IN" sz="11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441882-80A7-80B6-2373-252E81E0C10A}"/>
              </a:ext>
            </a:extLst>
          </p:cNvPr>
          <p:cNvCxnSpPr>
            <a:cxnSpLocks/>
          </p:cNvCxnSpPr>
          <p:nvPr/>
        </p:nvCxnSpPr>
        <p:spPr>
          <a:xfrm flipH="1">
            <a:off x="1173939" y="3061853"/>
            <a:ext cx="23129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C132492-9900-8181-1E83-074ED1D072CB}"/>
              </a:ext>
            </a:extLst>
          </p:cNvPr>
          <p:cNvSpPr txBox="1"/>
          <p:nvPr/>
        </p:nvSpPr>
        <p:spPr>
          <a:xfrm>
            <a:off x="1321880" y="2606824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Gateway sends this information to cloud</a:t>
            </a:r>
            <a:endParaRPr lang="en-IN" sz="110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4FFD3C2-7C5B-40C4-F443-64DD9437A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820577"/>
              </p:ext>
            </p:extLst>
          </p:nvPr>
        </p:nvGraphicFramePr>
        <p:xfrm>
          <a:off x="7211468" y="1203643"/>
          <a:ext cx="41566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47437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4FA23EEF-0F71-3155-27DA-3D9948BD046A}"/>
              </a:ext>
            </a:extLst>
          </p:cNvPr>
          <p:cNvSpPr/>
          <p:nvPr/>
        </p:nvSpPr>
        <p:spPr>
          <a:xfrm>
            <a:off x="7211469" y="864290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Locking status</a:t>
            </a:r>
            <a:endParaRPr lang="en-US" sz="14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22282F-2FEE-4899-E15F-1616F4D991F4}"/>
              </a:ext>
            </a:extLst>
          </p:cNvPr>
          <p:cNvSpPr/>
          <p:nvPr/>
        </p:nvSpPr>
        <p:spPr>
          <a:xfrm>
            <a:off x="7800325" y="4036284"/>
            <a:ext cx="3000963" cy="1618073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</a:t>
            </a:r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10,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“ElementAddr”:5a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0EDF7F-54F0-F5FE-86EC-1213B93A1AA8}"/>
              </a:ext>
            </a:extLst>
          </p:cNvPr>
          <p:cNvSpPr txBox="1"/>
          <p:nvPr/>
        </p:nvSpPr>
        <p:spPr>
          <a:xfrm>
            <a:off x="3697178" y="3076735"/>
            <a:ext cx="2091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100"/>
              <a:t>Node notifies the Gateway regarding this. After that sends the IR command to bring AC back to the state it was</a:t>
            </a:r>
          </a:p>
        </p:txBody>
      </p:sp>
    </p:spTree>
    <p:extLst>
      <p:ext uri="{BB962C8B-B14F-4D97-AF65-F5344CB8AC3E}">
        <p14:creationId xmlns:p14="http://schemas.microsoft.com/office/powerpoint/2010/main" val="181310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96D5-9710-DB04-B42C-E3E39960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2A474B-47E8-A293-1D08-81A56E189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974559"/>
              </p:ext>
            </p:extLst>
          </p:nvPr>
        </p:nvGraphicFramePr>
        <p:xfrm>
          <a:off x="269246" y="4389634"/>
          <a:ext cx="4156612" cy="2228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35306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353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335306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335306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335306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552269">
                <a:tc>
                  <a:txBody>
                    <a:bodyPr/>
                    <a:lstStyle/>
                    <a:p>
                      <a:r>
                        <a:rPr lang="en-US" sz="12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73FEFED-A9A6-F0FD-B8E7-BFB223B30A05}"/>
              </a:ext>
            </a:extLst>
          </p:cNvPr>
          <p:cNvSpPr/>
          <p:nvPr/>
        </p:nvSpPr>
        <p:spPr>
          <a:xfrm>
            <a:off x="267786" y="4059517"/>
            <a:ext cx="414545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Reconfiguration packet</a:t>
            </a:r>
            <a:endParaRPr lang="en-US" sz="1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5FDC40-88FD-379F-D9D1-EA7A2F149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165647"/>
              </p:ext>
            </p:extLst>
          </p:nvPr>
        </p:nvGraphicFramePr>
        <p:xfrm>
          <a:off x="4525460" y="4398870"/>
          <a:ext cx="4156612" cy="2235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19395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04FC62D-8DF0-83F1-B99D-25E6D1BBCAE0}"/>
              </a:ext>
            </a:extLst>
          </p:cNvPr>
          <p:cNvSpPr/>
          <p:nvPr/>
        </p:nvSpPr>
        <p:spPr>
          <a:xfrm>
            <a:off x="4525461" y="4059517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Reconfiguration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F8D5E5-D6A2-8749-72D6-69FBF352E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139003"/>
              </p:ext>
            </p:extLst>
          </p:nvPr>
        </p:nvGraphicFramePr>
        <p:xfrm>
          <a:off x="8792498" y="4401074"/>
          <a:ext cx="3203330" cy="223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MsgSeqNo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ElemAddr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Time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D5AC814-CE9C-9B4B-4E00-00CEBEBC20D1}"/>
              </a:ext>
            </a:extLst>
          </p:cNvPr>
          <p:cNvSpPr/>
          <p:nvPr/>
        </p:nvSpPr>
        <p:spPr>
          <a:xfrm>
            <a:off x="8792731" y="4069611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EBEC9F-1450-6B54-227A-901605A4DCF7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F68458-5363-A89A-BEC7-76568D833EA3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4BF100-805C-34B7-6D7D-B920C69A61F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8B02DF-F784-9BC1-E30E-BD12CB99E6E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632699" y="12870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63F187-D570-A543-697B-D1EDB408230B}"/>
              </a:ext>
            </a:extLst>
          </p:cNvPr>
          <p:cNvCxnSpPr>
            <a:cxnSpLocks/>
          </p:cNvCxnSpPr>
          <p:nvPr/>
        </p:nvCxnSpPr>
        <p:spPr>
          <a:xfrm>
            <a:off x="840564" y="206046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A79621-6086-90FC-067C-EDA0833E1BD6}"/>
              </a:ext>
            </a:extLst>
          </p:cNvPr>
          <p:cNvCxnSpPr>
            <a:cxnSpLocks/>
          </p:cNvCxnSpPr>
          <p:nvPr/>
        </p:nvCxnSpPr>
        <p:spPr>
          <a:xfrm>
            <a:off x="3186799" y="2060467"/>
            <a:ext cx="2445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079C92-D3D7-A1E8-5AB1-0451A0E461EC}"/>
              </a:ext>
            </a:extLst>
          </p:cNvPr>
          <p:cNvCxnSpPr>
            <a:cxnSpLocks/>
          </p:cNvCxnSpPr>
          <p:nvPr/>
        </p:nvCxnSpPr>
        <p:spPr>
          <a:xfrm flipH="1">
            <a:off x="3153502" y="3623828"/>
            <a:ext cx="24791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2ABD4C-2860-F055-2CDA-5178316A7A85}"/>
              </a:ext>
            </a:extLst>
          </p:cNvPr>
          <p:cNvCxnSpPr>
            <a:cxnSpLocks/>
          </p:cNvCxnSpPr>
          <p:nvPr/>
        </p:nvCxnSpPr>
        <p:spPr>
          <a:xfrm flipH="1">
            <a:off x="842103" y="3623828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C675BA-22CA-3619-39B8-C8B034EDF7DE}"/>
              </a:ext>
            </a:extLst>
          </p:cNvPr>
          <p:cNvCxnSpPr>
            <a:cxnSpLocks/>
          </p:cNvCxnSpPr>
          <p:nvPr/>
        </p:nvCxnSpPr>
        <p:spPr>
          <a:xfrm flipH="1">
            <a:off x="817094" y="2979876"/>
            <a:ext cx="2351804" cy="16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C00FF0-EA71-074E-63D7-4C21CAE08FEF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33384CB-5112-4E21-F1C2-B855CD16513B}"/>
              </a:ext>
            </a:extLst>
          </p:cNvPr>
          <p:cNvSpPr/>
          <p:nvPr/>
        </p:nvSpPr>
        <p:spPr>
          <a:xfrm>
            <a:off x="5111999" y="7198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AA8CBB-D68A-ADD1-251C-133CBACDB0AD}"/>
              </a:ext>
            </a:extLst>
          </p:cNvPr>
          <p:cNvSpPr txBox="1"/>
          <p:nvPr/>
        </p:nvSpPr>
        <p:spPr>
          <a:xfrm>
            <a:off x="970521" y="157894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Reconfiguration packet is sent from Cloud to Gateway</a:t>
            </a:r>
            <a:endParaRPr lang="en-IN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F0CF9D-16F5-9426-A4D2-69DF9716BE89}"/>
              </a:ext>
            </a:extLst>
          </p:cNvPr>
          <p:cNvSpPr txBox="1"/>
          <p:nvPr/>
        </p:nvSpPr>
        <p:spPr>
          <a:xfrm>
            <a:off x="3434321" y="157894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Reconfiguration packet is sent from cloud to gateway.</a:t>
            </a:r>
            <a:endParaRPr lang="en-IN" sz="11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A3C2EA-EE31-5F20-1240-8A4FA4CD0A3E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FF99321-54F1-2EBD-4390-9C690FA9FF62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2F0507-72A1-FE41-35BC-C4FBBF7F7134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3689598" y="10034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BE07A69-04F9-8E52-1767-0A1648400F35}"/>
              </a:ext>
            </a:extLst>
          </p:cNvPr>
          <p:cNvSpPr txBox="1"/>
          <p:nvPr/>
        </p:nvSpPr>
        <p:spPr>
          <a:xfrm>
            <a:off x="4026633" y="7168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90E561-48CF-5B9D-A4E9-E7436C8B7834}"/>
              </a:ext>
            </a:extLst>
          </p:cNvPr>
          <p:cNvSpPr txBox="1"/>
          <p:nvPr/>
        </p:nvSpPr>
        <p:spPr>
          <a:xfrm>
            <a:off x="970521" y="2237807"/>
            <a:ext cx="2091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3a. If reconfiguratoin packet received from cloud has error, ack sent back to cloud with error code</a:t>
            </a:r>
            <a:endParaRPr lang="en-IN" sz="11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F964ED-7BD1-D5B4-E322-035FABB9417F}"/>
              </a:ext>
            </a:extLst>
          </p:cNvPr>
          <p:cNvSpPr txBox="1"/>
          <p:nvPr/>
        </p:nvSpPr>
        <p:spPr>
          <a:xfrm>
            <a:off x="3460080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3b. Node sends ack that it has entered configuration mode.</a:t>
            </a:r>
            <a:endParaRPr lang="en-IN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014E43-91B6-02FD-7AB0-6BEE6A8C4C37}"/>
              </a:ext>
            </a:extLst>
          </p:cNvPr>
          <p:cNvSpPr txBox="1"/>
          <p:nvPr/>
        </p:nvSpPr>
        <p:spPr>
          <a:xfrm>
            <a:off x="1028057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4. Gateway sends reconfiguration ack to cloud 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76D5378-4725-8171-D222-AC654390CCB7}"/>
              </a:ext>
            </a:extLst>
          </p:cNvPr>
          <p:cNvSpPr/>
          <p:nvPr/>
        </p:nvSpPr>
        <p:spPr>
          <a:xfrm>
            <a:off x="8883060" y="250108"/>
            <a:ext cx="3000963" cy="1618073"/>
          </a:xfrm>
          <a:prstGeom prst="roundRect">
            <a:avLst>
              <a:gd name="adj" fmla="val 430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11,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0913F-4C82-41C2-A06C-C1F124FE5618}"/>
              </a:ext>
            </a:extLst>
          </p:cNvPr>
          <p:cNvSpPr txBox="1"/>
          <p:nvPr/>
        </p:nvSpPr>
        <p:spPr>
          <a:xfrm>
            <a:off x="1517898" y="2219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Reconfiguration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096FDC-184C-3218-A689-8C19FFCA536E}"/>
              </a:ext>
            </a:extLst>
          </p:cNvPr>
          <p:cNvSpPr/>
          <p:nvPr/>
        </p:nvSpPr>
        <p:spPr>
          <a:xfrm>
            <a:off x="8883060" y="2050505"/>
            <a:ext cx="3000963" cy="1789144"/>
          </a:xfrm>
          <a:prstGeom prst="roundRect">
            <a:avLst>
              <a:gd name="adj" fmla="val 60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11,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"ErrorCode": 0,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5EF74-B7FB-A8DC-6D72-2FEFF70580D2}"/>
              </a:ext>
            </a:extLst>
          </p:cNvPr>
          <p:cNvSpPr txBox="1"/>
          <p:nvPr/>
        </p:nvSpPr>
        <p:spPr>
          <a:xfrm>
            <a:off x="3434321" y="2075936"/>
            <a:ext cx="2091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Node enters configuration mode.</a:t>
            </a:r>
            <a:endParaRPr lang="en-IN" sz="11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2CCCE3-3B4B-5A7E-1991-3D26430985B8}"/>
              </a:ext>
            </a:extLst>
          </p:cNvPr>
          <p:cNvSpPr txBox="1"/>
          <p:nvPr/>
        </p:nvSpPr>
        <p:spPr>
          <a:xfrm>
            <a:off x="6380927" y="163881"/>
            <a:ext cx="2111487" cy="199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Node reconfiguration is the process in user can configure the node to use a different protocol from the one it was using before.</a:t>
            </a:r>
          </a:p>
        </p:txBody>
      </p:sp>
    </p:spTree>
    <p:extLst>
      <p:ext uri="{BB962C8B-B14F-4D97-AF65-F5344CB8AC3E}">
        <p14:creationId xmlns:p14="http://schemas.microsoft.com/office/powerpoint/2010/main" val="4027331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BLE Mesh based IR AC Controller Software Design Document-Cloud &amp; Gateway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Embedded Development</dc:creator>
  <cp:revision>1</cp:revision>
  <dcterms:created xsi:type="dcterms:W3CDTF">2024-01-24T07:59:14Z</dcterms:created>
  <dcterms:modified xsi:type="dcterms:W3CDTF">2024-02-12T10:37:12Z</dcterms:modified>
</cp:coreProperties>
</file>