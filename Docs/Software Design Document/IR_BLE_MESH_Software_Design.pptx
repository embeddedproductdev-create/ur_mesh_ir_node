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293" r:id="rId2"/>
    <p:sldId id="296" r:id="rId3"/>
    <p:sldId id="306" r:id="rId4"/>
    <p:sldId id="307" r:id="rId5"/>
    <p:sldId id="308" r:id="rId6"/>
    <p:sldId id="302" r:id="rId7"/>
    <p:sldId id="304" r:id="rId8"/>
    <p:sldId id="305" r:id="rId9"/>
    <p:sldId id="285" r:id="rId10"/>
    <p:sldId id="288" r:id="rId11"/>
    <p:sldId id="309" r:id="rId12"/>
    <p:sldId id="301" r:id="rId13"/>
    <p:sldId id="311" r:id="rId14"/>
    <p:sldId id="279" r:id="rId15"/>
    <p:sldId id="280" r:id="rId16"/>
    <p:sldId id="310" r:id="rId17"/>
    <p:sldId id="256" r:id="rId18"/>
    <p:sldId id="292" r:id="rId19"/>
    <p:sldId id="262" r:id="rId20"/>
    <p:sldId id="276" r:id="rId21"/>
    <p:sldId id="277" r:id="rId22"/>
    <p:sldId id="291" r:id="rId23"/>
    <p:sldId id="286" r:id="rId24"/>
    <p:sldId id="300" r:id="rId25"/>
    <p:sldId id="273" r:id="rId26"/>
    <p:sldId id="275" r:id="rId27"/>
    <p:sldId id="274" r:id="rId28"/>
    <p:sldId id="289" r:id="rId29"/>
    <p:sldId id="290" r:id="rId30"/>
    <p:sldId id="278" r:id="rId31"/>
    <p:sldId id="282" r:id="rId32"/>
    <p:sldId id="312" r:id="rId33"/>
    <p:sldId id="314" r:id="rId34"/>
    <p:sldId id="313" r:id="rId35"/>
    <p:sldId id="315" r:id="rId36"/>
    <p:sldId id="316" r:id="rId37"/>
    <p:sldId id="317" r:id="rId38"/>
    <p:sldId id="318" r:id="rId39"/>
    <p:sldId id="319" r:id="rId40"/>
    <p:sldId id="337" r:id="rId41"/>
    <p:sldId id="320" r:id="rId42"/>
    <p:sldId id="321" r:id="rId43"/>
    <p:sldId id="333" r:id="rId44"/>
    <p:sldId id="335" r:id="rId45"/>
    <p:sldId id="323" r:id="rId46"/>
    <p:sldId id="322" r:id="rId47"/>
    <p:sldId id="324" r:id="rId48"/>
    <p:sldId id="325" r:id="rId49"/>
    <p:sldId id="326" r:id="rId50"/>
    <p:sldId id="327" r:id="rId51"/>
    <p:sldId id="328" r:id="rId52"/>
    <p:sldId id="329" r:id="rId53"/>
    <p:sldId id="330" r:id="rId54"/>
    <p:sldId id="331" r:id="rId55"/>
    <p:sldId id="332" r:id="rId56"/>
    <p:sldId id="334" r:id="rId57"/>
    <p:sldId id="336" r:id="rId58"/>
    <p:sldId id="338"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mbedded Development" initials="ED" lastIdx="72" clrIdx="0">
    <p:extLst>
      <p:ext uri="{19B8F6BF-5375-455C-9EA6-DF929625EA0E}">
        <p15:presenceInfo xmlns:p15="http://schemas.microsoft.com/office/powerpoint/2012/main" userId="S::embedded@qmaxsys.com::97690703-89ef-4183-8a66-0c81b6c8ac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FD5EA"/>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C27F04-14AF-4FD9-91A7-CCD494558085}" v="7" dt="2024-06-20T12:44:43.7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728" autoAdjust="0"/>
  </p:normalViewPr>
  <p:slideViewPr>
    <p:cSldViewPr snapToGrid="0">
      <p:cViewPr varScale="1">
        <p:scale>
          <a:sx n="95" d="100"/>
          <a:sy n="95" d="100"/>
        </p:scale>
        <p:origin x="351"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bedded Development" userId="S::embedded@qmaxsys.com::97690703-89ef-4183-8a66-0c81b6c8ace9" providerId="AD" clId="Web-{FAA1248A-79B1-3595-2901-414A5CF6B27C}"/>
    <pc:docChg chg="addSld delSld modSld sldOrd">
      <pc:chgData name="Embedded Development" userId="S::embedded@qmaxsys.com::97690703-89ef-4183-8a66-0c81b6c8ace9" providerId="AD" clId="Web-{FAA1248A-79B1-3595-2901-414A5CF6B27C}" dt="2024-03-12T13:48:09.749" v="1241"/>
      <pc:docMkLst>
        <pc:docMk/>
      </pc:docMkLst>
      <pc:sldChg chg="add del">
        <pc:chgData name="Embedded Development" userId="S::embedded@qmaxsys.com::97690703-89ef-4183-8a66-0c81b6c8ace9" providerId="AD" clId="Web-{FAA1248A-79B1-3595-2901-414A5CF6B27C}" dt="2024-03-12T13:45:46.231" v="713"/>
        <pc:sldMkLst>
          <pc:docMk/>
          <pc:sldMk cId="2549508935" sldId="283"/>
        </pc:sldMkLst>
      </pc:sldChg>
      <pc:sldChg chg="modSp">
        <pc:chgData name="Embedded Development" userId="S::embedded@qmaxsys.com::97690703-89ef-4183-8a66-0c81b6c8ace9" providerId="AD" clId="Web-{FAA1248A-79B1-3595-2901-414A5CF6B27C}" dt="2024-03-12T13:48:09.749" v="1241"/>
        <pc:sldMkLst>
          <pc:docMk/>
          <pc:sldMk cId="158012657" sldId="296"/>
        </pc:sldMkLst>
        <pc:graphicFrameChg chg="mod modGraphic">
          <ac:chgData name="Embedded Development" userId="S::embedded@qmaxsys.com::97690703-89ef-4183-8a66-0c81b6c8ace9" providerId="AD" clId="Web-{FAA1248A-79B1-3595-2901-414A5CF6B27C}" dt="2024-03-12T13:48:09.749" v="1241"/>
          <ac:graphicFrameMkLst>
            <pc:docMk/>
            <pc:sldMk cId="158012657" sldId="296"/>
            <ac:graphicFrameMk id="6" creationId="{D0B3CF8D-EE3C-F54D-65D6-92307FFE4426}"/>
          </ac:graphicFrameMkLst>
        </pc:graphicFrameChg>
      </pc:sldChg>
      <pc:sldChg chg="new del">
        <pc:chgData name="Embedded Development" userId="S::embedded@qmaxsys.com::97690703-89ef-4183-8a66-0c81b6c8ace9" providerId="AD" clId="Web-{FAA1248A-79B1-3595-2901-414A5CF6B27C}" dt="2024-03-12T13:42:51.650" v="142"/>
        <pc:sldMkLst>
          <pc:docMk/>
          <pc:sldMk cId="2934917090" sldId="302"/>
        </pc:sldMkLst>
      </pc:sldChg>
      <pc:sldChg chg="modSp add ord replId">
        <pc:chgData name="Embedded Development" userId="S::embedded@qmaxsys.com::97690703-89ef-4183-8a66-0c81b6c8ace9" providerId="AD" clId="Web-{FAA1248A-79B1-3595-2901-414A5CF6B27C}" dt="2024-03-12T13:46:56.091" v="916"/>
        <pc:sldMkLst>
          <pc:docMk/>
          <pc:sldMk cId="3445988338" sldId="302"/>
        </pc:sldMkLst>
        <pc:spChg chg="mod">
          <ac:chgData name="Embedded Development" userId="S::embedded@qmaxsys.com::97690703-89ef-4183-8a66-0c81b6c8ace9" providerId="AD" clId="Web-{FAA1248A-79B1-3595-2901-414A5CF6B27C}" dt="2024-03-12T13:43:36.932" v="165" actId="20577"/>
          <ac:spMkLst>
            <pc:docMk/>
            <pc:sldMk cId="3445988338" sldId="302"/>
            <ac:spMk id="4" creationId="{797E7399-0390-B13A-8A43-58EC026E10CB}"/>
          </ac:spMkLst>
        </pc:spChg>
        <pc:graphicFrameChg chg="mod modGraphic">
          <ac:chgData name="Embedded Development" userId="S::embedded@qmaxsys.com::97690703-89ef-4183-8a66-0c81b6c8ace9" providerId="AD" clId="Web-{FAA1248A-79B1-3595-2901-414A5CF6B27C}" dt="2024-03-12T13:46:56.091" v="916"/>
          <ac:graphicFrameMkLst>
            <pc:docMk/>
            <pc:sldMk cId="3445988338" sldId="302"/>
            <ac:graphicFrameMk id="6" creationId="{3F1F59D9-6954-8202-0A9C-B72BFF4C8B09}"/>
          </ac:graphicFrameMkLst>
        </pc:graphicFrameChg>
      </pc:sldChg>
      <pc:sldChg chg="new del">
        <pc:chgData name="Embedded Development" userId="S::embedded@qmaxsys.com::97690703-89ef-4183-8a66-0c81b6c8ace9" providerId="AD" clId="Web-{FAA1248A-79B1-3595-2901-414A5CF6B27C}" dt="2024-03-12T13:42:52.775" v="143"/>
        <pc:sldMkLst>
          <pc:docMk/>
          <pc:sldMk cId="1613426654" sldId="303"/>
        </pc:sldMkLst>
      </pc:sldChg>
      <pc:sldChg chg="modSp add replId">
        <pc:chgData name="Embedded Development" userId="S::embedded@qmaxsys.com::97690703-89ef-4183-8a66-0c81b6c8ace9" providerId="AD" clId="Web-{FAA1248A-79B1-3595-2901-414A5CF6B27C}" dt="2024-03-12T13:47:57.202" v="1223"/>
        <pc:sldMkLst>
          <pc:docMk/>
          <pc:sldMk cId="3133467473" sldId="303"/>
        </pc:sldMkLst>
        <pc:spChg chg="mod">
          <ac:chgData name="Embedded Development" userId="S::embedded@qmaxsys.com::97690703-89ef-4183-8a66-0c81b6c8ace9" providerId="AD" clId="Web-{FAA1248A-79B1-3595-2901-414A5CF6B27C}" dt="2024-03-12T13:45:59.559" v="716" actId="20577"/>
          <ac:spMkLst>
            <pc:docMk/>
            <pc:sldMk cId="3133467473" sldId="303"/>
            <ac:spMk id="4" creationId="{797E7399-0390-B13A-8A43-58EC026E10CB}"/>
          </ac:spMkLst>
        </pc:spChg>
        <pc:graphicFrameChg chg="mod modGraphic">
          <ac:chgData name="Embedded Development" userId="S::embedded@qmaxsys.com::97690703-89ef-4183-8a66-0c81b6c8ace9" providerId="AD" clId="Web-{FAA1248A-79B1-3595-2901-414A5CF6B27C}" dt="2024-03-12T13:47:57.202" v="1223"/>
          <ac:graphicFrameMkLst>
            <pc:docMk/>
            <pc:sldMk cId="3133467473" sldId="303"/>
            <ac:graphicFrameMk id="6" creationId="{3F1F59D9-6954-8202-0A9C-B72BFF4C8B09}"/>
          </ac:graphicFrameMkLst>
        </pc:graphicFrameChg>
      </pc:sldChg>
      <pc:sldChg chg="add del replId">
        <pc:chgData name="Embedded Development" userId="S::embedded@qmaxsys.com::97690703-89ef-4183-8a66-0c81b6c8ace9" providerId="AD" clId="Web-{FAA1248A-79B1-3595-2901-414A5CF6B27C}" dt="2024-03-12T13:45:43.965" v="712"/>
        <pc:sldMkLst>
          <pc:docMk/>
          <pc:sldMk cId="3232804562" sldId="303"/>
        </pc:sldMkLst>
      </pc:sldChg>
    </pc:docChg>
  </pc:docChgLst>
  <pc:docChgLst>
    <pc:chgData name="Embedded Development" userId="S::embedded@qmaxsys.com::97690703-89ef-4183-8a66-0c81b6c8ace9" providerId="AD" clId="Web-{D2FE5832-B8EF-DD57-39FB-A7C25E15DCD1}"/>
    <pc:docChg chg="modSld">
      <pc:chgData name="Embedded Development" userId="S::embedded@qmaxsys.com::97690703-89ef-4183-8a66-0c81b6c8ace9" providerId="AD" clId="Web-{D2FE5832-B8EF-DD57-39FB-A7C25E15DCD1}" dt="2024-01-24T10:22:46.175" v="43"/>
      <pc:docMkLst>
        <pc:docMk/>
      </pc:docMkLst>
      <pc:sldChg chg="modSp modCm">
        <pc:chgData name="Embedded Development" userId="S::embedded@qmaxsys.com::97690703-89ef-4183-8a66-0c81b6c8ace9" providerId="AD" clId="Web-{D2FE5832-B8EF-DD57-39FB-A7C25E15DCD1}" dt="2024-01-24T10:22:46.175" v="43"/>
        <pc:sldMkLst>
          <pc:docMk/>
          <pc:sldMk cId="3116336226" sldId="256"/>
        </pc:sldMkLst>
        <pc:spChg chg="mod">
          <ac:chgData name="Embedded Development" userId="S::embedded@qmaxsys.com::97690703-89ef-4183-8a66-0c81b6c8ace9" providerId="AD" clId="Web-{D2FE5832-B8EF-DD57-39FB-A7C25E15DCD1}" dt="2024-01-24T10:22:41.957" v="32" actId="1076"/>
          <ac:spMkLst>
            <pc:docMk/>
            <pc:sldMk cId="3116336226" sldId="256"/>
            <ac:spMk id="5" creationId="{F6324772-7B18-92E8-4D3E-220E0C0DCC4E}"/>
          </ac:spMkLst>
        </pc:spChg>
        <pc:spChg chg="mod">
          <ac:chgData name="Embedded Development" userId="S::embedded@qmaxsys.com::97690703-89ef-4183-8a66-0c81b6c8ace9" providerId="AD" clId="Web-{D2FE5832-B8EF-DD57-39FB-A7C25E15DCD1}" dt="2024-01-24T10:22:41.957" v="33" actId="1076"/>
          <ac:spMkLst>
            <pc:docMk/>
            <pc:sldMk cId="3116336226" sldId="256"/>
            <ac:spMk id="7" creationId="{8DB2483E-75F6-F80E-8837-97C8C102ECEA}"/>
          </ac:spMkLst>
        </pc:spChg>
        <pc:spChg chg="mod">
          <ac:chgData name="Embedded Development" userId="S::embedded@qmaxsys.com::97690703-89ef-4183-8a66-0c81b6c8ace9" providerId="AD" clId="Web-{D2FE5832-B8EF-DD57-39FB-A7C25E15DCD1}" dt="2024-01-24T10:22:38.035" v="29" actId="1076"/>
          <ac:spMkLst>
            <pc:docMk/>
            <pc:sldMk cId="3116336226" sldId="256"/>
            <ac:spMk id="16" creationId="{93D40C93-9EAC-DA7C-F1AC-42FE6B7D681F}"/>
          </ac:spMkLst>
        </pc:spChg>
        <pc:spChg chg="mod">
          <ac:chgData name="Embedded Development" userId="S::embedded@qmaxsys.com::97690703-89ef-4183-8a66-0c81b6c8ace9" providerId="AD" clId="Web-{D2FE5832-B8EF-DD57-39FB-A7C25E15DCD1}" dt="2024-01-24T10:22:41.972" v="37" actId="1076"/>
          <ac:spMkLst>
            <pc:docMk/>
            <pc:sldMk cId="3116336226" sldId="256"/>
            <ac:spMk id="23" creationId="{466DA469-08CB-94E2-3F05-C208C3F8BF52}"/>
          </ac:spMkLst>
        </pc:spChg>
        <pc:spChg chg="mod">
          <ac:chgData name="Embedded Development" userId="S::embedded@qmaxsys.com::97690703-89ef-4183-8a66-0c81b6c8ace9" providerId="AD" clId="Web-{D2FE5832-B8EF-DD57-39FB-A7C25E15DCD1}" dt="2024-01-24T10:22:41.988" v="39" actId="1076"/>
          <ac:spMkLst>
            <pc:docMk/>
            <pc:sldMk cId="3116336226" sldId="256"/>
            <ac:spMk id="25" creationId="{85791150-5635-5FB9-AB1B-E35DFEBA922D}"/>
          </ac:spMkLst>
        </pc:spChg>
        <pc:spChg chg="mod">
          <ac:chgData name="Embedded Development" userId="S::embedded@qmaxsys.com::97690703-89ef-4183-8a66-0c81b6c8ace9" providerId="AD" clId="Web-{D2FE5832-B8EF-DD57-39FB-A7C25E15DCD1}" dt="2024-01-24T10:22:41.988" v="41" actId="1076"/>
          <ac:spMkLst>
            <pc:docMk/>
            <pc:sldMk cId="3116336226" sldId="256"/>
            <ac:spMk id="28" creationId="{F03765B4-2F41-9A42-4B19-3B906BBC71C4}"/>
          </ac:spMkLst>
        </pc:spChg>
        <pc:cxnChg chg="mod">
          <ac:chgData name="Embedded Development" userId="S::embedded@qmaxsys.com::97690703-89ef-4183-8a66-0c81b6c8ace9" providerId="AD" clId="Web-{D2FE5832-B8EF-DD57-39FB-A7C25E15DCD1}" dt="2024-01-24T10:22:41.957" v="34" actId="1076"/>
          <ac:cxnSpMkLst>
            <pc:docMk/>
            <pc:sldMk cId="3116336226" sldId="256"/>
            <ac:cxnSpMk id="18" creationId="{B490904F-FE6B-20C0-E257-F3EF42653890}"/>
          </ac:cxnSpMkLst>
        </pc:cxnChg>
        <pc:cxnChg chg="mod">
          <ac:chgData name="Embedded Development" userId="S::embedded@qmaxsys.com::97690703-89ef-4183-8a66-0c81b6c8ace9" providerId="AD" clId="Web-{D2FE5832-B8EF-DD57-39FB-A7C25E15DCD1}" dt="2024-01-24T10:22:41.972" v="35" actId="1076"/>
          <ac:cxnSpMkLst>
            <pc:docMk/>
            <pc:sldMk cId="3116336226" sldId="256"/>
            <ac:cxnSpMk id="19" creationId="{E660EC5D-28A9-9C2A-3533-32E2B37690D4}"/>
          </ac:cxnSpMkLst>
        </pc:cxnChg>
        <pc:cxnChg chg="mod">
          <ac:chgData name="Embedded Development" userId="S::embedded@qmaxsys.com::97690703-89ef-4183-8a66-0c81b6c8ace9" providerId="AD" clId="Web-{D2FE5832-B8EF-DD57-39FB-A7C25E15DCD1}" dt="2024-01-24T10:22:41.972" v="36" actId="1076"/>
          <ac:cxnSpMkLst>
            <pc:docMk/>
            <pc:sldMk cId="3116336226" sldId="256"/>
            <ac:cxnSpMk id="22" creationId="{01D543AB-E540-5033-A9B9-D3E916AA5237}"/>
          </ac:cxnSpMkLst>
        </pc:cxnChg>
        <pc:cxnChg chg="mod">
          <ac:chgData name="Embedded Development" userId="S::embedded@qmaxsys.com::97690703-89ef-4183-8a66-0c81b6c8ace9" providerId="AD" clId="Web-{D2FE5832-B8EF-DD57-39FB-A7C25E15DCD1}" dt="2024-01-24T10:22:41.972" v="38" actId="1076"/>
          <ac:cxnSpMkLst>
            <pc:docMk/>
            <pc:sldMk cId="3116336226" sldId="256"/>
            <ac:cxnSpMk id="24" creationId="{968DE889-BF03-66DE-F9E4-A5645042F184}"/>
          </ac:cxnSpMkLst>
        </pc:cxnChg>
        <pc:cxnChg chg="mod">
          <ac:chgData name="Embedded Development" userId="S::embedded@qmaxsys.com::97690703-89ef-4183-8a66-0c81b6c8ace9" providerId="AD" clId="Web-{D2FE5832-B8EF-DD57-39FB-A7C25E15DCD1}" dt="2024-01-24T10:22:41.988" v="40" actId="1076"/>
          <ac:cxnSpMkLst>
            <pc:docMk/>
            <pc:sldMk cId="3116336226" sldId="256"/>
            <ac:cxnSpMk id="27" creationId="{C005F987-7FCE-CA05-950D-15E02B4ABD9F}"/>
          </ac:cxnSpMkLst>
        </pc:cxnChg>
      </pc:sldChg>
      <pc:sldChg chg="modSp modCm">
        <pc:chgData name="Embedded Development" userId="S::embedded@qmaxsys.com::97690703-89ef-4183-8a66-0c81b6c8ace9" providerId="AD" clId="Web-{D2FE5832-B8EF-DD57-39FB-A7C25E15DCD1}" dt="2024-01-24T10:22:31.738" v="9"/>
        <pc:sldMkLst>
          <pc:docMk/>
          <pc:sldMk cId="1943458392" sldId="262"/>
        </pc:sldMkLst>
        <pc:spChg chg="mod">
          <ac:chgData name="Embedded Development" userId="S::embedded@qmaxsys.com::97690703-89ef-4183-8a66-0c81b6c8ace9" providerId="AD" clId="Web-{D2FE5832-B8EF-DD57-39FB-A7C25E15DCD1}" dt="2024-01-24T10:22:26.909" v="0" actId="1076"/>
          <ac:spMkLst>
            <pc:docMk/>
            <pc:sldMk cId="1943458392" sldId="262"/>
            <ac:spMk id="2" creationId="{103142F4-9E07-E7C8-8EC5-08A4092B4296}"/>
          </ac:spMkLst>
        </pc:spChg>
        <pc:spChg chg="mod">
          <ac:chgData name="Embedded Development" userId="S::embedded@qmaxsys.com::97690703-89ef-4183-8a66-0c81b6c8ace9" providerId="AD" clId="Web-{D2FE5832-B8EF-DD57-39FB-A7C25E15DCD1}" dt="2024-01-24T10:22:26.925" v="1" actId="1076"/>
          <ac:spMkLst>
            <pc:docMk/>
            <pc:sldMk cId="1943458392" sldId="262"/>
            <ac:spMk id="3" creationId="{BB9F8F36-6408-2128-DD2C-4FF213CF5069}"/>
          </ac:spMkLst>
        </pc:spChg>
        <pc:spChg chg="mod">
          <ac:chgData name="Embedded Development" userId="S::embedded@qmaxsys.com::97690703-89ef-4183-8a66-0c81b6c8ace9" providerId="AD" clId="Web-{D2FE5832-B8EF-DD57-39FB-A7C25E15DCD1}" dt="2024-01-24T10:22:26.941" v="5" actId="1076"/>
          <ac:spMkLst>
            <pc:docMk/>
            <pc:sldMk cId="1943458392" sldId="262"/>
            <ac:spMk id="9" creationId="{DE7C4353-B073-8608-568B-7AA29D0BD26E}"/>
          </ac:spMkLst>
        </pc:spChg>
        <pc:spChg chg="mod">
          <ac:chgData name="Embedded Development" userId="S::embedded@qmaxsys.com::97690703-89ef-4183-8a66-0c81b6c8ace9" providerId="AD" clId="Web-{D2FE5832-B8EF-DD57-39FB-A7C25E15DCD1}" dt="2024-01-24T10:22:26.941" v="7" actId="1076"/>
          <ac:spMkLst>
            <pc:docMk/>
            <pc:sldMk cId="1943458392" sldId="262"/>
            <ac:spMk id="11" creationId="{326944DB-763E-97AF-4650-7FF4F9A7CA7A}"/>
          </ac:spMkLst>
        </pc:spChg>
        <pc:cxnChg chg="mod">
          <ac:chgData name="Embedded Development" userId="S::embedded@qmaxsys.com::97690703-89ef-4183-8a66-0c81b6c8ace9" providerId="AD" clId="Web-{D2FE5832-B8EF-DD57-39FB-A7C25E15DCD1}" dt="2024-01-24T10:22:26.925" v="2" actId="1076"/>
          <ac:cxnSpMkLst>
            <pc:docMk/>
            <pc:sldMk cId="1943458392" sldId="262"/>
            <ac:cxnSpMk id="4" creationId="{A4B1E2C5-9645-7E89-87D4-160F62D00334}"/>
          </ac:cxnSpMkLst>
        </pc:cxnChg>
        <pc:cxnChg chg="mod">
          <ac:chgData name="Embedded Development" userId="S::embedded@qmaxsys.com::97690703-89ef-4183-8a66-0c81b6c8ace9" providerId="AD" clId="Web-{D2FE5832-B8EF-DD57-39FB-A7C25E15DCD1}" dt="2024-01-24T10:22:26.925" v="3" actId="1076"/>
          <ac:cxnSpMkLst>
            <pc:docMk/>
            <pc:sldMk cId="1943458392" sldId="262"/>
            <ac:cxnSpMk id="6" creationId="{6552F70B-97F9-DA6B-1BE4-F89C0079FCE8}"/>
          </ac:cxnSpMkLst>
        </pc:cxnChg>
        <pc:cxnChg chg="mod">
          <ac:chgData name="Embedded Development" userId="S::embedded@qmaxsys.com::97690703-89ef-4183-8a66-0c81b6c8ace9" providerId="AD" clId="Web-{D2FE5832-B8EF-DD57-39FB-A7C25E15DCD1}" dt="2024-01-24T10:22:26.925" v="4" actId="1076"/>
          <ac:cxnSpMkLst>
            <pc:docMk/>
            <pc:sldMk cId="1943458392" sldId="262"/>
            <ac:cxnSpMk id="8" creationId="{9EC50927-D2D9-A80F-70F8-818BFFE257CA}"/>
          </ac:cxnSpMkLst>
        </pc:cxnChg>
        <pc:cxnChg chg="mod">
          <ac:chgData name="Embedded Development" userId="S::embedded@qmaxsys.com::97690703-89ef-4183-8a66-0c81b6c8ace9" providerId="AD" clId="Web-{D2FE5832-B8EF-DD57-39FB-A7C25E15DCD1}" dt="2024-01-24T10:22:26.941" v="6" actId="1076"/>
          <ac:cxnSpMkLst>
            <pc:docMk/>
            <pc:sldMk cId="1943458392" sldId="262"/>
            <ac:cxnSpMk id="10" creationId="{593CFC24-9C6A-F9B2-F421-A8F7391F1E08}"/>
          </ac:cxnSpMkLst>
        </pc:cxnChg>
      </pc:sldChg>
    </pc:docChg>
  </pc:docChgLst>
  <pc:docChgLst>
    <pc:chgData name="Embedded Development" userId="S::embedded@qmaxsys.com::97690703-89ef-4183-8a66-0c81b6c8ace9" providerId="AD" clId="Web-{A11AFF9E-B8FB-02EE-67CF-DBF446E015D9}"/>
    <pc:docChg chg="modSld">
      <pc:chgData name="Embedded Development" userId="S::embedded@qmaxsys.com::97690703-89ef-4183-8a66-0c81b6c8ace9" providerId="AD" clId="Web-{A11AFF9E-B8FB-02EE-67CF-DBF446E015D9}" dt="2024-01-24T11:02:27.761" v="421" actId="14100"/>
      <pc:docMkLst>
        <pc:docMk/>
      </pc:docMkLst>
      <pc:sldChg chg="addSp delSp modSp modCm">
        <pc:chgData name="Embedded Development" userId="S::embedded@qmaxsys.com::97690703-89ef-4183-8a66-0c81b6c8ace9" providerId="AD" clId="Web-{A11AFF9E-B8FB-02EE-67CF-DBF446E015D9}" dt="2024-01-24T11:02:27.761" v="421" actId="14100"/>
        <pc:sldMkLst>
          <pc:docMk/>
          <pc:sldMk cId="3116336226" sldId="256"/>
        </pc:sldMkLst>
        <pc:spChg chg="add del mod">
          <ac:chgData name="Embedded Development" userId="S::embedded@qmaxsys.com::97690703-89ef-4183-8a66-0c81b6c8ace9" providerId="AD" clId="Web-{A11AFF9E-B8FB-02EE-67CF-DBF446E015D9}" dt="2024-01-24T10:56:42.272" v="28"/>
          <ac:spMkLst>
            <pc:docMk/>
            <pc:sldMk cId="3116336226" sldId="256"/>
            <ac:spMk id="2" creationId="{B437BEA5-88F6-859E-BD0C-9DB8DA7E6D23}"/>
          </ac:spMkLst>
        </pc:spChg>
        <pc:spChg chg="add mod">
          <ac:chgData name="Embedded Development" userId="S::embedded@qmaxsys.com::97690703-89ef-4183-8a66-0c81b6c8ace9" providerId="AD" clId="Web-{A11AFF9E-B8FB-02EE-67CF-DBF446E015D9}" dt="2024-01-24T11:02:27.761" v="421" actId="14100"/>
          <ac:spMkLst>
            <pc:docMk/>
            <pc:sldMk cId="3116336226" sldId="256"/>
            <ac:spMk id="4" creationId="{70CD7454-5FA4-8FFB-0066-50A6BB6BD811}"/>
          </ac:spMkLst>
        </pc:spChg>
        <pc:spChg chg="mod">
          <ac:chgData name="Embedded Development" userId="S::embedded@qmaxsys.com::97690703-89ef-4183-8a66-0c81b6c8ace9" providerId="AD" clId="Web-{A11AFF9E-B8FB-02EE-67CF-DBF446E015D9}" dt="2024-01-24T11:01:44.026" v="396" actId="1076"/>
          <ac:spMkLst>
            <pc:docMk/>
            <pc:sldMk cId="3116336226" sldId="256"/>
            <ac:spMk id="5" creationId="{F6324772-7B18-92E8-4D3E-220E0C0DCC4E}"/>
          </ac:spMkLst>
        </pc:spChg>
        <pc:spChg chg="mod">
          <ac:chgData name="Embedded Development" userId="S::embedded@qmaxsys.com::97690703-89ef-4183-8a66-0c81b6c8ace9" providerId="AD" clId="Web-{A11AFF9E-B8FB-02EE-67CF-DBF446E015D9}" dt="2024-01-24T11:01:44.042" v="397" actId="1076"/>
          <ac:spMkLst>
            <pc:docMk/>
            <pc:sldMk cId="3116336226" sldId="256"/>
            <ac:spMk id="7" creationId="{8DB2483E-75F6-F80E-8837-97C8C102ECEA}"/>
          </ac:spMkLst>
        </pc:spChg>
        <pc:spChg chg="mod">
          <ac:chgData name="Embedded Development" userId="S::embedded@qmaxsys.com::97690703-89ef-4183-8a66-0c81b6c8ace9" providerId="AD" clId="Web-{A11AFF9E-B8FB-02EE-67CF-DBF446E015D9}" dt="2024-01-24T11:01:44.058" v="398" actId="1076"/>
          <ac:spMkLst>
            <pc:docMk/>
            <pc:sldMk cId="3116336226" sldId="256"/>
            <ac:spMk id="16" creationId="{93D40C93-9EAC-DA7C-F1AC-42FE6B7D681F}"/>
          </ac:spMkLst>
        </pc:spChg>
        <pc:spChg chg="mod">
          <ac:chgData name="Embedded Development" userId="S::embedded@qmaxsys.com::97690703-89ef-4183-8a66-0c81b6c8ace9" providerId="AD" clId="Web-{A11AFF9E-B8FB-02EE-67CF-DBF446E015D9}" dt="2024-01-24T11:01:44.105" v="402" actId="1076"/>
          <ac:spMkLst>
            <pc:docMk/>
            <pc:sldMk cId="3116336226" sldId="256"/>
            <ac:spMk id="23" creationId="{466DA469-08CB-94E2-3F05-C208C3F8BF52}"/>
          </ac:spMkLst>
        </pc:spChg>
        <pc:spChg chg="mod">
          <ac:chgData name="Embedded Development" userId="S::embedded@qmaxsys.com::97690703-89ef-4183-8a66-0c81b6c8ace9" providerId="AD" clId="Web-{A11AFF9E-B8FB-02EE-67CF-DBF446E015D9}" dt="2024-01-24T11:01:44.136" v="404" actId="1076"/>
          <ac:spMkLst>
            <pc:docMk/>
            <pc:sldMk cId="3116336226" sldId="256"/>
            <ac:spMk id="25" creationId="{85791150-5635-5FB9-AB1B-E35DFEBA922D}"/>
          </ac:spMkLst>
        </pc:spChg>
        <pc:spChg chg="mod">
          <ac:chgData name="Embedded Development" userId="S::embedded@qmaxsys.com::97690703-89ef-4183-8a66-0c81b6c8ace9" providerId="AD" clId="Web-{A11AFF9E-B8FB-02EE-67CF-DBF446E015D9}" dt="2024-01-24T11:01:44.167" v="406" actId="1076"/>
          <ac:spMkLst>
            <pc:docMk/>
            <pc:sldMk cId="3116336226" sldId="256"/>
            <ac:spMk id="28" creationId="{F03765B4-2F41-9A42-4B19-3B906BBC71C4}"/>
          </ac:spMkLst>
        </pc:spChg>
        <pc:graphicFrameChg chg="add del mod modGraphic">
          <ac:chgData name="Embedded Development" userId="S::embedded@qmaxsys.com::97690703-89ef-4183-8a66-0c81b6c8ace9" providerId="AD" clId="Web-{A11AFF9E-B8FB-02EE-67CF-DBF446E015D9}" dt="2024-01-24T11:01:44.183" v="407" actId="1076"/>
          <ac:graphicFrameMkLst>
            <pc:docMk/>
            <pc:sldMk cId="3116336226" sldId="256"/>
            <ac:graphicFrameMk id="3" creationId="{4BD7DC63-F8E9-28B1-0F9A-D1370815E53F}"/>
          </ac:graphicFrameMkLst>
        </pc:graphicFrameChg>
        <pc:cxnChg chg="mod">
          <ac:chgData name="Embedded Development" userId="S::embedded@qmaxsys.com::97690703-89ef-4183-8a66-0c81b6c8ace9" providerId="AD" clId="Web-{A11AFF9E-B8FB-02EE-67CF-DBF446E015D9}" dt="2024-01-24T11:01:44.073" v="399" actId="1076"/>
          <ac:cxnSpMkLst>
            <pc:docMk/>
            <pc:sldMk cId="3116336226" sldId="256"/>
            <ac:cxnSpMk id="18" creationId="{B490904F-FE6B-20C0-E257-F3EF42653890}"/>
          </ac:cxnSpMkLst>
        </pc:cxnChg>
        <pc:cxnChg chg="mod">
          <ac:chgData name="Embedded Development" userId="S::embedded@qmaxsys.com::97690703-89ef-4183-8a66-0c81b6c8ace9" providerId="AD" clId="Web-{A11AFF9E-B8FB-02EE-67CF-DBF446E015D9}" dt="2024-01-24T11:01:44.073" v="400" actId="1076"/>
          <ac:cxnSpMkLst>
            <pc:docMk/>
            <pc:sldMk cId="3116336226" sldId="256"/>
            <ac:cxnSpMk id="19" creationId="{E660EC5D-28A9-9C2A-3533-32E2B37690D4}"/>
          </ac:cxnSpMkLst>
        </pc:cxnChg>
        <pc:cxnChg chg="mod">
          <ac:chgData name="Embedded Development" userId="S::embedded@qmaxsys.com::97690703-89ef-4183-8a66-0c81b6c8ace9" providerId="AD" clId="Web-{A11AFF9E-B8FB-02EE-67CF-DBF446E015D9}" dt="2024-01-24T11:01:44.089" v="401" actId="1076"/>
          <ac:cxnSpMkLst>
            <pc:docMk/>
            <pc:sldMk cId="3116336226" sldId="256"/>
            <ac:cxnSpMk id="22" creationId="{01D543AB-E540-5033-A9B9-D3E916AA5237}"/>
          </ac:cxnSpMkLst>
        </pc:cxnChg>
        <pc:cxnChg chg="mod">
          <ac:chgData name="Embedded Development" userId="S::embedded@qmaxsys.com::97690703-89ef-4183-8a66-0c81b6c8ace9" providerId="AD" clId="Web-{A11AFF9E-B8FB-02EE-67CF-DBF446E015D9}" dt="2024-01-24T11:01:44.120" v="403" actId="1076"/>
          <ac:cxnSpMkLst>
            <pc:docMk/>
            <pc:sldMk cId="3116336226" sldId="256"/>
            <ac:cxnSpMk id="24" creationId="{968DE889-BF03-66DE-F9E4-A5645042F184}"/>
          </ac:cxnSpMkLst>
        </pc:cxnChg>
        <pc:cxnChg chg="mod">
          <ac:chgData name="Embedded Development" userId="S::embedded@qmaxsys.com::97690703-89ef-4183-8a66-0c81b6c8ace9" providerId="AD" clId="Web-{A11AFF9E-B8FB-02EE-67CF-DBF446E015D9}" dt="2024-01-24T11:01:44.151" v="405" actId="1076"/>
          <ac:cxnSpMkLst>
            <pc:docMk/>
            <pc:sldMk cId="3116336226" sldId="256"/>
            <ac:cxnSpMk id="27" creationId="{C005F987-7FCE-CA05-950D-15E02B4ABD9F}"/>
          </ac:cxnSpMkLst>
        </pc:cxnChg>
      </pc:sldChg>
    </pc:docChg>
  </pc:docChgLst>
  <pc:docChgLst>
    <pc:chgData name="Embedded Development" userId="S::embedded@qmaxsys.com::97690703-89ef-4183-8a66-0c81b6c8ace9" providerId="AD" clId="Web-{6D3B3B1B-69F4-D117-1E8C-89422AC78D18}"/>
    <pc:docChg chg="addSld modSld sldOrd">
      <pc:chgData name="Embedded Development" userId="S::embedded@qmaxsys.com::97690703-89ef-4183-8a66-0c81b6c8ace9" providerId="AD" clId="Web-{6D3B3B1B-69F4-D117-1E8C-89422AC78D18}" dt="2024-03-30T12:50:32.750" v="175" actId="20577"/>
      <pc:docMkLst>
        <pc:docMk/>
      </pc:docMkLst>
      <pc:sldChg chg="modSp add ord replId">
        <pc:chgData name="Embedded Development" userId="S::embedded@qmaxsys.com::97690703-89ef-4183-8a66-0c81b6c8ace9" providerId="AD" clId="Web-{6D3B3B1B-69F4-D117-1E8C-89422AC78D18}" dt="2024-03-30T12:50:32.750" v="175" actId="20577"/>
        <pc:sldMkLst>
          <pc:docMk/>
          <pc:sldMk cId="3290733411" sldId="332"/>
        </pc:sldMkLst>
        <pc:spChg chg="mod">
          <ac:chgData name="Embedded Development" userId="S::embedded@qmaxsys.com::97690703-89ef-4183-8a66-0c81b6c8ace9" providerId="AD" clId="Web-{6D3B3B1B-69F4-D117-1E8C-89422AC78D18}" dt="2024-03-30T12:48:07.529" v="61" actId="20577"/>
          <ac:spMkLst>
            <pc:docMk/>
            <pc:sldMk cId="3290733411" sldId="332"/>
            <ac:spMk id="2" creationId="{ED85E716-5A33-A7AC-B877-1C949674B015}"/>
          </ac:spMkLst>
        </pc:spChg>
        <pc:spChg chg="mod">
          <ac:chgData name="Embedded Development" userId="S::embedded@qmaxsys.com::97690703-89ef-4183-8a66-0c81b6c8ace9" providerId="AD" clId="Web-{6D3B3B1B-69F4-D117-1E8C-89422AC78D18}" dt="2024-03-30T12:50:32.750" v="175" actId="20577"/>
          <ac:spMkLst>
            <pc:docMk/>
            <pc:sldMk cId="3290733411" sldId="332"/>
            <ac:spMk id="14" creationId="{905023E6-4A22-6B72-9D4A-6C54D12D57E3}"/>
          </ac:spMkLst>
        </pc:spChg>
        <pc:spChg chg="mod">
          <ac:chgData name="Embedded Development" userId="S::embedded@qmaxsys.com::97690703-89ef-4183-8a66-0c81b6c8ace9" providerId="AD" clId="Web-{6D3B3B1B-69F4-D117-1E8C-89422AC78D18}" dt="2024-03-30T12:47:33.950" v="17" actId="20577"/>
          <ac:spMkLst>
            <pc:docMk/>
            <pc:sldMk cId="3290733411" sldId="332"/>
            <ac:spMk id="50" creationId="{F93D94B0-C02C-AF97-95C2-84138601C7CA}"/>
          </ac:spMkLst>
        </pc:spChg>
        <pc:spChg chg="mod">
          <ac:chgData name="Embedded Development" userId="S::embedded@qmaxsys.com::97690703-89ef-4183-8a66-0c81b6c8ace9" providerId="AD" clId="Web-{6D3B3B1B-69F4-D117-1E8C-89422AC78D18}" dt="2024-03-30T12:47:45.107" v="35" actId="20577"/>
          <ac:spMkLst>
            <pc:docMk/>
            <pc:sldMk cId="3290733411" sldId="332"/>
            <ac:spMk id="52" creationId="{9C5715F9-BAD7-6845-BB77-0BB490EFE17B}"/>
          </ac:spMkLst>
        </pc:spChg>
        <pc:spChg chg="mod">
          <ac:chgData name="Embedded Development" userId="S::embedded@qmaxsys.com::97690703-89ef-4183-8a66-0c81b6c8ace9" providerId="AD" clId="Web-{6D3B3B1B-69F4-D117-1E8C-89422AC78D18}" dt="2024-03-30T12:49:23.249" v="167" actId="1076"/>
          <ac:spMkLst>
            <pc:docMk/>
            <pc:sldMk cId="3290733411" sldId="332"/>
            <ac:spMk id="60" creationId="{3A6EC3F3-25FC-44AE-B1AD-7ECD22950F84}"/>
          </ac:spMkLst>
        </pc:spChg>
        <pc:spChg chg="mod">
          <ac:chgData name="Embedded Development" userId="S::embedded@qmaxsys.com::97690703-89ef-4183-8a66-0c81b6c8ace9" providerId="AD" clId="Web-{6D3B3B1B-69F4-D117-1E8C-89422AC78D18}" dt="2024-03-30T12:50:23.719" v="174" actId="20577"/>
          <ac:spMkLst>
            <pc:docMk/>
            <pc:sldMk cId="3290733411" sldId="332"/>
            <ac:spMk id="63" creationId="{2922AD32-FAC8-29CB-33CF-C250E559B3A8}"/>
          </ac:spMkLst>
        </pc:spChg>
      </pc:sldChg>
    </pc:docChg>
  </pc:docChgLst>
  <pc:docChgLst>
    <pc:chgData name="Embedded Development" userId="97690703-89ef-4183-8a66-0c81b6c8ace9" providerId="ADAL" clId="{BA6B5DA6-A584-42B7-AA33-F3B54EA8229D}"/>
    <pc:docChg chg="undo custSel addSld delSld modSld sldOrd">
      <pc:chgData name="Embedded Development" userId="97690703-89ef-4183-8a66-0c81b6c8ace9" providerId="ADAL" clId="{BA6B5DA6-A584-42B7-AA33-F3B54EA8229D}" dt="2024-02-29T13:13:14.595" v="8625" actId="20577"/>
      <pc:docMkLst>
        <pc:docMk/>
      </pc:docMkLst>
      <pc:sldChg chg="modSp mod">
        <pc:chgData name="Embedded Development" userId="97690703-89ef-4183-8a66-0c81b6c8ace9" providerId="ADAL" clId="{BA6B5DA6-A584-42B7-AA33-F3B54EA8229D}" dt="2024-02-15T06:38:10.770" v="7562"/>
        <pc:sldMkLst>
          <pc:docMk/>
          <pc:sldMk cId="3116336226" sldId="256"/>
        </pc:sldMkLst>
        <pc:spChg chg="mod">
          <ac:chgData name="Embedded Development" userId="97690703-89ef-4183-8a66-0c81b6c8ace9" providerId="ADAL" clId="{BA6B5DA6-A584-42B7-AA33-F3B54EA8229D}" dt="2024-02-15T06:38:10.770" v="7562"/>
          <ac:spMkLst>
            <pc:docMk/>
            <pc:sldMk cId="3116336226" sldId="256"/>
            <ac:spMk id="10" creationId="{76A5832B-E368-B357-9402-832DF3F17B83}"/>
          </ac:spMkLst>
        </pc:spChg>
        <pc:spChg chg="mod">
          <ac:chgData name="Embedded Development" userId="97690703-89ef-4183-8a66-0c81b6c8ace9" providerId="ADAL" clId="{BA6B5DA6-A584-42B7-AA33-F3B54EA8229D}" dt="2024-02-15T06:38:10.770" v="7562"/>
          <ac:spMkLst>
            <pc:docMk/>
            <pc:sldMk cId="3116336226" sldId="256"/>
            <ac:spMk id="30" creationId="{4388B6F0-43A7-FAA3-43AB-25ABF5FF68A8}"/>
          </ac:spMkLst>
        </pc:spChg>
        <pc:graphicFrameChg chg="mod modGraphic">
          <ac:chgData name="Embedded Development" userId="97690703-89ef-4183-8a66-0c81b6c8ace9" providerId="ADAL" clId="{BA6B5DA6-A584-42B7-AA33-F3B54EA8229D}" dt="2024-02-15T06:38:10.770" v="7562"/>
          <ac:graphicFrameMkLst>
            <pc:docMk/>
            <pc:sldMk cId="3116336226" sldId="256"/>
            <ac:graphicFrameMk id="2" creationId="{179AF028-29EB-3A39-F202-19AAF9891FF6}"/>
          </ac:graphicFrameMkLst>
        </pc:graphicFrameChg>
        <pc:graphicFrameChg chg="mod modGraphic">
          <ac:chgData name="Embedded Development" userId="97690703-89ef-4183-8a66-0c81b6c8ace9" providerId="ADAL" clId="{BA6B5DA6-A584-42B7-AA33-F3B54EA8229D}" dt="2024-02-15T06:38:10.770" v="7562"/>
          <ac:graphicFrameMkLst>
            <pc:docMk/>
            <pc:sldMk cId="3116336226" sldId="256"/>
            <ac:graphicFrameMk id="3" creationId="{4BD7DC63-F8E9-28B1-0F9A-D1370815E53F}"/>
          </ac:graphicFrameMkLst>
        </pc:graphicFrameChg>
        <pc:graphicFrameChg chg="mod modGraphic">
          <ac:chgData name="Embedded Development" userId="97690703-89ef-4183-8a66-0c81b6c8ace9" providerId="ADAL" clId="{BA6B5DA6-A584-42B7-AA33-F3B54EA8229D}" dt="2024-02-12T09:45:54.135" v="4208" actId="14100"/>
          <ac:graphicFrameMkLst>
            <pc:docMk/>
            <pc:sldMk cId="3116336226" sldId="256"/>
            <ac:graphicFrameMk id="8" creationId="{D726E11F-5CA1-1FD4-5765-8835B4C0AF4B}"/>
          </ac:graphicFrameMkLst>
        </pc:graphicFrameChg>
      </pc:sldChg>
      <pc:sldChg chg="modSp mod ord">
        <pc:chgData name="Embedded Development" userId="97690703-89ef-4183-8a66-0c81b6c8ace9" providerId="ADAL" clId="{BA6B5DA6-A584-42B7-AA33-F3B54EA8229D}" dt="2024-02-15T06:38:10.770" v="7562"/>
        <pc:sldMkLst>
          <pc:docMk/>
          <pc:sldMk cId="1943458392" sldId="262"/>
        </pc:sldMkLst>
        <pc:spChg chg="mod">
          <ac:chgData name="Embedded Development" userId="97690703-89ef-4183-8a66-0c81b6c8ace9" providerId="ADAL" clId="{BA6B5DA6-A584-42B7-AA33-F3B54EA8229D}" dt="2024-02-15T06:38:10.770" v="7562"/>
          <ac:spMkLst>
            <pc:docMk/>
            <pc:sldMk cId="1943458392" sldId="262"/>
            <ac:spMk id="11" creationId="{CE0C8210-46E2-E167-4C22-75007CC48E28}"/>
          </ac:spMkLst>
        </pc:spChg>
        <pc:spChg chg="mod">
          <ac:chgData name="Embedded Development" userId="97690703-89ef-4183-8a66-0c81b6c8ace9" providerId="ADAL" clId="{BA6B5DA6-A584-42B7-AA33-F3B54EA8229D}" dt="2024-02-15T06:38:10.770" v="7562"/>
          <ac:spMkLst>
            <pc:docMk/>
            <pc:sldMk cId="1943458392" sldId="262"/>
            <ac:spMk id="30" creationId="{6F47E259-01F3-EFA4-D62A-A91D2F04207E}"/>
          </ac:spMkLst>
        </pc:spChg>
        <pc:graphicFrameChg chg="mod modGraphic">
          <ac:chgData name="Embedded Development" userId="97690703-89ef-4183-8a66-0c81b6c8ace9" providerId="ADAL" clId="{BA6B5DA6-A584-42B7-AA33-F3B54EA8229D}" dt="2024-02-15T06:38:10.770" v="7562"/>
          <ac:graphicFrameMkLst>
            <pc:docMk/>
            <pc:sldMk cId="1943458392" sldId="262"/>
            <ac:graphicFrameMk id="5" creationId="{E8DD78CE-6DB1-C1D9-1B47-468750E24619}"/>
          </ac:graphicFrameMkLst>
        </pc:graphicFrameChg>
        <pc:graphicFrameChg chg="mod modGraphic">
          <ac:chgData name="Embedded Development" userId="97690703-89ef-4183-8a66-0c81b6c8ace9" providerId="ADAL" clId="{BA6B5DA6-A584-42B7-AA33-F3B54EA8229D}" dt="2024-02-15T06:38:10.770" v="7562"/>
          <ac:graphicFrameMkLst>
            <pc:docMk/>
            <pc:sldMk cId="1943458392" sldId="262"/>
            <ac:graphicFrameMk id="12" creationId="{429D734C-A13A-E533-2543-5F852D9E249C}"/>
          </ac:graphicFrameMkLst>
        </pc:graphicFrameChg>
      </pc:sldChg>
      <pc:sldChg chg="modSp mod">
        <pc:chgData name="Embedded Development" userId="97690703-89ef-4183-8a66-0c81b6c8ace9" providerId="ADAL" clId="{BA6B5DA6-A584-42B7-AA33-F3B54EA8229D}" dt="2024-02-29T13:13:14.595" v="8625" actId="20577"/>
        <pc:sldMkLst>
          <pc:docMk/>
          <pc:sldMk cId="3741343971" sldId="273"/>
        </pc:sldMkLst>
        <pc:spChg chg="mod">
          <ac:chgData name="Embedded Development" userId="97690703-89ef-4183-8a66-0c81b6c8ace9" providerId="ADAL" clId="{BA6B5DA6-A584-42B7-AA33-F3B54EA8229D}" dt="2024-02-29T13:13:14.595" v="8625" actId="20577"/>
          <ac:spMkLst>
            <pc:docMk/>
            <pc:sldMk cId="3741343971" sldId="273"/>
            <ac:spMk id="30" creationId="{20B7F450-DF20-8233-0A3E-2391B6DA3697}"/>
          </ac:spMkLst>
        </pc:spChg>
        <pc:spChg chg="mod">
          <ac:chgData name="Embedded Development" userId="97690703-89ef-4183-8a66-0c81b6c8ace9" providerId="ADAL" clId="{BA6B5DA6-A584-42B7-AA33-F3B54EA8229D}" dt="2024-02-15T06:38:10.770" v="7562"/>
          <ac:spMkLst>
            <pc:docMk/>
            <pc:sldMk cId="3741343971" sldId="273"/>
            <ac:spMk id="32" creationId="{7B0537C3-EF86-CE7A-3E86-4A295BF67E6E}"/>
          </ac:spMkLst>
        </pc:spChg>
        <pc:graphicFrameChg chg="mod modGraphic">
          <ac:chgData name="Embedded Development" userId="97690703-89ef-4183-8a66-0c81b6c8ace9" providerId="ADAL" clId="{BA6B5DA6-A584-42B7-AA33-F3B54EA8229D}" dt="2024-02-15T06:38:10.770" v="7562"/>
          <ac:graphicFrameMkLst>
            <pc:docMk/>
            <pc:sldMk cId="3741343971" sldId="273"/>
            <ac:graphicFrameMk id="4" creationId="{477BDD16-D759-A9CA-F8CE-66F23D49A8E1}"/>
          </ac:graphicFrameMkLst>
        </pc:graphicFrameChg>
        <pc:graphicFrameChg chg="mod modGraphic">
          <ac:chgData name="Embedded Development" userId="97690703-89ef-4183-8a66-0c81b6c8ace9" providerId="ADAL" clId="{BA6B5DA6-A584-42B7-AA33-F3B54EA8229D}" dt="2024-02-15T06:38:10.770" v="7562"/>
          <ac:graphicFrameMkLst>
            <pc:docMk/>
            <pc:sldMk cId="3741343971" sldId="273"/>
            <ac:graphicFrameMk id="6" creationId="{66A330D4-0C52-FEDC-33B2-A7500B1855E4}"/>
          </ac:graphicFrameMkLst>
        </pc:graphicFrameChg>
        <pc:cxnChg chg="mod">
          <ac:chgData name="Embedded Development" userId="97690703-89ef-4183-8a66-0c81b6c8ace9" providerId="ADAL" clId="{BA6B5DA6-A584-42B7-AA33-F3B54EA8229D}" dt="2024-02-12T09:49:57.446" v="4253" actId="14100"/>
          <ac:cxnSpMkLst>
            <pc:docMk/>
            <pc:sldMk cId="3741343971" sldId="273"/>
            <ac:cxnSpMk id="18" creationId="{810211D6-569A-6A55-2273-766411E2C610}"/>
          </ac:cxnSpMkLst>
        </pc:cxnChg>
      </pc:sldChg>
      <pc:sldChg chg="modSp mod">
        <pc:chgData name="Embedded Development" userId="97690703-89ef-4183-8a66-0c81b6c8ace9" providerId="ADAL" clId="{BA6B5DA6-A584-42B7-AA33-F3B54EA8229D}" dt="2024-02-15T06:38:10.770" v="7562"/>
        <pc:sldMkLst>
          <pc:docMk/>
          <pc:sldMk cId="245526943" sldId="274"/>
        </pc:sldMkLst>
        <pc:spChg chg="mod">
          <ac:chgData name="Embedded Development" userId="97690703-89ef-4183-8a66-0c81b6c8ace9" providerId="ADAL" clId="{BA6B5DA6-A584-42B7-AA33-F3B54EA8229D}" dt="2024-02-15T06:38:10.770" v="7562"/>
          <ac:spMkLst>
            <pc:docMk/>
            <pc:sldMk cId="245526943" sldId="274"/>
            <ac:spMk id="2" creationId="{23559517-07AE-D37E-106E-8CAD96122A92}"/>
          </ac:spMkLst>
        </pc:spChg>
        <pc:spChg chg="mod">
          <ac:chgData name="Embedded Development" userId="97690703-89ef-4183-8a66-0c81b6c8ace9" providerId="ADAL" clId="{BA6B5DA6-A584-42B7-AA33-F3B54EA8229D}" dt="2024-02-15T06:38:10.770" v="7562"/>
          <ac:spMkLst>
            <pc:docMk/>
            <pc:sldMk cId="245526943" sldId="274"/>
            <ac:spMk id="30" creationId="{AC884E1E-A0F7-BF4B-A3F3-21040510C328}"/>
          </ac:spMkLst>
        </pc:spChg>
        <pc:graphicFrameChg chg="mod modGraphic">
          <ac:chgData name="Embedded Development" userId="97690703-89ef-4183-8a66-0c81b6c8ace9" providerId="ADAL" clId="{BA6B5DA6-A584-42B7-AA33-F3B54EA8229D}" dt="2024-02-12T09:51:56.684" v="4273" actId="20577"/>
          <ac:graphicFrameMkLst>
            <pc:docMk/>
            <pc:sldMk cId="245526943" sldId="274"/>
            <ac:graphicFrameMk id="4" creationId="{5134EA2D-686E-80A1-F400-C68399D83264}"/>
          </ac:graphicFrameMkLst>
        </pc:graphicFrameChg>
        <pc:graphicFrameChg chg="mod modGraphic">
          <ac:chgData name="Embedded Development" userId="97690703-89ef-4183-8a66-0c81b6c8ace9" providerId="ADAL" clId="{BA6B5DA6-A584-42B7-AA33-F3B54EA8229D}" dt="2024-02-12T09:52:00.854" v="4277" actId="20577"/>
          <ac:graphicFrameMkLst>
            <pc:docMk/>
            <pc:sldMk cId="245526943" sldId="274"/>
            <ac:graphicFrameMk id="6" creationId="{79F00D05-0CA3-5B4A-705B-D30562A25070}"/>
          </ac:graphicFrameMkLst>
        </pc:graphicFrameChg>
        <pc:graphicFrameChg chg="modGraphic">
          <ac:chgData name="Embedded Development" userId="97690703-89ef-4183-8a66-0c81b6c8ace9" providerId="ADAL" clId="{BA6B5DA6-A584-42B7-AA33-F3B54EA8229D}" dt="2024-02-12T09:32:21.929" v="3602" actId="14100"/>
          <ac:graphicFrameMkLst>
            <pc:docMk/>
            <pc:sldMk cId="245526943" sldId="274"/>
            <ac:graphicFrameMk id="8" creationId="{567A6E54-D067-096A-3873-F1C5312167C7}"/>
          </ac:graphicFrameMkLst>
        </pc:graphicFrameChg>
      </pc:sldChg>
      <pc:sldChg chg="modSp mod ord">
        <pc:chgData name="Embedded Development" userId="97690703-89ef-4183-8a66-0c81b6c8ace9" providerId="ADAL" clId="{BA6B5DA6-A584-42B7-AA33-F3B54EA8229D}" dt="2024-02-15T06:38:10.770" v="7562"/>
        <pc:sldMkLst>
          <pc:docMk/>
          <pc:sldMk cId="3095832009" sldId="275"/>
        </pc:sldMkLst>
        <pc:spChg chg="mod">
          <ac:chgData name="Embedded Development" userId="97690703-89ef-4183-8a66-0c81b6c8ace9" providerId="ADAL" clId="{BA6B5DA6-A584-42B7-AA33-F3B54EA8229D}" dt="2024-02-15T06:38:10.770" v="7562"/>
          <ac:spMkLst>
            <pc:docMk/>
            <pc:sldMk cId="3095832009" sldId="275"/>
            <ac:spMk id="36" creationId="{86D4DE69-35AB-7D8A-4926-FADB258B2C89}"/>
          </ac:spMkLst>
        </pc:spChg>
        <pc:graphicFrameChg chg="mod modGraphic">
          <ac:chgData name="Embedded Development" userId="97690703-89ef-4183-8a66-0c81b6c8ace9" providerId="ADAL" clId="{BA6B5DA6-A584-42B7-AA33-F3B54EA8229D}" dt="2024-02-12T09:51:26.250" v="4267" actId="20577"/>
          <ac:graphicFrameMkLst>
            <pc:docMk/>
            <pc:sldMk cId="3095832009" sldId="275"/>
            <ac:graphicFrameMk id="25" creationId="{E8E13FC1-CC31-DEB2-435A-664694F04B1E}"/>
          </ac:graphicFrameMkLst>
        </pc:graphicFrameChg>
      </pc:sldChg>
      <pc:sldChg chg="addSp delSp modSp mod ord">
        <pc:chgData name="Embedded Development" userId="97690703-89ef-4183-8a66-0c81b6c8ace9" providerId="ADAL" clId="{BA6B5DA6-A584-42B7-AA33-F3B54EA8229D}" dt="2024-02-15T06:38:10.770" v="7562"/>
        <pc:sldMkLst>
          <pc:docMk/>
          <pc:sldMk cId="125140687" sldId="276"/>
        </pc:sldMkLst>
        <pc:spChg chg="mod">
          <ac:chgData name="Embedded Development" userId="97690703-89ef-4183-8a66-0c81b6c8ace9" providerId="ADAL" clId="{BA6B5DA6-A584-42B7-AA33-F3B54EA8229D}" dt="2024-02-12T09:12:18.288" v="2422" actId="1036"/>
          <ac:spMkLst>
            <pc:docMk/>
            <pc:sldMk cId="125140687" sldId="276"/>
            <ac:spMk id="3" creationId="{195AEA51-EC55-660D-2349-38BF0C5DA16E}"/>
          </ac:spMkLst>
        </pc:spChg>
        <pc:spChg chg="mod">
          <ac:chgData name="Embedded Development" userId="97690703-89ef-4183-8a66-0c81b6c8ace9" providerId="ADAL" clId="{BA6B5DA6-A584-42B7-AA33-F3B54EA8229D}" dt="2024-02-12T09:11:56.768" v="2379" actId="1076"/>
          <ac:spMkLst>
            <pc:docMk/>
            <pc:sldMk cId="125140687" sldId="276"/>
            <ac:spMk id="4" creationId="{CD7DA3F5-D38C-CE5A-457B-58F2F3AF56DD}"/>
          </ac:spMkLst>
        </pc:spChg>
        <pc:spChg chg="mod">
          <ac:chgData name="Embedded Development" userId="97690703-89ef-4183-8a66-0c81b6c8ace9" providerId="ADAL" clId="{BA6B5DA6-A584-42B7-AA33-F3B54EA8229D}" dt="2024-02-12T09:11:56.768" v="2379" actId="1076"/>
          <ac:spMkLst>
            <pc:docMk/>
            <pc:sldMk cId="125140687" sldId="276"/>
            <ac:spMk id="8" creationId="{1F5C15BC-4F3C-5DA0-4C78-DF0B3E170E1B}"/>
          </ac:spMkLst>
        </pc:spChg>
        <pc:spChg chg="del">
          <ac:chgData name="Embedded Development" userId="97690703-89ef-4183-8a66-0c81b6c8ace9" providerId="ADAL" clId="{BA6B5DA6-A584-42B7-AA33-F3B54EA8229D}" dt="2024-02-12T09:11:46.183" v="2371" actId="478"/>
          <ac:spMkLst>
            <pc:docMk/>
            <pc:sldMk cId="125140687" sldId="276"/>
            <ac:spMk id="9" creationId="{351A656D-D575-59B0-C5B6-4FA06ACE3582}"/>
          </ac:spMkLst>
        </pc:spChg>
        <pc:spChg chg="mod">
          <ac:chgData name="Embedded Development" userId="97690703-89ef-4183-8a66-0c81b6c8ace9" providerId="ADAL" clId="{BA6B5DA6-A584-42B7-AA33-F3B54EA8229D}" dt="2024-02-12T09:11:56.768" v="2379" actId="1076"/>
          <ac:spMkLst>
            <pc:docMk/>
            <pc:sldMk cId="125140687" sldId="276"/>
            <ac:spMk id="11" creationId="{FD883960-CA6D-F41E-F8CC-C452528AC8F5}"/>
          </ac:spMkLst>
        </pc:spChg>
        <pc:spChg chg="del">
          <ac:chgData name="Embedded Development" userId="97690703-89ef-4183-8a66-0c81b6c8ace9" providerId="ADAL" clId="{BA6B5DA6-A584-42B7-AA33-F3B54EA8229D}" dt="2024-02-12T09:11:46.914" v="2372" actId="478"/>
          <ac:spMkLst>
            <pc:docMk/>
            <pc:sldMk cId="125140687" sldId="276"/>
            <ac:spMk id="13" creationId="{9BF19E09-7823-B706-BDA1-B6F918BD305B}"/>
          </ac:spMkLst>
        </pc:spChg>
        <pc:spChg chg="mod">
          <ac:chgData name="Embedded Development" userId="97690703-89ef-4183-8a66-0c81b6c8ace9" providerId="ADAL" clId="{BA6B5DA6-A584-42B7-AA33-F3B54EA8229D}" dt="2024-02-12T09:48:06.357" v="4230" actId="1076"/>
          <ac:spMkLst>
            <pc:docMk/>
            <pc:sldMk cId="125140687" sldId="276"/>
            <ac:spMk id="14" creationId="{DC18236C-CC66-BD95-7A37-9CF9396F7DDA}"/>
          </ac:spMkLst>
        </pc:spChg>
        <pc:spChg chg="del mod">
          <ac:chgData name="Embedded Development" userId="97690703-89ef-4183-8a66-0c81b6c8ace9" providerId="ADAL" clId="{BA6B5DA6-A584-42B7-AA33-F3B54EA8229D}" dt="2024-02-12T09:12:06.525" v="2383" actId="478"/>
          <ac:spMkLst>
            <pc:docMk/>
            <pc:sldMk cId="125140687" sldId="276"/>
            <ac:spMk id="16" creationId="{C961850D-3689-1766-FD4F-121F64BD3F18}"/>
          </ac:spMkLst>
        </pc:spChg>
        <pc:spChg chg="add mod">
          <ac:chgData name="Embedded Development" userId="97690703-89ef-4183-8a66-0c81b6c8ace9" providerId="ADAL" clId="{BA6B5DA6-A584-42B7-AA33-F3B54EA8229D}" dt="2024-02-12T09:11:21.881" v="2358"/>
          <ac:spMkLst>
            <pc:docMk/>
            <pc:sldMk cId="125140687" sldId="276"/>
            <ac:spMk id="17" creationId="{B0032DC1-9C23-6BD9-EEC8-B7AA6C5AE918}"/>
          </ac:spMkLst>
        </pc:spChg>
        <pc:spChg chg="del">
          <ac:chgData name="Embedded Development" userId="97690703-89ef-4183-8a66-0c81b6c8ace9" providerId="ADAL" clId="{BA6B5DA6-A584-42B7-AA33-F3B54EA8229D}" dt="2024-02-12T09:11:49.188" v="2375" actId="478"/>
          <ac:spMkLst>
            <pc:docMk/>
            <pc:sldMk cId="125140687" sldId="276"/>
            <ac:spMk id="22" creationId="{A077B3C8-D157-CBDD-F087-074BBFDEBC5F}"/>
          </ac:spMkLst>
        </pc:spChg>
        <pc:spChg chg="del">
          <ac:chgData name="Embedded Development" userId="97690703-89ef-4183-8a66-0c81b6c8ace9" providerId="ADAL" clId="{BA6B5DA6-A584-42B7-AA33-F3B54EA8229D}" dt="2024-02-12T09:11:51.037" v="2377" actId="478"/>
          <ac:spMkLst>
            <pc:docMk/>
            <pc:sldMk cId="125140687" sldId="276"/>
            <ac:spMk id="32" creationId="{84C4BB58-EB3C-D3E1-F512-C669E68584BA}"/>
          </ac:spMkLst>
        </pc:spChg>
        <pc:spChg chg="mod">
          <ac:chgData name="Embedded Development" userId="97690703-89ef-4183-8a66-0c81b6c8ace9" providerId="ADAL" clId="{BA6B5DA6-A584-42B7-AA33-F3B54EA8229D}" dt="2024-02-12T09:20:40.076" v="2937" actId="1076"/>
          <ac:spMkLst>
            <pc:docMk/>
            <pc:sldMk cId="125140687" sldId="276"/>
            <ac:spMk id="33" creationId="{F0F4AC09-C370-62C6-B575-41E0EA960EB3}"/>
          </ac:spMkLst>
        </pc:spChg>
        <pc:spChg chg="mod">
          <ac:chgData name="Embedded Development" userId="97690703-89ef-4183-8a66-0c81b6c8ace9" providerId="ADAL" clId="{BA6B5DA6-A584-42B7-AA33-F3B54EA8229D}" dt="2024-02-15T06:38:10.770" v="7562"/>
          <ac:spMkLst>
            <pc:docMk/>
            <pc:sldMk cId="125140687" sldId="276"/>
            <ac:spMk id="35" creationId="{E4ACBD17-8614-C5B6-B14B-6EF3DE8ECF88}"/>
          </ac:spMkLst>
        </pc:spChg>
        <pc:spChg chg="mod">
          <ac:chgData name="Embedded Development" userId="97690703-89ef-4183-8a66-0c81b6c8ace9" providerId="ADAL" clId="{BA6B5DA6-A584-42B7-AA33-F3B54EA8229D}" dt="2024-02-15T06:38:10.770" v="7562"/>
          <ac:spMkLst>
            <pc:docMk/>
            <pc:sldMk cId="125140687" sldId="276"/>
            <ac:spMk id="36" creationId="{3B2A641D-B598-35A1-D564-C23F7446E0FB}"/>
          </ac:spMkLst>
        </pc:spChg>
        <pc:cxnChg chg="mod">
          <ac:chgData name="Embedded Development" userId="97690703-89ef-4183-8a66-0c81b6c8ace9" providerId="ADAL" clId="{BA6B5DA6-A584-42B7-AA33-F3B54EA8229D}" dt="2024-02-12T09:49:23.111" v="4252" actId="14100"/>
          <ac:cxnSpMkLst>
            <pc:docMk/>
            <pc:sldMk cId="125140687" sldId="276"/>
            <ac:cxnSpMk id="2" creationId="{9EA9DC58-5DB6-883A-7606-C4361F8CA7A7}"/>
          </ac:cxnSpMkLst>
        </pc:cxnChg>
        <pc:cxnChg chg="mod">
          <ac:chgData name="Embedded Development" userId="97690703-89ef-4183-8a66-0c81b6c8ace9" providerId="ADAL" clId="{BA6B5DA6-A584-42B7-AA33-F3B54EA8229D}" dt="2024-02-12T09:11:56.768" v="2379" actId="1076"/>
          <ac:cxnSpMkLst>
            <pc:docMk/>
            <pc:sldMk cId="125140687" sldId="276"/>
            <ac:cxnSpMk id="5" creationId="{B4064D51-0DD9-9D93-BEB9-51FA5CD6DDCB}"/>
          </ac:cxnSpMkLst>
        </pc:cxnChg>
        <pc:cxnChg chg="mod">
          <ac:chgData name="Embedded Development" userId="97690703-89ef-4183-8a66-0c81b6c8ace9" providerId="ADAL" clId="{BA6B5DA6-A584-42B7-AA33-F3B54EA8229D}" dt="2024-02-12T09:11:56.768" v="2379" actId="1076"/>
          <ac:cxnSpMkLst>
            <pc:docMk/>
            <pc:sldMk cId="125140687" sldId="276"/>
            <ac:cxnSpMk id="6" creationId="{ABB50800-D7C4-09E3-8DE6-6D798549A58A}"/>
          </ac:cxnSpMkLst>
        </pc:cxnChg>
        <pc:cxnChg chg="del mod">
          <ac:chgData name="Embedded Development" userId="97690703-89ef-4183-8a66-0c81b6c8ace9" providerId="ADAL" clId="{BA6B5DA6-A584-42B7-AA33-F3B54EA8229D}" dt="2024-02-12T09:11:48.158" v="2374" actId="478"/>
          <ac:cxnSpMkLst>
            <pc:docMk/>
            <pc:sldMk cId="125140687" sldId="276"/>
            <ac:cxnSpMk id="7" creationId="{35F735A7-594E-3D31-F372-616020B99138}"/>
          </ac:cxnSpMkLst>
        </pc:cxnChg>
        <pc:cxnChg chg="mod">
          <ac:chgData name="Embedded Development" userId="97690703-89ef-4183-8a66-0c81b6c8ace9" providerId="ADAL" clId="{BA6B5DA6-A584-42B7-AA33-F3B54EA8229D}" dt="2024-02-12T09:11:56.768" v="2379" actId="1076"/>
          <ac:cxnSpMkLst>
            <pc:docMk/>
            <pc:sldMk cId="125140687" sldId="276"/>
            <ac:cxnSpMk id="10" creationId="{899EA28E-A14A-EC4F-1040-BB527A804C68}"/>
          </ac:cxnSpMkLst>
        </pc:cxnChg>
        <pc:cxnChg chg="del mod">
          <ac:chgData name="Embedded Development" userId="97690703-89ef-4183-8a66-0c81b6c8ace9" providerId="ADAL" clId="{BA6B5DA6-A584-42B7-AA33-F3B54EA8229D}" dt="2024-02-12T09:11:47.497" v="2373" actId="478"/>
          <ac:cxnSpMkLst>
            <pc:docMk/>
            <pc:sldMk cId="125140687" sldId="276"/>
            <ac:cxnSpMk id="12" creationId="{BBCD93C3-DF12-2471-F569-B567E35781A3}"/>
          </ac:cxnSpMkLst>
        </pc:cxnChg>
        <pc:cxnChg chg="del mod">
          <ac:chgData name="Embedded Development" userId="97690703-89ef-4183-8a66-0c81b6c8ace9" providerId="ADAL" clId="{BA6B5DA6-A584-42B7-AA33-F3B54EA8229D}" dt="2024-02-12T09:12:07.236" v="2384" actId="478"/>
          <ac:cxnSpMkLst>
            <pc:docMk/>
            <pc:sldMk cId="125140687" sldId="276"/>
            <ac:cxnSpMk id="15" creationId="{64C20BB1-9428-4890-72DA-10526C5CE2D2}"/>
          </ac:cxnSpMkLst>
        </pc:cxnChg>
        <pc:cxnChg chg="del">
          <ac:chgData name="Embedded Development" userId="97690703-89ef-4183-8a66-0c81b6c8ace9" providerId="ADAL" clId="{BA6B5DA6-A584-42B7-AA33-F3B54EA8229D}" dt="2024-02-12T09:11:49.994" v="2376" actId="478"/>
          <ac:cxnSpMkLst>
            <pc:docMk/>
            <pc:sldMk cId="125140687" sldId="276"/>
            <ac:cxnSpMk id="21" creationId="{32B25B0A-9990-075C-492E-759552BE25EC}"/>
          </ac:cxnSpMkLst>
        </pc:cxnChg>
        <pc:cxnChg chg="del">
          <ac:chgData name="Embedded Development" userId="97690703-89ef-4183-8a66-0c81b6c8ace9" providerId="ADAL" clId="{BA6B5DA6-A584-42B7-AA33-F3B54EA8229D}" dt="2024-02-12T09:11:51.686" v="2378" actId="478"/>
          <ac:cxnSpMkLst>
            <pc:docMk/>
            <pc:sldMk cId="125140687" sldId="276"/>
            <ac:cxnSpMk id="30" creationId="{F1720FE7-F6EE-D115-9AB5-55B90077C334}"/>
          </ac:cxnSpMkLst>
        </pc:cxnChg>
        <pc:cxnChg chg="mod">
          <ac:chgData name="Embedded Development" userId="97690703-89ef-4183-8a66-0c81b6c8ace9" providerId="ADAL" clId="{BA6B5DA6-A584-42B7-AA33-F3B54EA8229D}" dt="2024-02-12T09:12:18.288" v="2422" actId="1036"/>
          <ac:cxnSpMkLst>
            <pc:docMk/>
            <pc:sldMk cId="125140687" sldId="276"/>
            <ac:cxnSpMk id="31" creationId="{2DAB1ECD-77A7-99CD-4873-5C5A6540B785}"/>
          </ac:cxnSpMkLst>
        </pc:cxnChg>
      </pc:sldChg>
      <pc:sldChg chg="modSp mod ord addCm delCm">
        <pc:chgData name="Embedded Development" userId="97690703-89ef-4183-8a66-0c81b6c8ace9" providerId="ADAL" clId="{BA6B5DA6-A584-42B7-AA33-F3B54EA8229D}" dt="2024-02-15T06:38:10.770" v="7562"/>
        <pc:sldMkLst>
          <pc:docMk/>
          <pc:sldMk cId="3948856911" sldId="277"/>
        </pc:sldMkLst>
        <pc:spChg chg="mod">
          <ac:chgData name="Embedded Development" userId="97690703-89ef-4183-8a66-0c81b6c8ace9" providerId="ADAL" clId="{BA6B5DA6-A584-42B7-AA33-F3B54EA8229D}" dt="2024-02-12T09:14:00.048" v="2483" actId="1037"/>
          <ac:spMkLst>
            <pc:docMk/>
            <pc:sldMk cId="3948856911" sldId="277"/>
            <ac:spMk id="24" creationId="{9C2BEFE7-AD49-F3A6-8CFA-2C494CB7BA30}"/>
          </ac:spMkLst>
        </pc:spChg>
        <pc:spChg chg="mod">
          <ac:chgData name="Embedded Development" userId="97690703-89ef-4183-8a66-0c81b6c8ace9" providerId="ADAL" clId="{BA6B5DA6-A584-42B7-AA33-F3B54EA8229D}" dt="2024-02-12T09:14:00.048" v="2483" actId="1037"/>
          <ac:spMkLst>
            <pc:docMk/>
            <pc:sldMk cId="3948856911" sldId="277"/>
            <ac:spMk id="26" creationId="{816868FD-B3EF-D610-B989-8B3FCDA590C2}"/>
          </ac:spMkLst>
        </pc:spChg>
        <pc:spChg chg="mod">
          <ac:chgData name="Embedded Development" userId="97690703-89ef-4183-8a66-0c81b6c8ace9" providerId="ADAL" clId="{BA6B5DA6-A584-42B7-AA33-F3B54EA8229D}" dt="2024-02-12T09:14:00.048" v="2483" actId="1037"/>
          <ac:spMkLst>
            <pc:docMk/>
            <pc:sldMk cId="3948856911" sldId="277"/>
            <ac:spMk id="28" creationId="{611DCF5C-F592-FFF6-D459-B661E2B49CC9}"/>
          </ac:spMkLst>
        </pc:spChg>
        <pc:graphicFrameChg chg="mod modGraphic">
          <ac:chgData name="Embedded Development" userId="97690703-89ef-4183-8a66-0c81b6c8ace9" providerId="ADAL" clId="{BA6B5DA6-A584-42B7-AA33-F3B54EA8229D}" dt="2024-02-15T06:38:10.770" v="7562"/>
          <ac:graphicFrameMkLst>
            <pc:docMk/>
            <pc:sldMk cId="3948856911" sldId="277"/>
            <ac:graphicFrameMk id="23" creationId="{302C7FC7-9442-8434-8531-A930F5F3054B}"/>
          </ac:graphicFrameMkLst>
        </pc:graphicFrameChg>
        <pc:graphicFrameChg chg="mod modGraphic">
          <ac:chgData name="Embedded Development" userId="97690703-89ef-4183-8a66-0c81b6c8ace9" providerId="ADAL" clId="{BA6B5DA6-A584-42B7-AA33-F3B54EA8229D}" dt="2024-02-15T06:38:10.770" v="7562"/>
          <ac:graphicFrameMkLst>
            <pc:docMk/>
            <pc:sldMk cId="3948856911" sldId="277"/>
            <ac:graphicFrameMk id="25" creationId="{C19C7A2E-928D-B7F8-5691-8DF7BEEB55E9}"/>
          </ac:graphicFrameMkLst>
        </pc:graphicFrameChg>
        <pc:graphicFrameChg chg="mod modGraphic">
          <ac:chgData name="Embedded Development" userId="97690703-89ef-4183-8a66-0c81b6c8ace9" providerId="ADAL" clId="{BA6B5DA6-A584-42B7-AA33-F3B54EA8229D}" dt="2024-02-12T09:34:03.686" v="3621" actId="242"/>
          <ac:graphicFrameMkLst>
            <pc:docMk/>
            <pc:sldMk cId="3948856911" sldId="277"/>
            <ac:graphicFrameMk id="27" creationId="{4B39133D-5B08-309D-A9ED-7503942F45C2}"/>
          </ac:graphicFrameMkLst>
        </pc:graphicFrameChg>
      </pc:sldChg>
      <pc:sldChg chg="modSp mod">
        <pc:chgData name="Embedded Development" userId="97690703-89ef-4183-8a66-0c81b6c8ace9" providerId="ADAL" clId="{BA6B5DA6-A584-42B7-AA33-F3B54EA8229D}" dt="2024-02-15T06:38:10.770" v="7562"/>
        <pc:sldMkLst>
          <pc:docMk/>
          <pc:sldMk cId="181310961" sldId="278"/>
        </pc:sldMkLst>
        <pc:spChg chg="mod">
          <ac:chgData name="Embedded Development" userId="97690703-89ef-4183-8a66-0c81b6c8ace9" providerId="ADAL" clId="{BA6B5DA6-A584-42B7-AA33-F3B54EA8229D}" dt="2024-02-12T09:52:33.006" v="4290" actId="20577"/>
          <ac:spMkLst>
            <pc:docMk/>
            <pc:sldMk cId="181310961" sldId="278"/>
            <ac:spMk id="14" creationId="{5A14F15A-65D2-0B17-EF13-6E4999F30374}"/>
          </ac:spMkLst>
        </pc:spChg>
        <pc:spChg chg="mod">
          <ac:chgData name="Embedded Development" userId="97690703-89ef-4183-8a66-0c81b6c8ace9" providerId="ADAL" clId="{BA6B5DA6-A584-42B7-AA33-F3B54EA8229D}" dt="2024-02-12T09:18:59.033" v="2897" actId="1076"/>
          <ac:spMkLst>
            <pc:docMk/>
            <pc:sldMk cId="181310961" sldId="278"/>
            <ac:spMk id="20" creationId="{4FA23EEF-0F71-3155-27DA-3D9948BD046A}"/>
          </ac:spMkLst>
        </pc:spChg>
        <pc:spChg chg="mod">
          <ac:chgData name="Embedded Development" userId="97690703-89ef-4183-8a66-0c81b6c8ace9" providerId="ADAL" clId="{BA6B5DA6-A584-42B7-AA33-F3B54EA8229D}" dt="2024-02-15T06:38:10.770" v="7562"/>
          <ac:spMkLst>
            <pc:docMk/>
            <pc:sldMk cId="181310961" sldId="278"/>
            <ac:spMk id="21" creationId="{5322282F-2FEE-4899-E15F-1616F4D991F4}"/>
          </ac:spMkLst>
        </pc:spChg>
        <pc:graphicFrameChg chg="mod modGraphic">
          <ac:chgData name="Embedded Development" userId="97690703-89ef-4183-8a66-0c81b6c8ace9" providerId="ADAL" clId="{BA6B5DA6-A584-42B7-AA33-F3B54EA8229D}" dt="2024-02-12T09:52:35.526" v="4293" actId="20577"/>
          <ac:graphicFrameMkLst>
            <pc:docMk/>
            <pc:sldMk cId="181310961" sldId="278"/>
            <ac:graphicFrameMk id="19" creationId="{E4FFD3C2-7C5B-40C4-F443-64DD9437A3DB}"/>
          </ac:graphicFrameMkLst>
        </pc:graphicFrameChg>
      </pc:sldChg>
      <pc:sldChg chg="addSp delSp modSp mod">
        <pc:chgData name="Embedded Development" userId="97690703-89ef-4183-8a66-0c81b6c8ace9" providerId="ADAL" clId="{BA6B5DA6-A584-42B7-AA33-F3B54EA8229D}" dt="2024-02-12T08:09:24.466" v="1850" actId="20577"/>
        <pc:sldMkLst>
          <pc:docMk/>
          <pc:sldMk cId="1588761885" sldId="279"/>
        </pc:sldMkLst>
        <pc:spChg chg="add mod">
          <ac:chgData name="Embedded Development" userId="97690703-89ef-4183-8a66-0c81b6c8ace9" providerId="ADAL" clId="{BA6B5DA6-A584-42B7-AA33-F3B54EA8229D}" dt="2024-02-12T08:08:46.999" v="1789" actId="20577"/>
          <ac:spMkLst>
            <pc:docMk/>
            <pc:sldMk cId="1588761885" sldId="279"/>
            <ac:spMk id="2" creationId="{495FC2EA-985D-35DA-D428-1E8095AC98BC}"/>
          </ac:spMkLst>
        </pc:spChg>
        <pc:spChg chg="add mod">
          <ac:chgData name="Embedded Development" userId="97690703-89ef-4183-8a66-0c81b6c8ace9" providerId="ADAL" clId="{BA6B5DA6-A584-42B7-AA33-F3B54EA8229D}" dt="2024-02-12T08:08:50.517" v="1793" actId="20577"/>
          <ac:spMkLst>
            <pc:docMk/>
            <pc:sldMk cId="1588761885" sldId="279"/>
            <ac:spMk id="3" creationId="{DC4D3300-E1F4-FE50-D2AA-6EE0A950A0C9}"/>
          </ac:spMkLst>
        </pc:spChg>
        <pc:spChg chg="add mod">
          <ac:chgData name="Embedded Development" userId="97690703-89ef-4183-8a66-0c81b6c8ace9" providerId="ADAL" clId="{BA6B5DA6-A584-42B7-AA33-F3B54EA8229D}" dt="2024-02-12T08:09:05.734" v="1833" actId="20577"/>
          <ac:spMkLst>
            <pc:docMk/>
            <pc:sldMk cId="1588761885" sldId="279"/>
            <ac:spMk id="4" creationId="{1234FB63-3786-709B-49DB-CCF795284EDD}"/>
          </ac:spMkLst>
        </pc:spChg>
        <pc:spChg chg="del">
          <ac:chgData name="Embedded Development" userId="97690703-89ef-4183-8a66-0c81b6c8ace9" providerId="ADAL" clId="{BA6B5DA6-A584-42B7-AA33-F3B54EA8229D}" dt="2024-02-12T08:07:44.553" v="1541" actId="478"/>
          <ac:spMkLst>
            <pc:docMk/>
            <pc:sldMk cId="1588761885" sldId="279"/>
            <ac:spMk id="17" creationId="{EFA1CF0A-A58C-DDBB-359C-94C417F4879B}"/>
          </ac:spMkLst>
        </pc:spChg>
        <pc:spChg chg="del">
          <ac:chgData name="Embedded Development" userId="97690703-89ef-4183-8a66-0c81b6c8ace9" providerId="ADAL" clId="{BA6B5DA6-A584-42B7-AA33-F3B54EA8229D}" dt="2024-02-12T08:07:44.553" v="1541" actId="478"/>
          <ac:spMkLst>
            <pc:docMk/>
            <pc:sldMk cId="1588761885" sldId="279"/>
            <ac:spMk id="18" creationId="{64BBD591-8D1C-3ED0-5B7A-E8791118D5A3}"/>
          </ac:spMkLst>
        </pc:spChg>
        <pc:spChg chg="add mod">
          <ac:chgData name="Embedded Development" userId="97690703-89ef-4183-8a66-0c81b6c8ace9" providerId="ADAL" clId="{BA6B5DA6-A584-42B7-AA33-F3B54EA8229D}" dt="2024-02-12T08:09:13.397" v="1842" actId="20577"/>
          <ac:spMkLst>
            <pc:docMk/>
            <pc:sldMk cId="1588761885" sldId="279"/>
            <ac:spMk id="19" creationId="{D9443F27-CCC8-F3DD-61D7-A2E534700E35}"/>
          </ac:spMkLst>
        </pc:spChg>
        <pc:spChg chg="add mod">
          <ac:chgData name="Embedded Development" userId="97690703-89ef-4183-8a66-0c81b6c8ace9" providerId="ADAL" clId="{BA6B5DA6-A584-42B7-AA33-F3B54EA8229D}" dt="2024-02-12T08:09:18.168" v="1846" actId="20577"/>
          <ac:spMkLst>
            <pc:docMk/>
            <pc:sldMk cId="1588761885" sldId="279"/>
            <ac:spMk id="20" creationId="{A4C31439-E7DE-8110-BB6E-9562A6713E5F}"/>
          </ac:spMkLst>
        </pc:spChg>
        <pc:spChg chg="add mod">
          <ac:chgData name="Embedded Development" userId="97690703-89ef-4183-8a66-0c81b6c8ace9" providerId="ADAL" clId="{BA6B5DA6-A584-42B7-AA33-F3B54EA8229D}" dt="2024-02-12T08:09:24.466" v="1850" actId="20577"/>
          <ac:spMkLst>
            <pc:docMk/>
            <pc:sldMk cId="1588761885" sldId="279"/>
            <ac:spMk id="22" creationId="{1C6E64F8-9837-34BE-7C2C-7930BA9F362D}"/>
          </ac:spMkLst>
        </pc:spChg>
        <pc:spChg chg="mod">
          <ac:chgData name="Embedded Development" userId="97690703-89ef-4183-8a66-0c81b6c8ace9" providerId="ADAL" clId="{BA6B5DA6-A584-42B7-AA33-F3B54EA8229D}" dt="2024-02-12T08:07:58.475" v="1642" actId="1037"/>
          <ac:spMkLst>
            <pc:docMk/>
            <pc:sldMk cId="1588761885" sldId="279"/>
            <ac:spMk id="24" creationId="{2E63EA01-6A15-55AB-A8DF-843BB26DF2DD}"/>
          </ac:spMkLst>
        </pc:spChg>
        <pc:spChg chg="mod">
          <ac:chgData name="Embedded Development" userId="97690703-89ef-4183-8a66-0c81b6c8ace9" providerId="ADAL" clId="{BA6B5DA6-A584-42B7-AA33-F3B54EA8229D}" dt="2024-02-12T08:07:58.475" v="1642" actId="1037"/>
          <ac:spMkLst>
            <pc:docMk/>
            <pc:sldMk cId="1588761885" sldId="279"/>
            <ac:spMk id="25" creationId="{753F128F-5D88-A276-C51B-AC5FDF13F950}"/>
          </ac:spMkLst>
        </pc:spChg>
        <pc:spChg chg="mod">
          <ac:chgData name="Embedded Development" userId="97690703-89ef-4183-8a66-0c81b6c8ace9" providerId="ADAL" clId="{BA6B5DA6-A584-42B7-AA33-F3B54EA8229D}" dt="2024-02-12T08:07:58.475" v="1642" actId="1037"/>
          <ac:spMkLst>
            <pc:docMk/>
            <pc:sldMk cId="1588761885" sldId="279"/>
            <ac:spMk id="26" creationId="{CF469838-27FE-46E4-803B-5E8E70CCAFC7}"/>
          </ac:spMkLst>
        </pc:spChg>
        <pc:spChg chg="add mod">
          <ac:chgData name="Embedded Development" userId="97690703-89ef-4183-8a66-0c81b6c8ace9" providerId="ADAL" clId="{BA6B5DA6-A584-42B7-AA33-F3B54EA8229D}" dt="2024-02-12T08:08:35.897" v="1722" actId="1036"/>
          <ac:spMkLst>
            <pc:docMk/>
            <pc:sldMk cId="1588761885" sldId="279"/>
            <ac:spMk id="32" creationId="{F370EC10-FD6B-0128-F79E-FC28D9926127}"/>
          </ac:spMkLst>
        </pc:spChg>
        <pc:spChg chg="mod">
          <ac:chgData name="Embedded Development" userId="97690703-89ef-4183-8a66-0c81b6c8ace9" providerId="ADAL" clId="{BA6B5DA6-A584-42B7-AA33-F3B54EA8229D}" dt="2024-02-12T08:07:58.475" v="1642" actId="1037"/>
          <ac:spMkLst>
            <pc:docMk/>
            <pc:sldMk cId="1588761885" sldId="279"/>
            <ac:spMk id="33" creationId="{0C0A8FD9-7BD9-5786-FE08-B165987BEC3A}"/>
          </ac:spMkLst>
        </pc:spChg>
        <pc:spChg chg="mod">
          <ac:chgData name="Embedded Development" userId="97690703-89ef-4183-8a66-0c81b6c8ace9" providerId="ADAL" clId="{BA6B5DA6-A584-42B7-AA33-F3B54EA8229D}" dt="2024-02-12T08:07:58.475" v="1642" actId="1037"/>
          <ac:spMkLst>
            <pc:docMk/>
            <pc:sldMk cId="1588761885" sldId="279"/>
            <ac:spMk id="34" creationId="{C9429148-7CBD-690F-A0AD-D39BE28D446A}"/>
          </ac:spMkLst>
        </pc:spChg>
        <pc:spChg chg="mod">
          <ac:chgData name="Embedded Development" userId="97690703-89ef-4183-8a66-0c81b6c8ace9" providerId="ADAL" clId="{BA6B5DA6-A584-42B7-AA33-F3B54EA8229D}" dt="2024-02-12T08:07:58.475" v="1642" actId="1037"/>
          <ac:spMkLst>
            <pc:docMk/>
            <pc:sldMk cId="1588761885" sldId="279"/>
            <ac:spMk id="35" creationId="{8EA8476B-1637-15F1-1B1C-8A32864C1273}"/>
          </ac:spMkLst>
        </pc:spChg>
        <pc:spChg chg="del">
          <ac:chgData name="Embedded Development" userId="97690703-89ef-4183-8a66-0c81b6c8ace9" providerId="ADAL" clId="{BA6B5DA6-A584-42B7-AA33-F3B54EA8229D}" dt="2024-02-12T08:07:44.553" v="1541" actId="478"/>
          <ac:spMkLst>
            <pc:docMk/>
            <pc:sldMk cId="1588761885" sldId="279"/>
            <ac:spMk id="36" creationId="{A397189C-E897-F756-78A7-388346F23604}"/>
          </ac:spMkLst>
        </pc:spChg>
        <pc:spChg chg="del">
          <ac:chgData name="Embedded Development" userId="97690703-89ef-4183-8a66-0c81b6c8ace9" providerId="ADAL" clId="{BA6B5DA6-A584-42B7-AA33-F3B54EA8229D}" dt="2024-02-12T08:07:44.553" v="1541" actId="478"/>
          <ac:spMkLst>
            <pc:docMk/>
            <pc:sldMk cId="1588761885" sldId="279"/>
            <ac:spMk id="37" creationId="{FB95C942-F3F5-3326-4EEE-0794EFBED951}"/>
          </ac:spMkLst>
        </pc:spChg>
        <pc:spChg chg="mod">
          <ac:chgData name="Embedded Development" userId="97690703-89ef-4183-8a66-0c81b6c8ace9" providerId="ADAL" clId="{BA6B5DA6-A584-42B7-AA33-F3B54EA8229D}" dt="2024-02-12T08:08:09.260" v="1712" actId="1038"/>
          <ac:spMkLst>
            <pc:docMk/>
            <pc:sldMk cId="1588761885" sldId="279"/>
            <ac:spMk id="63" creationId="{B78B323F-C240-6A2A-0CDD-B1B8A8BAB12D}"/>
          </ac:spMkLst>
        </pc:spChg>
        <pc:spChg chg="mod">
          <ac:chgData name="Embedded Development" userId="97690703-89ef-4183-8a66-0c81b6c8ace9" providerId="ADAL" clId="{BA6B5DA6-A584-42B7-AA33-F3B54EA8229D}" dt="2024-02-12T08:08:09.260" v="1712" actId="1038"/>
          <ac:spMkLst>
            <pc:docMk/>
            <pc:sldMk cId="1588761885" sldId="279"/>
            <ac:spMk id="64" creationId="{849F3C70-AD12-9037-E12B-72E683296D3F}"/>
          </ac:spMkLst>
        </pc:spChg>
        <pc:spChg chg="mod">
          <ac:chgData name="Embedded Development" userId="97690703-89ef-4183-8a66-0c81b6c8ace9" providerId="ADAL" clId="{BA6B5DA6-A584-42B7-AA33-F3B54EA8229D}" dt="2024-02-12T08:08:09.260" v="1712" actId="1038"/>
          <ac:spMkLst>
            <pc:docMk/>
            <pc:sldMk cId="1588761885" sldId="279"/>
            <ac:spMk id="65" creationId="{20881497-32BE-608D-C319-E64AEFBF21C2}"/>
          </ac:spMkLst>
        </pc:spChg>
        <pc:spChg chg="mod">
          <ac:chgData name="Embedded Development" userId="97690703-89ef-4183-8a66-0c81b6c8ace9" providerId="ADAL" clId="{BA6B5DA6-A584-42B7-AA33-F3B54EA8229D}" dt="2024-02-12T08:08:09.260" v="1712" actId="1038"/>
          <ac:spMkLst>
            <pc:docMk/>
            <pc:sldMk cId="1588761885" sldId="279"/>
            <ac:spMk id="66" creationId="{4DEE4174-6A46-0646-D6BF-9C5F71363BB7}"/>
          </ac:spMkLst>
        </pc:spChg>
        <pc:spChg chg="del">
          <ac:chgData name="Embedded Development" userId="97690703-89ef-4183-8a66-0c81b6c8ace9" providerId="ADAL" clId="{BA6B5DA6-A584-42B7-AA33-F3B54EA8229D}" dt="2024-02-12T08:07:44.553" v="1541" actId="478"/>
          <ac:spMkLst>
            <pc:docMk/>
            <pc:sldMk cId="1588761885" sldId="279"/>
            <ac:spMk id="74" creationId="{3C437C14-F2C0-9437-0731-D12F9E4153E6}"/>
          </ac:spMkLst>
        </pc:spChg>
        <pc:spChg chg="mod">
          <ac:chgData name="Embedded Development" userId="97690703-89ef-4183-8a66-0c81b6c8ace9" providerId="ADAL" clId="{BA6B5DA6-A584-42B7-AA33-F3B54EA8229D}" dt="2024-02-12T08:07:58.475" v="1642" actId="1037"/>
          <ac:spMkLst>
            <pc:docMk/>
            <pc:sldMk cId="1588761885" sldId="279"/>
            <ac:spMk id="75" creationId="{4E806F7C-7E8A-E106-00E5-6EB3A6CEB7E6}"/>
          </ac:spMkLst>
        </pc:spChg>
        <pc:spChg chg="mod">
          <ac:chgData name="Embedded Development" userId="97690703-89ef-4183-8a66-0c81b6c8ace9" providerId="ADAL" clId="{BA6B5DA6-A584-42B7-AA33-F3B54EA8229D}" dt="2024-02-12T08:08:09.260" v="1712" actId="1038"/>
          <ac:spMkLst>
            <pc:docMk/>
            <pc:sldMk cId="1588761885" sldId="279"/>
            <ac:spMk id="76" creationId="{BA4F9672-F0BB-E128-1EFF-36907A0EBB61}"/>
          </ac:spMkLst>
        </pc:spChg>
        <pc:cxnChg chg="add mod">
          <ac:chgData name="Embedded Development" userId="97690703-89ef-4183-8a66-0c81b6c8ace9" providerId="ADAL" clId="{BA6B5DA6-A584-42B7-AA33-F3B54EA8229D}" dt="2024-02-12T08:08:23.826" v="1714" actId="1076"/>
          <ac:cxnSpMkLst>
            <pc:docMk/>
            <pc:sldMk cId="1588761885" sldId="279"/>
            <ac:cxnSpMk id="7" creationId="{B5FB50CD-6CE2-9821-01E8-C6EBC976D678}"/>
          </ac:cxnSpMkLst>
        </pc:cxnChg>
        <pc:cxnChg chg="add mod">
          <ac:chgData name="Embedded Development" userId="97690703-89ef-4183-8a66-0c81b6c8ace9" providerId="ADAL" clId="{BA6B5DA6-A584-42B7-AA33-F3B54EA8229D}" dt="2024-02-12T08:08:23.826" v="1714" actId="1076"/>
          <ac:cxnSpMkLst>
            <pc:docMk/>
            <pc:sldMk cId="1588761885" sldId="279"/>
            <ac:cxnSpMk id="11" creationId="{C52B66A8-BAE9-4CFF-336F-07C887E6DBBA}"/>
          </ac:cxnSpMkLst>
        </pc:cxnChg>
        <pc:cxnChg chg="del mod">
          <ac:chgData name="Embedded Development" userId="97690703-89ef-4183-8a66-0c81b6c8ace9" providerId="ADAL" clId="{BA6B5DA6-A584-42B7-AA33-F3B54EA8229D}" dt="2024-02-12T08:07:44.553" v="1541" actId="478"/>
          <ac:cxnSpMkLst>
            <pc:docMk/>
            <pc:sldMk cId="1588761885" sldId="279"/>
            <ac:cxnSpMk id="23" creationId="{91359119-3F9D-1888-B92E-84137A9821DF}"/>
          </ac:cxnSpMkLst>
        </pc:cxnChg>
        <pc:cxnChg chg="mod">
          <ac:chgData name="Embedded Development" userId="97690703-89ef-4183-8a66-0c81b6c8ace9" providerId="ADAL" clId="{BA6B5DA6-A584-42B7-AA33-F3B54EA8229D}" dt="2024-02-12T08:07:58.475" v="1642" actId="1037"/>
          <ac:cxnSpMkLst>
            <pc:docMk/>
            <pc:sldMk cId="1588761885" sldId="279"/>
            <ac:cxnSpMk id="27" creationId="{2E933225-154F-5BBE-1D6E-9708577477C5}"/>
          </ac:cxnSpMkLst>
        </pc:cxnChg>
        <pc:cxnChg chg="add mod">
          <ac:chgData name="Embedded Development" userId="97690703-89ef-4183-8a66-0c81b6c8ace9" providerId="ADAL" clId="{BA6B5DA6-A584-42B7-AA33-F3B54EA8229D}" dt="2024-02-12T08:08:23.826" v="1714" actId="1076"/>
          <ac:cxnSpMkLst>
            <pc:docMk/>
            <pc:sldMk cId="1588761885" sldId="279"/>
            <ac:cxnSpMk id="28" creationId="{9AD86E80-3899-02AB-3013-12F2F0DCDAEF}"/>
          </ac:cxnSpMkLst>
        </pc:cxnChg>
        <pc:cxnChg chg="add mod">
          <ac:chgData name="Embedded Development" userId="97690703-89ef-4183-8a66-0c81b6c8ace9" providerId="ADAL" clId="{BA6B5DA6-A584-42B7-AA33-F3B54EA8229D}" dt="2024-02-12T08:08:23.826" v="1714" actId="1076"/>
          <ac:cxnSpMkLst>
            <pc:docMk/>
            <pc:sldMk cId="1588761885" sldId="279"/>
            <ac:cxnSpMk id="29" creationId="{F7AA3E87-60BE-90FD-E4CB-4F45406EC207}"/>
          </ac:cxnSpMkLst>
        </pc:cxnChg>
        <pc:cxnChg chg="mod">
          <ac:chgData name="Embedded Development" userId="97690703-89ef-4183-8a66-0c81b6c8ace9" providerId="ADAL" clId="{BA6B5DA6-A584-42B7-AA33-F3B54EA8229D}" dt="2024-02-12T08:07:58.475" v="1642" actId="1037"/>
          <ac:cxnSpMkLst>
            <pc:docMk/>
            <pc:sldMk cId="1588761885" sldId="279"/>
            <ac:cxnSpMk id="30" creationId="{CC5351A6-C716-E2EF-932B-14F54E04AEB6}"/>
          </ac:cxnSpMkLst>
        </pc:cxnChg>
        <pc:cxnChg chg="add mod">
          <ac:chgData name="Embedded Development" userId="97690703-89ef-4183-8a66-0c81b6c8ace9" providerId="ADAL" clId="{BA6B5DA6-A584-42B7-AA33-F3B54EA8229D}" dt="2024-02-12T08:08:23.826" v="1714" actId="1076"/>
          <ac:cxnSpMkLst>
            <pc:docMk/>
            <pc:sldMk cId="1588761885" sldId="279"/>
            <ac:cxnSpMk id="31" creationId="{9FD3309C-79A7-A610-4A6E-A1BE5530E116}"/>
          </ac:cxnSpMkLst>
        </pc:cxnChg>
        <pc:cxnChg chg="del mod">
          <ac:chgData name="Embedded Development" userId="97690703-89ef-4183-8a66-0c81b6c8ace9" providerId="ADAL" clId="{BA6B5DA6-A584-42B7-AA33-F3B54EA8229D}" dt="2024-02-12T08:07:44.553" v="1541" actId="478"/>
          <ac:cxnSpMkLst>
            <pc:docMk/>
            <pc:sldMk cId="1588761885" sldId="279"/>
            <ac:cxnSpMk id="38" creationId="{240E091F-B73F-BE57-F569-BFF92A7EEE0B}"/>
          </ac:cxnSpMkLst>
        </pc:cxnChg>
        <pc:cxnChg chg="mod">
          <ac:chgData name="Embedded Development" userId="97690703-89ef-4183-8a66-0c81b6c8ace9" providerId="ADAL" clId="{BA6B5DA6-A584-42B7-AA33-F3B54EA8229D}" dt="2024-02-12T08:07:58.475" v="1642" actId="1037"/>
          <ac:cxnSpMkLst>
            <pc:docMk/>
            <pc:sldMk cId="1588761885" sldId="279"/>
            <ac:cxnSpMk id="42" creationId="{60BA3B90-DB41-E04E-42F6-861C443741AA}"/>
          </ac:cxnSpMkLst>
        </pc:cxnChg>
        <pc:cxnChg chg="mod">
          <ac:chgData name="Embedded Development" userId="97690703-89ef-4183-8a66-0c81b6c8ace9" providerId="ADAL" clId="{BA6B5DA6-A584-42B7-AA33-F3B54EA8229D}" dt="2024-02-12T08:07:58.475" v="1642" actId="1037"/>
          <ac:cxnSpMkLst>
            <pc:docMk/>
            <pc:sldMk cId="1588761885" sldId="279"/>
            <ac:cxnSpMk id="43" creationId="{B16AAB4B-0A09-2FB4-50FA-B758DDFEFA66}"/>
          </ac:cxnSpMkLst>
        </pc:cxnChg>
        <pc:cxnChg chg="del mod">
          <ac:chgData name="Embedded Development" userId="97690703-89ef-4183-8a66-0c81b6c8ace9" providerId="ADAL" clId="{BA6B5DA6-A584-42B7-AA33-F3B54EA8229D}" dt="2024-02-12T08:07:44.553" v="1541" actId="478"/>
          <ac:cxnSpMkLst>
            <pc:docMk/>
            <pc:sldMk cId="1588761885" sldId="279"/>
            <ac:cxnSpMk id="49" creationId="{849572BC-646D-C086-A1C0-2E5C4F0E7BB9}"/>
          </ac:cxnSpMkLst>
        </pc:cxnChg>
        <pc:cxnChg chg="mod">
          <ac:chgData name="Embedded Development" userId="97690703-89ef-4183-8a66-0c81b6c8ace9" providerId="ADAL" clId="{BA6B5DA6-A584-42B7-AA33-F3B54EA8229D}" dt="2024-02-12T08:07:58.475" v="1642" actId="1037"/>
          <ac:cxnSpMkLst>
            <pc:docMk/>
            <pc:sldMk cId="1588761885" sldId="279"/>
            <ac:cxnSpMk id="51" creationId="{8D9FE447-F7ED-54A8-4783-45524C24A3FD}"/>
          </ac:cxnSpMkLst>
        </pc:cxnChg>
        <pc:cxnChg chg="mod">
          <ac:chgData name="Embedded Development" userId="97690703-89ef-4183-8a66-0c81b6c8ace9" providerId="ADAL" clId="{BA6B5DA6-A584-42B7-AA33-F3B54EA8229D}" dt="2024-02-12T08:08:09.260" v="1712" actId="1038"/>
          <ac:cxnSpMkLst>
            <pc:docMk/>
            <pc:sldMk cId="1588761885" sldId="279"/>
            <ac:cxnSpMk id="67" creationId="{689BF092-3A54-9257-C80C-F6FA22CCEF83}"/>
          </ac:cxnSpMkLst>
        </pc:cxnChg>
        <pc:cxnChg chg="mod">
          <ac:chgData name="Embedded Development" userId="97690703-89ef-4183-8a66-0c81b6c8ace9" providerId="ADAL" clId="{BA6B5DA6-A584-42B7-AA33-F3B54EA8229D}" dt="2024-02-12T08:08:09.260" v="1712" actId="1038"/>
          <ac:cxnSpMkLst>
            <pc:docMk/>
            <pc:sldMk cId="1588761885" sldId="279"/>
            <ac:cxnSpMk id="68" creationId="{E8A79E0E-EAFE-360C-CAC2-7F09CE576C11}"/>
          </ac:cxnSpMkLst>
        </pc:cxnChg>
        <pc:cxnChg chg="mod">
          <ac:chgData name="Embedded Development" userId="97690703-89ef-4183-8a66-0c81b6c8ace9" providerId="ADAL" clId="{BA6B5DA6-A584-42B7-AA33-F3B54EA8229D}" dt="2024-02-12T08:08:09.260" v="1712" actId="1038"/>
          <ac:cxnSpMkLst>
            <pc:docMk/>
            <pc:sldMk cId="1588761885" sldId="279"/>
            <ac:cxnSpMk id="70" creationId="{755BDE14-8612-48EE-4DBE-7862997B6018}"/>
          </ac:cxnSpMkLst>
        </pc:cxnChg>
        <pc:cxnChg chg="mod">
          <ac:chgData name="Embedded Development" userId="97690703-89ef-4183-8a66-0c81b6c8ace9" providerId="ADAL" clId="{BA6B5DA6-A584-42B7-AA33-F3B54EA8229D}" dt="2024-02-12T08:07:50.769" v="1570" actId="1037"/>
          <ac:cxnSpMkLst>
            <pc:docMk/>
            <pc:sldMk cId="1588761885" sldId="279"/>
            <ac:cxnSpMk id="73" creationId="{813C4AD7-BCA5-91FF-57BA-AC89500156F5}"/>
          </ac:cxnSpMkLst>
        </pc:cxnChg>
      </pc:sldChg>
      <pc:sldChg chg="modSp mod">
        <pc:chgData name="Embedded Development" userId="97690703-89ef-4183-8a66-0c81b6c8ace9" providerId="ADAL" clId="{BA6B5DA6-A584-42B7-AA33-F3B54EA8229D}" dt="2024-02-12T09:07:10.294" v="2069" actId="20577"/>
        <pc:sldMkLst>
          <pc:docMk/>
          <pc:sldMk cId="1656820590" sldId="280"/>
        </pc:sldMkLst>
        <pc:spChg chg="mod">
          <ac:chgData name="Embedded Development" userId="97690703-89ef-4183-8a66-0c81b6c8ace9" providerId="ADAL" clId="{BA6B5DA6-A584-42B7-AA33-F3B54EA8229D}" dt="2024-02-12T08:14:30.796" v="1864" actId="20577"/>
          <ac:spMkLst>
            <pc:docMk/>
            <pc:sldMk cId="1656820590" sldId="280"/>
            <ac:spMk id="78" creationId="{D9CECB8F-A65F-CF9F-7BEA-99978028A697}"/>
          </ac:spMkLst>
        </pc:spChg>
        <pc:spChg chg="mod">
          <ac:chgData name="Embedded Development" userId="97690703-89ef-4183-8a66-0c81b6c8ace9" providerId="ADAL" clId="{BA6B5DA6-A584-42B7-AA33-F3B54EA8229D}" dt="2024-02-12T09:07:01.643" v="2059" actId="20577"/>
          <ac:spMkLst>
            <pc:docMk/>
            <pc:sldMk cId="1656820590" sldId="280"/>
            <ac:spMk id="122" creationId="{10E51DF3-21C2-3BC5-DDD9-139075B99AC6}"/>
          </ac:spMkLst>
        </pc:spChg>
        <pc:spChg chg="mod">
          <ac:chgData name="Embedded Development" userId="97690703-89ef-4183-8a66-0c81b6c8ace9" providerId="ADAL" clId="{BA6B5DA6-A584-42B7-AA33-F3B54EA8229D}" dt="2024-02-12T09:07:07.396" v="2064" actId="20577"/>
          <ac:spMkLst>
            <pc:docMk/>
            <pc:sldMk cId="1656820590" sldId="280"/>
            <ac:spMk id="123" creationId="{F18236B9-2A32-0BE3-04F5-53CDD55C42CB}"/>
          </ac:spMkLst>
        </pc:spChg>
        <pc:spChg chg="mod">
          <ac:chgData name="Embedded Development" userId="97690703-89ef-4183-8a66-0c81b6c8ace9" providerId="ADAL" clId="{BA6B5DA6-A584-42B7-AA33-F3B54EA8229D}" dt="2024-02-12T09:07:10.294" v="2069" actId="20577"/>
          <ac:spMkLst>
            <pc:docMk/>
            <pc:sldMk cId="1656820590" sldId="280"/>
            <ac:spMk id="125" creationId="{A418E0A6-1C12-1199-CBCF-6F824E75705E}"/>
          </ac:spMkLst>
        </pc:spChg>
      </pc:sldChg>
      <pc:sldChg chg="del">
        <pc:chgData name="Embedded Development" userId="97690703-89ef-4183-8a66-0c81b6c8ace9" providerId="ADAL" clId="{BA6B5DA6-A584-42B7-AA33-F3B54EA8229D}" dt="2024-02-12T08:16:33.705" v="1870" actId="47"/>
        <pc:sldMkLst>
          <pc:docMk/>
          <pc:sldMk cId="3502151246" sldId="281"/>
        </pc:sldMkLst>
      </pc:sldChg>
      <pc:sldChg chg="modSp mod ord">
        <pc:chgData name="Embedded Development" userId="97690703-89ef-4183-8a66-0c81b6c8ace9" providerId="ADAL" clId="{BA6B5DA6-A584-42B7-AA33-F3B54EA8229D}" dt="2024-02-15T06:38:10.770" v="7562"/>
        <pc:sldMkLst>
          <pc:docMk/>
          <pc:sldMk cId="4027331707" sldId="282"/>
        </pc:sldMkLst>
        <pc:spChg chg="mod">
          <ac:chgData name="Embedded Development" userId="97690703-89ef-4183-8a66-0c81b6c8ace9" providerId="ADAL" clId="{BA6B5DA6-A584-42B7-AA33-F3B54EA8229D}" dt="2024-02-15T06:38:10.770" v="7562"/>
          <ac:spMkLst>
            <pc:docMk/>
            <pc:sldMk cId="4027331707" sldId="282"/>
            <ac:spMk id="2" creationId="{A1096FDC-184C-3218-A689-8C19FFCA536E}"/>
          </ac:spMkLst>
        </pc:spChg>
        <pc:spChg chg="mod">
          <ac:chgData name="Embedded Development" userId="97690703-89ef-4183-8a66-0c81b6c8ace9" providerId="ADAL" clId="{BA6B5DA6-A584-42B7-AA33-F3B54EA8229D}" dt="2024-02-15T06:38:10.770" v="7562"/>
          <ac:spMkLst>
            <pc:docMk/>
            <pc:sldMk cId="4027331707" sldId="282"/>
            <ac:spMk id="30" creationId="{576D5378-4725-8171-D222-AC654390CCB7}"/>
          </ac:spMkLst>
        </pc:spChg>
        <pc:graphicFrameChg chg="mod modGraphic">
          <ac:chgData name="Embedded Development" userId="97690703-89ef-4183-8a66-0c81b6c8ace9" providerId="ADAL" clId="{BA6B5DA6-A584-42B7-AA33-F3B54EA8229D}" dt="2024-02-12T09:49:04.659" v="4251"/>
          <ac:graphicFrameMkLst>
            <pc:docMk/>
            <pc:sldMk cId="4027331707" sldId="282"/>
            <ac:graphicFrameMk id="4" creationId="{DA2A474B-47E8-A293-1D08-81A56E189C06}"/>
          </ac:graphicFrameMkLst>
        </pc:graphicFrameChg>
        <pc:graphicFrameChg chg="mod modGraphic">
          <ac:chgData name="Embedded Development" userId="97690703-89ef-4183-8a66-0c81b6c8ace9" providerId="ADAL" clId="{BA6B5DA6-A584-42B7-AA33-F3B54EA8229D}" dt="2024-02-12T09:49:04.659" v="4251"/>
          <ac:graphicFrameMkLst>
            <pc:docMk/>
            <pc:sldMk cId="4027331707" sldId="282"/>
            <ac:graphicFrameMk id="6" creationId="{DB5FDC40-88FD-379F-D9D1-EA7A2F14943F}"/>
          </ac:graphicFrameMkLst>
        </pc:graphicFrameChg>
      </pc:sldChg>
      <pc:sldChg chg="addSp delSp modSp mod">
        <pc:chgData name="Embedded Development" userId="97690703-89ef-4183-8a66-0c81b6c8ace9" providerId="ADAL" clId="{BA6B5DA6-A584-42B7-AA33-F3B54EA8229D}" dt="2024-02-15T05:35:43.982" v="4960" actId="20577"/>
        <pc:sldMkLst>
          <pc:docMk/>
          <pc:sldMk cId="2549508935" sldId="283"/>
        </pc:sldMkLst>
        <pc:spChg chg="add del">
          <ac:chgData name="Embedded Development" userId="97690703-89ef-4183-8a66-0c81b6c8ace9" providerId="ADAL" clId="{BA6B5DA6-A584-42B7-AA33-F3B54EA8229D}" dt="2024-02-09T13:01:13.389" v="1" actId="478"/>
          <ac:spMkLst>
            <pc:docMk/>
            <pc:sldMk cId="2549508935" sldId="283"/>
            <ac:spMk id="2" creationId="{CEABFC41-A6F3-0048-C8E4-2F372F50CBE1}"/>
          </ac:spMkLst>
        </pc:spChg>
        <pc:spChg chg="add del mod">
          <ac:chgData name="Embedded Development" userId="97690703-89ef-4183-8a66-0c81b6c8ace9" providerId="ADAL" clId="{BA6B5DA6-A584-42B7-AA33-F3B54EA8229D}" dt="2024-02-09T13:01:25.358" v="4"/>
          <ac:spMkLst>
            <pc:docMk/>
            <pc:sldMk cId="2549508935" sldId="283"/>
            <ac:spMk id="3" creationId="{24929845-0B8B-59F7-4AA2-F55248478D63}"/>
          </ac:spMkLst>
        </pc:spChg>
        <pc:spChg chg="add mod">
          <ac:chgData name="Embedded Development" userId="97690703-89ef-4183-8a66-0c81b6c8ace9" providerId="ADAL" clId="{BA6B5DA6-A584-42B7-AA33-F3B54EA8229D}" dt="2024-02-09T13:09:26.669" v="270" actId="20577"/>
          <ac:spMkLst>
            <pc:docMk/>
            <pc:sldMk cId="2549508935" sldId="283"/>
            <ac:spMk id="4" creationId="{797E7399-0390-B13A-8A43-58EC026E10CB}"/>
          </ac:spMkLst>
        </pc:spChg>
        <pc:spChg chg="add del mod">
          <ac:chgData name="Embedded Development" userId="97690703-89ef-4183-8a66-0c81b6c8ace9" providerId="ADAL" clId="{BA6B5DA6-A584-42B7-AA33-F3B54EA8229D}" dt="2024-02-09T13:08:57.543" v="258" actId="478"/>
          <ac:spMkLst>
            <pc:docMk/>
            <pc:sldMk cId="2549508935" sldId="283"/>
            <ac:spMk id="5" creationId="{D413EE10-1D5A-633B-256F-7A2365673A94}"/>
          </ac:spMkLst>
        </pc:spChg>
        <pc:graphicFrameChg chg="add mod modGraphic">
          <ac:chgData name="Embedded Development" userId="97690703-89ef-4183-8a66-0c81b6c8ace9" providerId="ADAL" clId="{BA6B5DA6-A584-42B7-AA33-F3B54EA8229D}" dt="2024-02-15T05:35:43.982" v="4960" actId="20577"/>
          <ac:graphicFrameMkLst>
            <pc:docMk/>
            <pc:sldMk cId="2549508935" sldId="283"/>
            <ac:graphicFrameMk id="6" creationId="{3F1F59D9-6954-8202-0A9C-B72BFF4C8B09}"/>
          </ac:graphicFrameMkLst>
        </pc:graphicFrameChg>
      </pc:sldChg>
      <pc:sldChg chg="add del">
        <pc:chgData name="Embedded Development" userId="97690703-89ef-4183-8a66-0c81b6c8ace9" providerId="ADAL" clId="{BA6B5DA6-A584-42B7-AA33-F3B54EA8229D}" dt="2024-02-12T08:09:44.843" v="1854" actId="47"/>
        <pc:sldMkLst>
          <pc:docMk/>
          <pc:sldMk cId="3726438520" sldId="284"/>
        </pc:sldMkLst>
      </pc:sldChg>
      <pc:sldChg chg="addSp delSp modSp add mod ord">
        <pc:chgData name="Embedded Development" userId="97690703-89ef-4183-8a66-0c81b6c8ace9" providerId="ADAL" clId="{BA6B5DA6-A584-42B7-AA33-F3B54EA8229D}" dt="2024-02-15T05:40:25.172" v="5587" actId="14100"/>
        <pc:sldMkLst>
          <pc:docMk/>
          <pc:sldMk cId="1671863335" sldId="285"/>
        </pc:sldMkLst>
        <pc:spChg chg="add mod">
          <ac:chgData name="Embedded Development" userId="97690703-89ef-4183-8a66-0c81b6c8ace9" providerId="ADAL" clId="{BA6B5DA6-A584-42B7-AA33-F3B54EA8229D}" dt="2024-02-15T05:39:45.226" v="5476" actId="1036"/>
          <ac:spMkLst>
            <pc:docMk/>
            <pc:sldMk cId="1671863335" sldId="285"/>
            <ac:spMk id="2" creationId="{7D0D34F7-9759-FBAA-7064-554F9BAC1CC3}"/>
          </ac:spMkLst>
        </pc:spChg>
        <pc:spChg chg="add mod">
          <ac:chgData name="Embedded Development" userId="97690703-89ef-4183-8a66-0c81b6c8ace9" providerId="ADAL" clId="{BA6B5DA6-A584-42B7-AA33-F3B54EA8229D}" dt="2024-02-15T05:39:50.128" v="5502" actId="1035"/>
          <ac:spMkLst>
            <pc:docMk/>
            <pc:sldMk cId="1671863335" sldId="285"/>
            <ac:spMk id="3" creationId="{D554A6BD-896F-55A7-290A-88C08B693603}"/>
          </ac:spMkLst>
        </pc:spChg>
        <pc:spChg chg="add mod">
          <ac:chgData name="Embedded Development" userId="97690703-89ef-4183-8a66-0c81b6c8ace9" providerId="ADAL" clId="{BA6B5DA6-A584-42B7-AA33-F3B54EA8229D}" dt="2024-02-15T05:39:53.808" v="5504" actId="1036"/>
          <ac:spMkLst>
            <pc:docMk/>
            <pc:sldMk cId="1671863335" sldId="285"/>
            <ac:spMk id="7" creationId="{4E736764-82BB-04CA-FE2B-5D9594951BDA}"/>
          </ac:spMkLst>
        </pc:spChg>
        <pc:spChg chg="del">
          <ac:chgData name="Embedded Development" userId="97690703-89ef-4183-8a66-0c81b6c8ace9" providerId="ADAL" clId="{BA6B5DA6-A584-42B7-AA33-F3B54EA8229D}" dt="2024-02-15T05:39:12.342" v="5358" actId="478"/>
          <ac:spMkLst>
            <pc:docMk/>
            <pc:sldMk cId="1671863335" sldId="285"/>
            <ac:spMk id="14" creationId="{E866AED3-C45A-BF1A-2272-CC6CC3AA150D}"/>
          </ac:spMkLst>
        </pc:spChg>
        <pc:spChg chg="del">
          <ac:chgData name="Embedded Development" userId="97690703-89ef-4183-8a66-0c81b6c8ace9" providerId="ADAL" clId="{BA6B5DA6-A584-42B7-AA33-F3B54EA8229D}" dt="2024-02-15T05:39:12.342" v="5358" actId="478"/>
          <ac:spMkLst>
            <pc:docMk/>
            <pc:sldMk cId="1671863335" sldId="285"/>
            <ac:spMk id="15" creationId="{B1C5E96E-11A4-F144-96D6-850D0FB457A9}"/>
          </ac:spMkLst>
        </pc:spChg>
        <pc:spChg chg="del topLvl">
          <ac:chgData name="Embedded Development" userId="97690703-89ef-4183-8a66-0c81b6c8ace9" providerId="ADAL" clId="{BA6B5DA6-A584-42B7-AA33-F3B54EA8229D}" dt="2024-02-15T05:39:12.342" v="5358" actId="478"/>
          <ac:spMkLst>
            <pc:docMk/>
            <pc:sldMk cId="1671863335" sldId="285"/>
            <ac:spMk id="16" creationId="{5A35DD42-F4AE-485F-3C31-87D03BF09F36}"/>
          </ac:spMkLst>
        </pc:spChg>
        <pc:spChg chg="mod">
          <ac:chgData name="Embedded Development" userId="97690703-89ef-4183-8a66-0c81b6c8ace9" providerId="ADAL" clId="{BA6B5DA6-A584-42B7-AA33-F3B54EA8229D}" dt="2024-02-15T05:39:38.834" v="5431" actId="1036"/>
          <ac:spMkLst>
            <pc:docMk/>
            <pc:sldMk cId="1671863335" sldId="285"/>
            <ac:spMk id="17" creationId="{4DA4A488-04FF-57CD-42B6-6C85E797F40E}"/>
          </ac:spMkLst>
        </pc:spChg>
        <pc:spChg chg="mod">
          <ac:chgData name="Embedded Development" userId="97690703-89ef-4183-8a66-0c81b6c8ace9" providerId="ADAL" clId="{BA6B5DA6-A584-42B7-AA33-F3B54EA8229D}" dt="2024-02-15T05:39:25.661" v="5400" actId="1035"/>
          <ac:spMkLst>
            <pc:docMk/>
            <pc:sldMk cId="1671863335" sldId="285"/>
            <ac:spMk id="18" creationId="{AAE64B20-B29D-C301-2E97-947AC30A7896}"/>
          </ac:spMkLst>
        </pc:spChg>
        <pc:spChg chg="add mod">
          <ac:chgData name="Embedded Development" userId="97690703-89ef-4183-8a66-0c81b6c8ace9" providerId="ADAL" clId="{BA6B5DA6-A584-42B7-AA33-F3B54EA8229D}" dt="2024-02-15T05:39:45.226" v="5476" actId="1036"/>
          <ac:spMkLst>
            <pc:docMk/>
            <pc:sldMk cId="1671863335" sldId="285"/>
            <ac:spMk id="19" creationId="{82354B0D-FDE9-A005-526A-195FCAC6CAE4}"/>
          </ac:spMkLst>
        </pc:spChg>
        <pc:spChg chg="add mod">
          <ac:chgData name="Embedded Development" userId="97690703-89ef-4183-8a66-0c81b6c8ace9" providerId="ADAL" clId="{BA6B5DA6-A584-42B7-AA33-F3B54EA8229D}" dt="2024-02-15T05:39:18.267" v="5364" actId="20577"/>
          <ac:spMkLst>
            <pc:docMk/>
            <pc:sldMk cId="1671863335" sldId="285"/>
            <ac:spMk id="24" creationId="{0B815DBD-50B2-D87E-FD90-A6B84FDE4130}"/>
          </ac:spMkLst>
        </pc:spChg>
        <pc:spChg chg="del">
          <ac:chgData name="Embedded Development" userId="97690703-89ef-4183-8a66-0c81b6c8ace9" providerId="ADAL" clId="{BA6B5DA6-A584-42B7-AA33-F3B54EA8229D}" dt="2024-02-09T13:04:14.967" v="234" actId="478"/>
          <ac:spMkLst>
            <pc:docMk/>
            <pc:sldMk cId="1671863335" sldId="285"/>
            <ac:spMk id="24" creationId="{3B3EE2CA-D0D8-E652-045C-C855A61F3C81}"/>
          </ac:spMkLst>
        </pc:spChg>
        <pc:spChg chg="del">
          <ac:chgData name="Embedded Development" userId="97690703-89ef-4183-8a66-0c81b6c8ace9" providerId="ADAL" clId="{BA6B5DA6-A584-42B7-AA33-F3B54EA8229D}" dt="2024-02-09T13:04:14.967" v="234" actId="478"/>
          <ac:spMkLst>
            <pc:docMk/>
            <pc:sldMk cId="1671863335" sldId="285"/>
            <ac:spMk id="25" creationId="{4A46444D-0482-8BCC-F9F7-8580436F9253}"/>
          </ac:spMkLst>
        </pc:spChg>
        <pc:spChg chg="add mod">
          <ac:chgData name="Embedded Development" userId="97690703-89ef-4183-8a66-0c81b6c8ace9" providerId="ADAL" clId="{BA6B5DA6-A584-42B7-AA33-F3B54EA8229D}" dt="2024-02-15T05:39:30.880" v="5407" actId="1035"/>
          <ac:spMkLst>
            <pc:docMk/>
            <pc:sldMk cId="1671863335" sldId="285"/>
            <ac:spMk id="25" creationId="{5BA935F2-974D-0007-62B0-D0ADF06F9EE6}"/>
          </ac:spMkLst>
        </pc:spChg>
        <pc:spChg chg="del">
          <ac:chgData name="Embedded Development" userId="97690703-89ef-4183-8a66-0c81b6c8ace9" providerId="ADAL" clId="{BA6B5DA6-A584-42B7-AA33-F3B54EA8229D}" dt="2024-02-09T13:04:14.967" v="234" actId="478"/>
          <ac:spMkLst>
            <pc:docMk/>
            <pc:sldMk cId="1671863335" sldId="285"/>
            <ac:spMk id="26" creationId="{27E0BA5D-E974-515B-F9E8-D07A63F91365}"/>
          </ac:spMkLst>
        </pc:spChg>
        <pc:spChg chg="add mod">
          <ac:chgData name="Embedded Development" userId="97690703-89ef-4183-8a66-0c81b6c8ace9" providerId="ADAL" clId="{BA6B5DA6-A584-42B7-AA33-F3B54EA8229D}" dt="2024-02-12T09:10:48.067" v="2334" actId="14100"/>
          <ac:spMkLst>
            <pc:docMk/>
            <pc:sldMk cId="1671863335" sldId="285"/>
            <ac:spMk id="26" creationId="{83957946-8AA2-EC11-FD66-794945EFC601}"/>
          </ac:spMkLst>
        </pc:spChg>
        <pc:spChg chg="add mod">
          <ac:chgData name="Embedded Development" userId="97690703-89ef-4183-8a66-0c81b6c8ace9" providerId="ADAL" clId="{BA6B5DA6-A584-42B7-AA33-F3B54EA8229D}" dt="2024-02-15T05:40:16.535" v="5584" actId="1035"/>
          <ac:spMkLst>
            <pc:docMk/>
            <pc:sldMk cId="1671863335" sldId="285"/>
            <ac:spMk id="27" creationId="{A1F78E65-ADAD-161D-CAC5-61BCA821F68B}"/>
          </ac:spMkLst>
        </pc:spChg>
        <pc:spChg chg="add mod">
          <ac:chgData name="Embedded Development" userId="97690703-89ef-4183-8a66-0c81b6c8ace9" providerId="ADAL" clId="{BA6B5DA6-A584-42B7-AA33-F3B54EA8229D}" dt="2024-02-15T05:40:08.037" v="5558" actId="1035"/>
          <ac:spMkLst>
            <pc:docMk/>
            <pc:sldMk cId="1671863335" sldId="285"/>
            <ac:spMk id="28" creationId="{6085FBD8-8096-D309-2052-DEB5A5042B10}"/>
          </ac:spMkLst>
        </pc:spChg>
        <pc:spChg chg="add mod">
          <ac:chgData name="Embedded Development" userId="97690703-89ef-4183-8a66-0c81b6c8ace9" providerId="ADAL" clId="{BA6B5DA6-A584-42B7-AA33-F3B54EA8229D}" dt="2024-02-15T05:40:16.535" v="5584" actId="1035"/>
          <ac:spMkLst>
            <pc:docMk/>
            <pc:sldMk cId="1671863335" sldId="285"/>
            <ac:spMk id="30" creationId="{7F89039C-7DCE-CE7A-088A-59E0398B674B}"/>
          </ac:spMkLst>
        </pc:spChg>
        <pc:spChg chg="add mod">
          <ac:chgData name="Embedded Development" userId="97690703-89ef-4183-8a66-0c81b6c8ace9" providerId="ADAL" clId="{BA6B5DA6-A584-42B7-AA33-F3B54EA8229D}" dt="2024-02-15T05:40:08.037" v="5558" actId="1035"/>
          <ac:spMkLst>
            <pc:docMk/>
            <pc:sldMk cId="1671863335" sldId="285"/>
            <ac:spMk id="31" creationId="{CFDE5571-52CC-BFFF-34C9-AB7ABBB2C93A}"/>
          </ac:spMkLst>
        </pc:spChg>
        <pc:spChg chg="del">
          <ac:chgData name="Embedded Development" userId="97690703-89ef-4183-8a66-0c81b6c8ace9" providerId="ADAL" clId="{BA6B5DA6-A584-42B7-AA33-F3B54EA8229D}" dt="2024-02-09T13:04:14.967" v="234" actId="478"/>
          <ac:spMkLst>
            <pc:docMk/>
            <pc:sldMk cId="1671863335" sldId="285"/>
            <ac:spMk id="33" creationId="{CBB866A0-7E32-32C0-3B9F-5B754C750D86}"/>
          </ac:spMkLst>
        </pc:spChg>
        <pc:spChg chg="del">
          <ac:chgData name="Embedded Development" userId="97690703-89ef-4183-8a66-0c81b6c8ace9" providerId="ADAL" clId="{BA6B5DA6-A584-42B7-AA33-F3B54EA8229D}" dt="2024-02-09T13:04:14.967" v="234" actId="478"/>
          <ac:spMkLst>
            <pc:docMk/>
            <pc:sldMk cId="1671863335" sldId="285"/>
            <ac:spMk id="34" creationId="{A0919977-3C68-DB7F-A8DA-30BA7959D6F6}"/>
          </ac:spMkLst>
        </pc:spChg>
        <pc:spChg chg="del">
          <ac:chgData name="Embedded Development" userId="97690703-89ef-4183-8a66-0c81b6c8ace9" providerId="ADAL" clId="{BA6B5DA6-A584-42B7-AA33-F3B54EA8229D}" dt="2024-02-09T13:04:14.967" v="234" actId="478"/>
          <ac:spMkLst>
            <pc:docMk/>
            <pc:sldMk cId="1671863335" sldId="285"/>
            <ac:spMk id="35" creationId="{359AF092-F11A-6D7E-5BC0-D58D9AA1FEB6}"/>
          </ac:spMkLst>
        </pc:spChg>
        <pc:spChg chg="mod">
          <ac:chgData name="Embedded Development" userId="97690703-89ef-4183-8a66-0c81b6c8ace9" providerId="ADAL" clId="{BA6B5DA6-A584-42B7-AA33-F3B54EA8229D}" dt="2024-02-15T05:39:38.834" v="5431" actId="1036"/>
          <ac:spMkLst>
            <pc:docMk/>
            <pc:sldMk cId="1671863335" sldId="285"/>
            <ac:spMk id="36" creationId="{49AEC676-158E-7995-6D53-1F7D7D6FA513}"/>
          </ac:spMkLst>
        </pc:spChg>
        <pc:spChg chg="mod">
          <ac:chgData name="Embedded Development" userId="97690703-89ef-4183-8a66-0c81b6c8ace9" providerId="ADAL" clId="{BA6B5DA6-A584-42B7-AA33-F3B54EA8229D}" dt="2024-02-15T05:39:25.661" v="5400" actId="1035"/>
          <ac:spMkLst>
            <pc:docMk/>
            <pc:sldMk cId="1671863335" sldId="285"/>
            <ac:spMk id="37" creationId="{34C6A774-5A65-1ABD-5F95-DE928EA6EE2A}"/>
          </ac:spMkLst>
        </pc:spChg>
        <pc:spChg chg="del">
          <ac:chgData name="Embedded Development" userId="97690703-89ef-4183-8a66-0c81b6c8ace9" providerId="ADAL" clId="{BA6B5DA6-A584-42B7-AA33-F3B54EA8229D}" dt="2024-02-09T13:04:17.875" v="235" actId="478"/>
          <ac:spMkLst>
            <pc:docMk/>
            <pc:sldMk cId="1671863335" sldId="285"/>
            <ac:spMk id="63" creationId="{11CF2E59-7CA4-2E4A-BF46-51AD7A56D6EA}"/>
          </ac:spMkLst>
        </pc:spChg>
        <pc:spChg chg="del">
          <ac:chgData name="Embedded Development" userId="97690703-89ef-4183-8a66-0c81b6c8ace9" providerId="ADAL" clId="{BA6B5DA6-A584-42B7-AA33-F3B54EA8229D}" dt="2024-02-09T13:04:17.875" v="235" actId="478"/>
          <ac:spMkLst>
            <pc:docMk/>
            <pc:sldMk cId="1671863335" sldId="285"/>
            <ac:spMk id="64" creationId="{E43E0F34-4FD0-D56B-07D9-87B56012BD1C}"/>
          </ac:spMkLst>
        </pc:spChg>
        <pc:spChg chg="del">
          <ac:chgData name="Embedded Development" userId="97690703-89ef-4183-8a66-0c81b6c8ace9" providerId="ADAL" clId="{BA6B5DA6-A584-42B7-AA33-F3B54EA8229D}" dt="2024-02-09T13:04:17.875" v="235" actId="478"/>
          <ac:spMkLst>
            <pc:docMk/>
            <pc:sldMk cId="1671863335" sldId="285"/>
            <ac:spMk id="65" creationId="{778F9668-1880-C507-C9AE-13A39DAED7F3}"/>
          </ac:spMkLst>
        </pc:spChg>
        <pc:spChg chg="del">
          <ac:chgData name="Embedded Development" userId="97690703-89ef-4183-8a66-0c81b6c8ace9" providerId="ADAL" clId="{BA6B5DA6-A584-42B7-AA33-F3B54EA8229D}" dt="2024-02-09T13:04:17.875" v="235" actId="478"/>
          <ac:spMkLst>
            <pc:docMk/>
            <pc:sldMk cId="1671863335" sldId="285"/>
            <ac:spMk id="66" creationId="{035D5117-2829-5F1A-7DAC-EF9C279A5CBE}"/>
          </ac:spMkLst>
        </pc:spChg>
        <pc:spChg chg="mod">
          <ac:chgData name="Embedded Development" userId="97690703-89ef-4183-8a66-0c81b6c8ace9" providerId="ADAL" clId="{BA6B5DA6-A584-42B7-AA33-F3B54EA8229D}" dt="2024-02-12T09:38:43.771" v="3633" actId="1036"/>
          <ac:spMkLst>
            <pc:docMk/>
            <pc:sldMk cId="1671863335" sldId="285"/>
            <ac:spMk id="71" creationId="{D85DD374-9516-7590-3657-F0FB808C77D7}"/>
          </ac:spMkLst>
        </pc:spChg>
        <pc:spChg chg="mod">
          <ac:chgData name="Embedded Development" userId="97690703-89ef-4183-8a66-0c81b6c8ace9" providerId="ADAL" clId="{BA6B5DA6-A584-42B7-AA33-F3B54EA8229D}" dt="2024-02-15T05:39:58.237" v="5508" actId="1036"/>
          <ac:spMkLst>
            <pc:docMk/>
            <pc:sldMk cId="1671863335" sldId="285"/>
            <ac:spMk id="74" creationId="{DEF053A3-8407-6857-41F2-CF70FB1B6BF5}"/>
          </ac:spMkLst>
        </pc:spChg>
        <pc:spChg chg="del">
          <ac:chgData name="Embedded Development" userId="97690703-89ef-4183-8a66-0c81b6c8ace9" providerId="ADAL" clId="{BA6B5DA6-A584-42B7-AA33-F3B54EA8229D}" dt="2024-02-09T13:04:14.967" v="234" actId="478"/>
          <ac:spMkLst>
            <pc:docMk/>
            <pc:sldMk cId="1671863335" sldId="285"/>
            <ac:spMk id="75" creationId="{79086903-24FC-2C96-20BE-F22171C11AF7}"/>
          </ac:spMkLst>
        </pc:spChg>
        <pc:spChg chg="del">
          <ac:chgData name="Embedded Development" userId="97690703-89ef-4183-8a66-0c81b6c8ace9" providerId="ADAL" clId="{BA6B5DA6-A584-42B7-AA33-F3B54EA8229D}" dt="2024-02-09T13:04:17.875" v="235" actId="478"/>
          <ac:spMkLst>
            <pc:docMk/>
            <pc:sldMk cId="1671863335" sldId="285"/>
            <ac:spMk id="76" creationId="{7267FB2F-1D6B-BDCA-B718-9E9D61A80F12}"/>
          </ac:spMkLst>
        </pc:spChg>
        <pc:grpChg chg="del">
          <ac:chgData name="Embedded Development" userId="97690703-89ef-4183-8a66-0c81b6c8ace9" providerId="ADAL" clId="{BA6B5DA6-A584-42B7-AA33-F3B54EA8229D}" dt="2024-02-15T05:39:12.342" v="5358" actId="478"/>
          <ac:grpSpMkLst>
            <pc:docMk/>
            <pc:sldMk cId="1671863335" sldId="285"/>
            <ac:grpSpMk id="10" creationId="{237FB810-1F8F-8B42-F673-6680DA39EDAC}"/>
          </ac:grpSpMkLst>
        </pc:grpChg>
        <pc:grpChg chg="topLvl">
          <ac:chgData name="Embedded Development" userId="97690703-89ef-4183-8a66-0c81b6c8ace9" providerId="ADAL" clId="{BA6B5DA6-A584-42B7-AA33-F3B54EA8229D}" dt="2024-02-15T05:39:12.342" v="5358" actId="478"/>
          <ac:grpSpMkLst>
            <pc:docMk/>
            <pc:sldMk cId="1671863335" sldId="285"/>
            <ac:grpSpMk id="13" creationId="{0C2EED68-78FC-186E-6043-762C4C1E3CCF}"/>
          </ac:grpSpMkLst>
        </pc:grpChg>
        <pc:grpChg chg="del">
          <ac:chgData name="Embedded Development" userId="97690703-89ef-4183-8a66-0c81b6c8ace9" providerId="ADAL" clId="{BA6B5DA6-A584-42B7-AA33-F3B54EA8229D}" dt="2024-02-15T05:39:12.342" v="5358" actId="478"/>
          <ac:grpSpMkLst>
            <pc:docMk/>
            <pc:sldMk cId="1671863335" sldId="285"/>
            <ac:grpSpMk id="21" creationId="{023D34D3-F0C9-8604-0750-A0A0E5757D4A}"/>
          </ac:grpSpMkLst>
        </pc:grpChg>
        <pc:cxnChg chg="add mod">
          <ac:chgData name="Embedded Development" userId="97690703-89ef-4183-8a66-0c81b6c8ace9" providerId="ADAL" clId="{BA6B5DA6-A584-42B7-AA33-F3B54EA8229D}" dt="2024-02-15T05:39:50.128" v="5502" actId="1035"/>
          <ac:cxnSpMkLst>
            <pc:docMk/>
            <pc:sldMk cId="1671863335" sldId="285"/>
            <ac:cxnSpMk id="4" creationId="{2A492341-64F0-1308-45EC-EBA870773057}"/>
          </ac:cxnSpMkLst>
        </pc:cxnChg>
        <pc:cxnChg chg="del">
          <ac:chgData name="Embedded Development" userId="97690703-89ef-4183-8a66-0c81b6c8ace9" providerId="ADAL" clId="{BA6B5DA6-A584-42B7-AA33-F3B54EA8229D}" dt="2024-02-15T05:39:12.342" v="5358" actId="478"/>
          <ac:cxnSpMkLst>
            <pc:docMk/>
            <pc:sldMk cId="1671863335" sldId="285"/>
            <ac:cxnSpMk id="8" creationId="{8C506F5B-FD8A-63EA-9875-E190AE84FB94}"/>
          </ac:cxnSpMkLst>
        </pc:cxnChg>
        <pc:cxnChg chg="del">
          <ac:chgData name="Embedded Development" userId="97690703-89ef-4183-8a66-0c81b6c8ace9" providerId="ADAL" clId="{BA6B5DA6-A584-42B7-AA33-F3B54EA8229D}" dt="2024-02-15T05:39:12.342" v="5358" actId="478"/>
          <ac:cxnSpMkLst>
            <pc:docMk/>
            <pc:sldMk cId="1671863335" sldId="285"/>
            <ac:cxnSpMk id="9" creationId="{B9C45463-FA15-36AA-89D8-F22B4806F189}"/>
          </ac:cxnSpMkLst>
        </pc:cxnChg>
        <pc:cxnChg chg="add mod">
          <ac:chgData name="Embedded Development" userId="97690703-89ef-4183-8a66-0c81b6c8ace9" providerId="ADAL" clId="{BA6B5DA6-A584-42B7-AA33-F3B54EA8229D}" dt="2024-02-09T13:04:30.797" v="237"/>
          <ac:cxnSpMkLst>
            <pc:docMk/>
            <pc:sldMk cId="1671863335" sldId="285"/>
            <ac:cxnSpMk id="11" creationId="{5C424D39-721D-0FF3-319F-714EE2196E19}"/>
          </ac:cxnSpMkLst>
        </pc:cxnChg>
        <pc:cxnChg chg="add mod">
          <ac:chgData name="Embedded Development" userId="97690703-89ef-4183-8a66-0c81b6c8ace9" providerId="ADAL" clId="{BA6B5DA6-A584-42B7-AA33-F3B54EA8229D}" dt="2024-02-15T05:39:15.475" v="5359"/>
          <ac:cxnSpMkLst>
            <pc:docMk/>
            <pc:sldMk cId="1671863335" sldId="285"/>
            <ac:cxnSpMk id="11" creationId="{DD84B9AD-85AB-14CE-9625-00A8547D029D}"/>
          </ac:cxnSpMkLst>
        </pc:cxnChg>
        <pc:cxnChg chg="add mod">
          <ac:chgData name="Embedded Development" userId="97690703-89ef-4183-8a66-0c81b6c8ace9" providerId="ADAL" clId="{BA6B5DA6-A584-42B7-AA33-F3B54EA8229D}" dt="2024-02-09T13:04:30.797" v="237"/>
          <ac:cxnSpMkLst>
            <pc:docMk/>
            <pc:sldMk cId="1671863335" sldId="285"/>
            <ac:cxnSpMk id="19" creationId="{66CFFE6F-F968-F41F-8AE8-96B446C27233}"/>
          </ac:cxnSpMkLst>
        </pc:cxnChg>
        <pc:cxnChg chg="add mod">
          <ac:chgData name="Embedded Development" userId="97690703-89ef-4183-8a66-0c81b6c8ace9" providerId="ADAL" clId="{BA6B5DA6-A584-42B7-AA33-F3B54EA8229D}" dt="2024-02-09T13:04:36.391" v="238"/>
          <ac:cxnSpMkLst>
            <pc:docMk/>
            <pc:sldMk cId="1671863335" sldId="285"/>
            <ac:cxnSpMk id="20" creationId="{32C632ED-59AF-EC06-E2EA-4FDF811549A7}"/>
          </ac:cxnSpMkLst>
        </pc:cxnChg>
        <pc:cxnChg chg="add mod">
          <ac:chgData name="Embedded Development" userId="97690703-89ef-4183-8a66-0c81b6c8ace9" providerId="ADAL" clId="{BA6B5DA6-A584-42B7-AA33-F3B54EA8229D}" dt="2024-02-15T05:39:45.226" v="5476" actId="1036"/>
          <ac:cxnSpMkLst>
            <pc:docMk/>
            <pc:sldMk cId="1671863335" sldId="285"/>
            <ac:cxnSpMk id="22" creationId="{D2832F77-582E-1DFB-A150-96105427E0F4}"/>
          </ac:cxnSpMkLst>
        </pc:cxnChg>
        <pc:cxnChg chg="mod">
          <ac:chgData name="Embedded Development" userId="97690703-89ef-4183-8a66-0c81b6c8ace9" providerId="ADAL" clId="{BA6B5DA6-A584-42B7-AA33-F3B54EA8229D}" dt="2024-02-15T05:39:38.834" v="5431" actId="1036"/>
          <ac:cxnSpMkLst>
            <pc:docMk/>
            <pc:sldMk cId="1671863335" sldId="285"/>
            <ac:cxnSpMk id="23" creationId="{24D2F701-E8E3-E3C8-94BD-98FFEE4C1EDF}"/>
          </ac:cxnSpMkLst>
        </pc:cxnChg>
        <pc:cxnChg chg="del mod">
          <ac:chgData name="Embedded Development" userId="97690703-89ef-4183-8a66-0c81b6c8ace9" providerId="ADAL" clId="{BA6B5DA6-A584-42B7-AA33-F3B54EA8229D}" dt="2024-02-09T13:04:14.967" v="234" actId="478"/>
          <ac:cxnSpMkLst>
            <pc:docMk/>
            <pc:sldMk cId="1671863335" sldId="285"/>
            <ac:cxnSpMk id="27" creationId="{AA306017-0A91-04FC-A494-59E07BDCB1F8}"/>
          </ac:cxnSpMkLst>
        </pc:cxnChg>
        <pc:cxnChg chg="add mod">
          <ac:chgData name="Embedded Development" userId="97690703-89ef-4183-8a66-0c81b6c8ace9" providerId="ADAL" clId="{BA6B5DA6-A584-42B7-AA33-F3B54EA8229D}" dt="2024-02-15T05:40:16.535" v="5584" actId="1035"/>
          <ac:cxnSpMkLst>
            <pc:docMk/>
            <pc:sldMk cId="1671863335" sldId="285"/>
            <ac:cxnSpMk id="29" creationId="{E7F2F94A-C46B-3178-CB2D-ED5953AA97B7}"/>
          </ac:cxnSpMkLst>
        </pc:cxnChg>
        <pc:cxnChg chg="del mod">
          <ac:chgData name="Embedded Development" userId="97690703-89ef-4183-8a66-0c81b6c8ace9" providerId="ADAL" clId="{BA6B5DA6-A584-42B7-AA33-F3B54EA8229D}" dt="2024-02-09T13:04:14.967" v="234" actId="478"/>
          <ac:cxnSpMkLst>
            <pc:docMk/>
            <pc:sldMk cId="1671863335" sldId="285"/>
            <ac:cxnSpMk id="30" creationId="{B7675C0E-BB2A-DCAE-5BD4-89C0B8F79DB0}"/>
          </ac:cxnSpMkLst>
        </pc:cxnChg>
        <pc:cxnChg chg="add mod">
          <ac:chgData name="Embedded Development" userId="97690703-89ef-4183-8a66-0c81b6c8ace9" providerId="ADAL" clId="{BA6B5DA6-A584-42B7-AA33-F3B54EA8229D}" dt="2024-02-15T05:40:08.037" v="5558" actId="1035"/>
          <ac:cxnSpMkLst>
            <pc:docMk/>
            <pc:sldMk cId="1671863335" sldId="285"/>
            <ac:cxnSpMk id="32" creationId="{AF694003-2F0A-70B5-7537-C62FCC33F1F1}"/>
          </ac:cxnSpMkLst>
        </pc:cxnChg>
        <pc:cxnChg chg="add mod">
          <ac:chgData name="Embedded Development" userId="97690703-89ef-4183-8a66-0c81b6c8ace9" providerId="ADAL" clId="{BA6B5DA6-A584-42B7-AA33-F3B54EA8229D}" dt="2024-02-15T05:40:25.172" v="5587" actId="14100"/>
          <ac:cxnSpMkLst>
            <pc:docMk/>
            <pc:sldMk cId="1671863335" sldId="285"/>
            <ac:cxnSpMk id="35" creationId="{D27D3C8B-5A03-71F9-CCD7-4D54F7713BCA}"/>
          </ac:cxnSpMkLst>
        </pc:cxnChg>
        <pc:cxnChg chg="mod">
          <ac:chgData name="Embedded Development" userId="97690703-89ef-4183-8a66-0c81b6c8ace9" providerId="ADAL" clId="{BA6B5DA6-A584-42B7-AA33-F3B54EA8229D}" dt="2024-02-15T05:39:38.834" v="5431" actId="1036"/>
          <ac:cxnSpMkLst>
            <pc:docMk/>
            <pc:sldMk cId="1671863335" sldId="285"/>
            <ac:cxnSpMk id="38" creationId="{66FECC12-FE05-8452-368F-6FE20CC67B77}"/>
          </ac:cxnSpMkLst>
        </pc:cxnChg>
        <pc:cxnChg chg="del mod">
          <ac:chgData name="Embedded Development" userId="97690703-89ef-4183-8a66-0c81b6c8ace9" providerId="ADAL" clId="{BA6B5DA6-A584-42B7-AA33-F3B54EA8229D}" dt="2024-02-09T13:04:14.967" v="234" actId="478"/>
          <ac:cxnSpMkLst>
            <pc:docMk/>
            <pc:sldMk cId="1671863335" sldId="285"/>
            <ac:cxnSpMk id="42" creationId="{C4C7439C-7DE0-1565-4679-F802859C5074}"/>
          </ac:cxnSpMkLst>
        </pc:cxnChg>
        <pc:cxnChg chg="del mod">
          <ac:chgData name="Embedded Development" userId="97690703-89ef-4183-8a66-0c81b6c8ace9" providerId="ADAL" clId="{BA6B5DA6-A584-42B7-AA33-F3B54EA8229D}" dt="2024-02-09T13:04:14.967" v="234" actId="478"/>
          <ac:cxnSpMkLst>
            <pc:docMk/>
            <pc:sldMk cId="1671863335" sldId="285"/>
            <ac:cxnSpMk id="43" creationId="{0CC2A683-3F05-D592-BA1A-E4017B633CEF}"/>
          </ac:cxnSpMkLst>
        </pc:cxnChg>
        <pc:cxnChg chg="mod">
          <ac:chgData name="Embedded Development" userId="97690703-89ef-4183-8a66-0c81b6c8ace9" providerId="ADAL" clId="{BA6B5DA6-A584-42B7-AA33-F3B54EA8229D}" dt="2024-02-15T05:39:25.661" v="5400" actId="1035"/>
          <ac:cxnSpMkLst>
            <pc:docMk/>
            <pc:sldMk cId="1671863335" sldId="285"/>
            <ac:cxnSpMk id="49" creationId="{1EE55F19-C7AD-8095-0E4B-55CD53A4917D}"/>
          </ac:cxnSpMkLst>
        </pc:cxnChg>
        <pc:cxnChg chg="del">
          <ac:chgData name="Embedded Development" userId="97690703-89ef-4183-8a66-0c81b6c8ace9" providerId="ADAL" clId="{BA6B5DA6-A584-42B7-AA33-F3B54EA8229D}" dt="2024-02-09T13:04:14.967" v="234" actId="478"/>
          <ac:cxnSpMkLst>
            <pc:docMk/>
            <pc:sldMk cId="1671863335" sldId="285"/>
            <ac:cxnSpMk id="51" creationId="{642087AC-EA77-E6B0-0C74-21A5863AD04A}"/>
          </ac:cxnSpMkLst>
        </pc:cxnChg>
        <pc:cxnChg chg="del mod">
          <ac:chgData name="Embedded Development" userId="97690703-89ef-4183-8a66-0c81b6c8ace9" providerId="ADAL" clId="{BA6B5DA6-A584-42B7-AA33-F3B54EA8229D}" dt="2024-02-09T13:04:17.875" v="235" actId="478"/>
          <ac:cxnSpMkLst>
            <pc:docMk/>
            <pc:sldMk cId="1671863335" sldId="285"/>
            <ac:cxnSpMk id="67" creationId="{07A0717A-8222-762B-1BD7-91EF54ED37F5}"/>
          </ac:cxnSpMkLst>
        </pc:cxnChg>
        <pc:cxnChg chg="del mod">
          <ac:chgData name="Embedded Development" userId="97690703-89ef-4183-8a66-0c81b6c8ace9" providerId="ADAL" clId="{BA6B5DA6-A584-42B7-AA33-F3B54EA8229D}" dt="2024-02-09T13:04:17.875" v="235" actId="478"/>
          <ac:cxnSpMkLst>
            <pc:docMk/>
            <pc:sldMk cId="1671863335" sldId="285"/>
            <ac:cxnSpMk id="68" creationId="{213F6332-6B47-4622-3963-B6709D34F6D5}"/>
          </ac:cxnSpMkLst>
        </pc:cxnChg>
        <pc:cxnChg chg="del">
          <ac:chgData name="Embedded Development" userId="97690703-89ef-4183-8a66-0c81b6c8ace9" providerId="ADAL" clId="{BA6B5DA6-A584-42B7-AA33-F3B54EA8229D}" dt="2024-02-09T13:04:17.875" v="235" actId="478"/>
          <ac:cxnSpMkLst>
            <pc:docMk/>
            <pc:sldMk cId="1671863335" sldId="285"/>
            <ac:cxnSpMk id="70" creationId="{88D152E8-0D96-E4B5-E4F9-EB6AB17F58D1}"/>
          </ac:cxnSpMkLst>
        </pc:cxnChg>
        <pc:cxnChg chg="del">
          <ac:chgData name="Embedded Development" userId="97690703-89ef-4183-8a66-0c81b6c8ace9" providerId="ADAL" clId="{BA6B5DA6-A584-42B7-AA33-F3B54EA8229D}" dt="2024-02-09T13:04:17.875" v="235" actId="478"/>
          <ac:cxnSpMkLst>
            <pc:docMk/>
            <pc:sldMk cId="1671863335" sldId="285"/>
            <ac:cxnSpMk id="73" creationId="{AFE19335-B18A-EAD3-81B8-72F1F4DC8BB4}"/>
          </ac:cxnSpMkLst>
        </pc:cxnChg>
      </pc:sldChg>
      <pc:sldChg chg="delSp modSp add mod ord">
        <pc:chgData name="Embedded Development" userId="97690703-89ef-4183-8a66-0c81b6c8ace9" providerId="ADAL" clId="{BA6B5DA6-A584-42B7-AA33-F3B54EA8229D}" dt="2024-02-15T06:38:10.770" v="7562"/>
        <pc:sldMkLst>
          <pc:docMk/>
          <pc:sldMk cId="6800507" sldId="286"/>
        </pc:sldMkLst>
        <pc:spChg chg="mod">
          <ac:chgData name="Embedded Development" userId="97690703-89ef-4183-8a66-0c81b6c8ace9" providerId="ADAL" clId="{BA6B5DA6-A584-42B7-AA33-F3B54EA8229D}" dt="2024-02-15T06:38:10.770" v="7562"/>
          <ac:spMkLst>
            <pc:docMk/>
            <pc:sldMk cId="6800507" sldId="286"/>
            <ac:spMk id="2" creationId="{2652CDE7-CA35-1446-7997-9D31A3120EDF}"/>
          </ac:spMkLst>
        </pc:spChg>
        <pc:spChg chg="del">
          <ac:chgData name="Embedded Development" userId="97690703-89ef-4183-8a66-0c81b6c8ace9" providerId="ADAL" clId="{BA6B5DA6-A584-42B7-AA33-F3B54EA8229D}" dt="2024-02-12T08:19:41.928" v="1920" actId="478"/>
          <ac:spMkLst>
            <pc:docMk/>
            <pc:sldMk cId="6800507" sldId="286"/>
            <ac:spMk id="3" creationId="{6F4241D0-7EA4-41ED-5DDE-4110B1E0E7CA}"/>
          </ac:spMkLst>
        </pc:spChg>
        <pc:spChg chg="mod">
          <ac:chgData name="Embedded Development" userId="97690703-89ef-4183-8a66-0c81b6c8ace9" providerId="ADAL" clId="{BA6B5DA6-A584-42B7-AA33-F3B54EA8229D}" dt="2024-02-12T08:20:01.945" v="1925" actId="1076"/>
          <ac:spMkLst>
            <pc:docMk/>
            <pc:sldMk cId="6800507" sldId="286"/>
            <ac:spMk id="10" creationId="{EC5CDD24-CDC3-E1E4-2100-84EABA3A0DA0}"/>
          </ac:spMkLst>
        </pc:spChg>
        <pc:spChg chg="mod">
          <ac:chgData name="Embedded Development" userId="97690703-89ef-4183-8a66-0c81b6c8ace9" providerId="ADAL" clId="{BA6B5DA6-A584-42B7-AA33-F3B54EA8229D}" dt="2024-02-12T08:20:01.945" v="1925" actId="1076"/>
          <ac:spMkLst>
            <pc:docMk/>
            <pc:sldMk cId="6800507" sldId="286"/>
            <ac:spMk id="19" creationId="{5D1A3AF4-72F5-4F50-4ACE-5BD643762625}"/>
          </ac:spMkLst>
        </pc:spChg>
        <pc:spChg chg="del">
          <ac:chgData name="Embedded Development" userId="97690703-89ef-4183-8a66-0c81b6c8ace9" providerId="ADAL" clId="{BA6B5DA6-A584-42B7-AA33-F3B54EA8229D}" dt="2024-02-12T08:19:38.215" v="1915" actId="478"/>
          <ac:spMkLst>
            <pc:docMk/>
            <pc:sldMk cId="6800507" sldId="286"/>
            <ac:spMk id="20" creationId="{E8F84A89-F768-9648-17BE-7D7D3F00E233}"/>
          </ac:spMkLst>
        </pc:spChg>
        <pc:spChg chg="mod">
          <ac:chgData name="Embedded Development" userId="97690703-89ef-4183-8a66-0c81b6c8ace9" providerId="ADAL" clId="{BA6B5DA6-A584-42B7-AA33-F3B54EA8229D}" dt="2024-02-12T08:20:01.945" v="1925" actId="1076"/>
          <ac:spMkLst>
            <pc:docMk/>
            <pc:sldMk cId="6800507" sldId="286"/>
            <ac:spMk id="21" creationId="{A2B5ECB2-549F-0ABB-102E-AB2F1DF7A20D}"/>
          </ac:spMkLst>
        </pc:spChg>
        <pc:spChg chg="del">
          <ac:chgData name="Embedded Development" userId="97690703-89ef-4183-8a66-0c81b6c8ace9" providerId="ADAL" clId="{BA6B5DA6-A584-42B7-AA33-F3B54EA8229D}" dt="2024-02-12T08:19:41.328" v="1919" actId="478"/>
          <ac:spMkLst>
            <pc:docMk/>
            <pc:sldMk cId="6800507" sldId="286"/>
            <ac:spMk id="22" creationId="{925232C4-7964-2916-9FA0-B44E79650D9D}"/>
          </ac:spMkLst>
        </pc:spChg>
        <pc:spChg chg="mod">
          <ac:chgData name="Embedded Development" userId="97690703-89ef-4183-8a66-0c81b6c8ace9" providerId="ADAL" clId="{BA6B5DA6-A584-42B7-AA33-F3B54EA8229D}" dt="2024-02-12T08:20:01.945" v="1925" actId="1076"/>
          <ac:spMkLst>
            <pc:docMk/>
            <pc:sldMk cId="6800507" sldId="286"/>
            <ac:spMk id="24" creationId="{F72BED9A-559F-0D5E-3C57-B751749B0AC9}"/>
          </ac:spMkLst>
        </pc:spChg>
        <pc:spChg chg="del">
          <ac:chgData name="Embedded Development" userId="97690703-89ef-4183-8a66-0c81b6c8ace9" providerId="ADAL" clId="{BA6B5DA6-A584-42B7-AA33-F3B54EA8229D}" dt="2024-02-12T08:19:38.911" v="1916" actId="478"/>
          <ac:spMkLst>
            <pc:docMk/>
            <pc:sldMk cId="6800507" sldId="286"/>
            <ac:spMk id="26" creationId="{411CA20D-67A1-1ECF-3FC4-44ADAE7BFBF2}"/>
          </ac:spMkLst>
        </pc:spChg>
        <pc:spChg chg="del mod">
          <ac:chgData name="Embedded Development" userId="97690703-89ef-4183-8a66-0c81b6c8ace9" providerId="ADAL" clId="{BA6B5DA6-A584-42B7-AA33-F3B54EA8229D}" dt="2024-02-12T08:20:10.291" v="1927" actId="478"/>
          <ac:spMkLst>
            <pc:docMk/>
            <pc:sldMk cId="6800507" sldId="286"/>
            <ac:spMk id="27" creationId="{ED1FB51F-88AD-50C0-961C-67E633EEB434}"/>
          </ac:spMkLst>
        </pc:spChg>
        <pc:spChg chg="del mod">
          <ac:chgData name="Embedded Development" userId="97690703-89ef-4183-8a66-0c81b6c8ace9" providerId="ADAL" clId="{BA6B5DA6-A584-42B7-AA33-F3B54EA8229D}" dt="2024-02-12T08:19:43.446" v="1922" actId="478"/>
          <ac:spMkLst>
            <pc:docMk/>
            <pc:sldMk cId="6800507" sldId="286"/>
            <ac:spMk id="28" creationId="{36895ACC-667D-74E0-0455-5AB00FCB1A1E}"/>
          </ac:spMkLst>
        </pc:spChg>
        <pc:spChg chg="mod">
          <ac:chgData name="Embedded Development" userId="97690703-89ef-4183-8a66-0c81b6c8ace9" providerId="ADAL" clId="{BA6B5DA6-A584-42B7-AA33-F3B54EA8229D}" dt="2024-02-12T09:20:32.789" v="2936" actId="20577"/>
          <ac:spMkLst>
            <pc:docMk/>
            <pc:sldMk cId="6800507" sldId="286"/>
            <ac:spMk id="29" creationId="{1CEA85EF-380D-CF3D-2CFB-5248F88D967C}"/>
          </ac:spMkLst>
        </pc:spChg>
        <pc:spChg chg="mod">
          <ac:chgData name="Embedded Development" userId="97690703-89ef-4183-8a66-0c81b6c8ace9" providerId="ADAL" clId="{BA6B5DA6-A584-42B7-AA33-F3B54EA8229D}" dt="2024-02-15T06:38:10.770" v="7562"/>
          <ac:spMkLst>
            <pc:docMk/>
            <pc:sldMk cId="6800507" sldId="286"/>
            <ac:spMk id="30" creationId="{5748340F-FFA3-FE08-7122-CFBF4C76C27A}"/>
          </ac:spMkLst>
        </pc:spChg>
        <pc:spChg chg="mod">
          <ac:chgData name="Embedded Development" userId="97690703-89ef-4183-8a66-0c81b6c8ace9" providerId="ADAL" clId="{BA6B5DA6-A584-42B7-AA33-F3B54EA8229D}" dt="2024-02-12T08:20:05.956" v="1926" actId="1076"/>
          <ac:spMkLst>
            <pc:docMk/>
            <pc:sldMk cId="6800507" sldId="286"/>
            <ac:spMk id="31" creationId="{1712E19B-E48C-E21D-EA47-C1E810443CB9}"/>
          </ac:spMkLst>
        </pc:spChg>
        <pc:spChg chg="mod">
          <ac:chgData name="Embedded Development" userId="97690703-89ef-4183-8a66-0c81b6c8ace9" providerId="ADAL" clId="{BA6B5DA6-A584-42B7-AA33-F3B54EA8229D}" dt="2024-02-12T09:20:14.703" v="2932" actId="20577"/>
          <ac:spMkLst>
            <pc:docMk/>
            <pc:sldMk cId="6800507" sldId="286"/>
            <ac:spMk id="33" creationId="{6CB196EB-233C-C33B-4C51-4223FAFA3E49}"/>
          </ac:spMkLst>
        </pc:spChg>
        <pc:graphicFrameChg chg="mod modGraphic">
          <ac:chgData name="Embedded Development" userId="97690703-89ef-4183-8a66-0c81b6c8ace9" providerId="ADAL" clId="{BA6B5DA6-A584-42B7-AA33-F3B54EA8229D}" dt="2024-02-12T09:49:04.659" v="4251"/>
          <ac:graphicFrameMkLst>
            <pc:docMk/>
            <pc:sldMk cId="6800507" sldId="286"/>
            <ac:graphicFrameMk id="4" creationId="{5CB2B6CD-CDEA-6B1E-289B-13EF15A2F910}"/>
          </ac:graphicFrameMkLst>
        </pc:graphicFrameChg>
        <pc:graphicFrameChg chg="mod modGraphic">
          <ac:chgData name="Embedded Development" userId="97690703-89ef-4183-8a66-0c81b6c8ace9" providerId="ADAL" clId="{BA6B5DA6-A584-42B7-AA33-F3B54EA8229D}" dt="2024-02-12T09:49:04.659" v="4251"/>
          <ac:graphicFrameMkLst>
            <pc:docMk/>
            <pc:sldMk cId="6800507" sldId="286"/>
            <ac:graphicFrameMk id="6" creationId="{2A79CE7F-3F2B-2B38-599A-3BCC8AA70228}"/>
          </ac:graphicFrameMkLst>
        </pc:graphicFrameChg>
        <pc:graphicFrameChg chg="modGraphic">
          <ac:chgData name="Embedded Development" userId="97690703-89ef-4183-8a66-0c81b6c8ace9" providerId="ADAL" clId="{BA6B5DA6-A584-42B7-AA33-F3B54EA8229D}" dt="2024-02-12T08:21:00.387" v="1958" actId="14100"/>
          <ac:graphicFrameMkLst>
            <pc:docMk/>
            <pc:sldMk cId="6800507" sldId="286"/>
            <ac:graphicFrameMk id="8" creationId="{CBB11BF2-68D1-23B5-89FD-B161F076A11A}"/>
          </ac:graphicFrameMkLst>
        </pc:graphicFrameChg>
        <pc:cxnChg chg="mod">
          <ac:chgData name="Embedded Development" userId="97690703-89ef-4183-8a66-0c81b6c8ace9" providerId="ADAL" clId="{BA6B5DA6-A584-42B7-AA33-F3B54EA8229D}" dt="2024-02-12T08:20:01.945" v="1925" actId="1076"/>
          <ac:cxnSpMkLst>
            <pc:docMk/>
            <pc:sldMk cId="6800507" sldId="286"/>
            <ac:cxnSpMk id="11" creationId="{FE92B2B5-D758-763A-3434-2A25F7B504A3}"/>
          </ac:cxnSpMkLst>
        </pc:cxnChg>
        <pc:cxnChg chg="mod">
          <ac:chgData name="Embedded Development" userId="97690703-89ef-4183-8a66-0c81b6c8ace9" providerId="ADAL" clId="{BA6B5DA6-A584-42B7-AA33-F3B54EA8229D}" dt="2024-02-12T08:20:01.945" v="1925" actId="1076"/>
          <ac:cxnSpMkLst>
            <pc:docMk/>
            <pc:sldMk cId="6800507" sldId="286"/>
            <ac:cxnSpMk id="12" creationId="{042505AC-AB20-D090-1F3E-54D81416E8B9}"/>
          </ac:cxnSpMkLst>
        </pc:cxnChg>
        <pc:cxnChg chg="del mod">
          <ac:chgData name="Embedded Development" userId="97690703-89ef-4183-8a66-0c81b6c8ace9" providerId="ADAL" clId="{BA6B5DA6-A584-42B7-AA33-F3B54EA8229D}" dt="2024-02-12T08:19:40.221" v="1918" actId="478"/>
          <ac:cxnSpMkLst>
            <pc:docMk/>
            <pc:sldMk cId="6800507" sldId="286"/>
            <ac:cxnSpMk id="13" creationId="{399CB165-F12F-18FD-8CB9-37D59B5189BF}"/>
          </ac:cxnSpMkLst>
        </pc:cxnChg>
        <pc:cxnChg chg="mod">
          <ac:chgData name="Embedded Development" userId="97690703-89ef-4183-8a66-0c81b6c8ace9" providerId="ADAL" clId="{BA6B5DA6-A584-42B7-AA33-F3B54EA8229D}" dt="2024-02-12T08:20:01.945" v="1925" actId="1076"/>
          <ac:cxnSpMkLst>
            <pc:docMk/>
            <pc:sldMk cId="6800507" sldId="286"/>
            <ac:cxnSpMk id="14" creationId="{4C173A13-391F-9A9E-FD63-7310EB9A8821}"/>
          </ac:cxnSpMkLst>
        </pc:cxnChg>
        <pc:cxnChg chg="del">
          <ac:chgData name="Embedded Development" userId="97690703-89ef-4183-8a66-0c81b6c8ace9" providerId="ADAL" clId="{BA6B5DA6-A584-42B7-AA33-F3B54EA8229D}" dt="2024-02-12T08:19:44.062" v="1923" actId="478"/>
          <ac:cxnSpMkLst>
            <pc:docMk/>
            <pc:sldMk cId="6800507" sldId="286"/>
            <ac:cxnSpMk id="15" creationId="{26019E31-9993-96CD-38F6-BAAED98F260D}"/>
          </ac:cxnSpMkLst>
        </pc:cxnChg>
        <pc:cxnChg chg="del">
          <ac:chgData name="Embedded Development" userId="97690703-89ef-4183-8a66-0c81b6c8ace9" providerId="ADAL" clId="{BA6B5DA6-A584-42B7-AA33-F3B54EA8229D}" dt="2024-02-12T08:19:44.947" v="1924" actId="478"/>
          <ac:cxnSpMkLst>
            <pc:docMk/>
            <pc:sldMk cId="6800507" sldId="286"/>
            <ac:cxnSpMk id="16" creationId="{3F1451E3-A131-C26A-3FB1-C370DF272C2B}"/>
          </ac:cxnSpMkLst>
        </pc:cxnChg>
        <pc:cxnChg chg="mod">
          <ac:chgData name="Embedded Development" userId="97690703-89ef-4183-8a66-0c81b6c8ace9" providerId="ADAL" clId="{BA6B5DA6-A584-42B7-AA33-F3B54EA8229D}" dt="2024-02-12T08:20:16.671" v="1950" actId="1035"/>
          <ac:cxnSpMkLst>
            <pc:docMk/>
            <pc:sldMk cId="6800507" sldId="286"/>
            <ac:cxnSpMk id="17" creationId="{C1BF40C8-B990-B315-8DF9-19AA518C3C0F}"/>
          </ac:cxnSpMkLst>
        </pc:cxnChg>
        <pc:cxnChg chg="del mod">
          <ac:chgData name="Embedded Development" userId="97690703-89ef-4183-8a66-0c81b6c8ace9" providerId="ADAL" clId="{BA6B5DA6-A584-42B7-AA33-F3B54EA8229D}" dt="2024-02-12T08:20:12.475" v="1928" actId="478"/>
          <ac:cxnSpMkLst>
            <pc:docMk/>
            <pc:sldMk cId="6800507" sldId="286"/>
            <ac:cxnSpMk id="18" creationId="{77BEF8E8-DD12-D0D5-EA32-D2076E218D21}"/>
          </ac:cxnSpMkLst>
        </pc:cxnChg>
        <pc:cxnChg chg="mod">
          <ac:chgData name="Embedded Development" userId="97690703-89ef-4183-8a66-0c81b6c8ace9" providerId="ADAL" clId="{BA6B5DA6-A584-42B7-AA33-F3B54EA8229D}" dt="2024-02-12T08:20:01.945" v="1925" actId="1076"/>
          <ac:cxnSpMkLst>
            <pc:docMk/>
            <pc:sldMk cId="6800507" sldId="286"/>
            <ac:cxnSpMk id="23" creationId="{CA95779A-45C0-CAD7-13DF-64016321C0C0}"/>
          </ac:cxnSpMkLst>
        </pc:cxnChg>
        <pc:cxnChg chg="del mod">
          <ac:chgData name="Embedded Development" userId="97690703-89ef-4183-8a66-0c81b6c8ace9" providerId="ADAL" clId="{BA6B5DA6-A584-42B7-AA33-F3B54EA8229D}" dt="2024-02-12T08:19:39.431" v="1917" actId="478"/>
          <ac:cxnSpMkLst>
            <pc:docMk/>
            <pc:sldMk cId="6800507" sldId="286"/>
            <ac:cxnSpMk id="25" creationId="{9DC73E54-8391-44DF-AF60-07500646037D}"/>
          </ac:cxnSpMkLst>
        </pc:cxnChg>
      </pc:sldChg>
      <pc:sldChg chg="addSp delSp modSp add mod ord">
        <pc:chgData name="Embedded Development" userId="97690703-89ef-4183-8a66-0c81b6c8ace9" providerId="ADAL" clId="{BA6B5DA6-A584-42B7-AA33-F3B54EA8229D}" dt="2024-02-15T05:38:59.795" v="5357" actId="1036"/>
        <pc:sldMkLst>
          <pc:docMk/>
          <pc:sldMk cId="2607262334" sldId="288"/>
        </pc:sldMkLst>
        <pc:spChg chg="mod">
          <ac:chgData name="Embedded Development" userId="97690703-89ef-4183-8a66-0c81b6c8ace9" providerId="ADAL" clId="{BA6B5DA6-A584-42B7-AA33-F3B54EA8229D}" dt="2024-02-15T05:38:31.316" v="5228" actId="1036"/>
          <ac:spMkLst>
            <pc:docMk/>
            <pc:sldMk cId="2607262334" sldId="288"/>
            <ac:spMk id="2" creationId="{6FCFFFBB-FD12-BCE3-AC08-0B6348B28DB2}"/>
          </ac:spMkLst>
        </pc:spChg>
        <pc:spChg chg="mod">
          <ac:chgData name="Embedded Development" userId="97690703-89ef-4183-8a66-0c81b6c8ace9" providerId="ADAL" clId="{BA6B5DA6-A584-42B7-AA33-F3B54EA8229D}" dt="2024-02-15T05:38:18.780" v="5206" actId="1036"/>
          <ac:spMkLst>
            <pc:docMk/>
            <pc:sldMk cId="2607262334" sldId="288"/>
            <ac:spMk id="3" creationId="{D36AD96A-B6B6-4FBD-CB1C-4FBBC8F5FED1}"/>
          </ac:spMkLst>
        </pc:spChg>
        <pc:spChg chg="del">
          <ac:chgData name="Embedded Development" userId="97690703-89ef-4183-8a66-0c81b6c8ace9" providerId="ADAL" clId="{BA6B5DA6-A584-42B7-AA33-F3B54EA8229D}" dt="2024-02-12T09:07:46.795" v="2100" actId="478"/>
          <ac:spMkLst>
            <pc:docMk/>
            <pc:sldMk cId="2607262334" sldId="288"/>
            <ac:spMk id="7" creationId="{20A5F61A-3B7D-DA18-A693-A9A5F8304763}"/>
          </ac:spMkLst>
        </pc:spChg>
        <pc:spChg chg="add mod">
          <ac:chgData name="Embedded Development" userId="97690703-89ef-4183-8a66-0c81b6c8ace9" providerId="ADAL" clId="{BA6B5DA6-A584-42B7-AA33-F3B54EA8229D}" dt="2024-02-15T05:38:25.948" v="5212" actId="20577"/>
          <ac:spMkLst>
            <pc:docMk/>
            <pc:sldMk cId="2607262334" sldId="288"/>
            <ac:spMk id="11" creationId="{0531D32F-141C-8A75-C107-719DC669B2D7}"/>
          </ac:spMkLst>
        </pc:spChg>
        <pc:spChg chg="del topLvl">
          <ac:chgData name="Embedded Development" userId="97690703-89ef-4183-8a66-0c81b6c8ace9" providerId="ADAL" clId="{BA6B5DA6-A584-42B7-AA33-F3B54EA8229D}" dt="2024-02-15T05:37:50.543" v="5163" actId="478"/>
          <ac:spMkLst>
            <pc:docMk/>
            <pc:sldMk cId="2607262334" sldId="288"/>
            <ac:spMk id="14" creationId="{92E4CFFA-0F32-4E9F-F6A5-0386126D70F3}"/>
          </ac:spMkLst>
        </pc:spChg>
        <pc:spChg chg="del">
          <ac:chgData name="Embedded Development" userId="97690703-89ef-4183-8a66-0c81b6c8ace9" providerId="ADAL" clId="{BA6B5DA6-A584-42B7-AA33-F3B54EA8229D}" dt="2024-02-15T05:37:47.975" v="5162" actId="478"/>
          <ac:spMkLst>
            <pc:docMk/>
            <pc:sldMk cId="2607262334" sldId="288"/>
            <ac:spMk id="15" creationId="{4562A94F-864E-25EF-B218-5BC0EEF58098}"/>
          </ac:spMkLst>
        </pc:spChg>
        <pc:spChg chg="del">
          <ac:chgData name="Embedded Development" userId="97690703-89ef-4183-8a66-0c81b6c8ace9" providerId="ADAL" clId="{BA6B5DA6-A584-42B7-AA33-F3B54EA8229D}" dt="2024-02-15T05:37:45.191" v="5161" actId="478"/>
          <ac:spMkLst>
            <pc:docMk/>
            <pc:sldMk cId="2607262334" sldId="288"/>
            <ac:spMk id="16" creationId="{A982C1C5-6EAE-2D85-6B08-4B4504C543CB}"/>
          </ac:spMkLst>
        </pc:spChg>
        <pc:spChg chg="add mod">
          <ac:chgData name="Embedded Development" userId="97690703-89ef-4183-8a66-0c81b6c8ace9" providerId="ADAL" clId="{BA6B5DA6-A584-42B7-AA33-F3B54EA8229D}" dt="2024-02-15T05:38:11.056" v="5165"/>
          <ac:spMkLst>
            <pc:docMk/>
            <pc:sldMk cId="2607262334" sldId="288"/>
            <ac:spMk id="18" creationId="{36552AD9-AD97-4A8B-1ECC-7749414E4FAB}"/>
          </ac:spMkLst>
        </pc:spChg>
        <pc:spChg chg="mod">
          <ac:chgData name="Embedded Development" userId="97690703-89ef-4183-8a66-0c81b6c8ace9" providerId="ADAL" clId="{BA6B5DA6-A584-42B7-AA33-F3B54EA8229D}" dt="2024-02-15T05:38:18.780" v="5206" actId="1036"/>
          <ac:spMkLst>
            <pc:docMk/>
            <pc:sldMk cId="2607262334" sldId="288"/>
            <ac:spMk id="22" creationId="{A7EBC4B6-2074-EFA3-D290-302136BB0427}"/>
          </ac:spMkLst>
        </pc:spChg>
        <pc:spChg chg="add mod">
          <ac:chgData name="Embedded Development" userId="97690703-89ef-4183-8a66-0c81b6c8ace9" providerId="ADAL" clId="{BA6B5DA6-A584-42B7-AA33-F3B54EA8229D}" dt="2024-02-15T05:38:42.138" v="5270" actId="1035"/>
          <ac:spMkLst>
            <pc:docMk/>
            <pc:sldMk cId="2607262334" sldId="288"/>
            <ac:spMk id="25" creationId="{288D93D2-5796-72BF-16CE-521808C662C1}"/>
          </ac:spMkLst>
        </pc:spChg>
        <pc:spChg chg="mod">
          <ac:chgData name="Embedded Development" userId="97690703-89ef-4183-8a66-0c81b6c8ace9" providerId="ADAL" clId="{BA6B5DA6-A584-42B7-AA33-F3B54EA8229D}" dt="2024-02-15T05:38:31.316" v="5228" actId="1036"/>
          <ac:spMkLst>
            <pc:docMk/>
            <pc:sldMk cId="2607262334" sldId="288"/>
            <ac:spMk id="32" creationId="{B06FA246-6FE9-4F00-C178-9E8A4B3D9B07}"/>
          </ac:spMkLst>
        </pc:spChg>
        <pc:spChg chg="del mod">
          <ac:chgData name="Embedded Development" userId="97690703-89ef-4183-8a66-0c81b6c8ace9" providerId="ADAL" clId="{BA6B5DA6-A584-42B7-AA33-F3B54EA8229D}" dt="2024-02-12T09:08:05.144" v="2128" actId="478"/>
          <ac:spMkLst>
            <pc:docMk/>
            <pc:sldMk cId="2607262334" sldId="288"/>
            <ac:spMk id="44" creationId="{4DD08C69-3ED9-37A4-DC5B-631D0DEA85E8}"/>
          </ac:spMkLst>
        </pc:spChg>
        <pc:spChg chg="del">
          <ac:chgData name="Embedded Development" userId="97690703-89ef-4183-8a66-0c81b6c8ace9" providerId="ADAL" clId="{BA6B5DA6-A584-42B7-AA33-F3B54EA8229D}" dt="2024-02-12T09:09:58.098" v="2313" actId="478"/>
          <ac:spMkLst>
            <pc:docMk/>
            <pc:sldMk cId="2607262334" sldId="288"/>
            <ac:spMk id="62" creationId="{D8AE7CC2-B983-AD61-CD3B-B4FC15FC9C99}"/>
          </ac:spMkLst>
        </pc:spChg>
        <pc:spChg chg="del">
          <ac:chgData name="Embedded Development" userId="97690703-89ef-4183-8a66-0c81b6c8ace9" providerId="ADAL" clId="{BA6B5DA6-A584-42B7-AA33-F3B54EA8229D}" dt="2024-02-12T09:09:57.038" v="2312" actId="478"/>
          <ac:spMkLst>
            <pc:docMk/>
            <pc:sldMk cId="2607262334" sldId="288"/>
            <ac:spMk id="69" creationId="{CFC58C19-0E61-4C49-04E6-33D5EA2A6364}"/>
          </ac:spMkLst>
        </pc:spChg>
        <pc:spChg chg="mod">
          <ac:chgData name="Embedded Development" userId="97690703-89ef-4183-8a66-0c81b6c8ace9" providerId="ADAL" clId="{BA6B5DA6-A584-42B7-AA33-F3B54EA8229D}" dt="2024-02-15T05:38:42.138" v="5270" actId="1035"/>
          <ac:spMkLst>
            <pc:docMk/>
            <pc:sldMk cId="2607262334" sldId="288"/>
            <ac:spMk id="72" creationId="{DE676257-09E9-078D-7D1F-89FF304A36E4}"/>
          </ac:spMkLst>
        </pc:spChg>
        <pc:spChg chg="mod">
          <ac:chgData name="Embedded Development" userId="97690703-89ef-4183-8a66-0c81b6c8ace9" providerId="ADAL" clId="{BA6B5DA6-A584-42B7-AA33-F3B54EA8229D}" dt="2024-02-15T05:38:48.657" v="5292" actId="1036"/>
          <ac:spMkLst>
            <pc:docMk/>
            <pc:sldMk cId="2607262334" sldId="288"/>
            <ac:spMk id="73" creationId="{641DA0B1-2120-64A0-317F-6906F26E520F}"/>
          </ac:spMkLst>
        </pc:spChg>
        <pc:spChg chg="mod">
          <ac:chgData name="Embedded Development" userId="97690703-89ef-4183-8a66-0c81b6c8ace9" providerId="ADAL" clId="{BA6B5DA6-A584-42B7-AA33-F3B54EA8229D}" dt="2024-02-15T05:38:59.795" v="5357" actId="1036"/>
          <ac:spMkLst>
            <pc:docMk/>
            <pc:sldMk cId="2607262334" sldId="288"/>
            <ac:spMk id="78" creationId="{2F1AE13C-13C9-79F4-CA90-BCFFE8716A60}"/>
          </ac:spMkLst>
        </pc:spChg>
        <pc:spChg chg="mod">
          <ac:chgData name="Embedded Development" userId="97690703-89ef-4183-8a66-0c81b6c8ace9" providerId="ADAL" clId="{BA6B5DA6-A584-42B7-AA33-F3B54EA8229D}" dt="2024-02-15T05:38:54.644" v="5332" actId="1035"/>
          <ac:spMkLst>
            <pc:docMk/>
            <pc:sldMk cId="2607262334" sldId="288"/>
            <ac:spMk id="82" creationId="{19964CED-A676-82F1-8C0D-6A0FC61EF51D}"/>
          </ac:spMkLst>
        </pc:spChg>
        <pc:spChg chg="del">
          <ac:chgData name="Embedded Development" userId="97690703-89ef-4183-8a66-0c81b6c8ace9" providerId="ADAL" clId="{BA6B5DA6-A584-42B7-AA33-F3B54EA8229D}" dt="2024-02-12T09:10:10.044" v="2315" actId="478"/>
          <ac:spMkLst>
            <pc:docMk/>
            <pc:sldMk cId="2607262334" sldId="288"/>
            <ac:spMk id="84" creationId="{E0AECEBC-3F9B-BA1B-F264-8A98D33EA250}"/>
          </ac:spMkLst>
        </pc:spChg>
        <pc:spChg chg="del">
          <ac:chgData name="Embedded Development" userId="97690703-89ef-4183-8a66-0c81b6c8ace9" providerId="ADAL" clId="{BA6B5DA6-A584-42B7-AA33-F3B54EA8229D}" dt="2024-02-12T09:10:10.927" v="2316" actId="478"/>
          <ac:spMkLst>
            <pc:docMk/>
            <pc:sldMk cId="2607262334" sldId="288"/>
            <ac:spMk id="87" creationId="{78E7AB94-91B6-9CC5-A1EF-19108559E1C8}"/>
          </ac:spMkLst>
        </pc:spChg>
        <pc:spChg chg="mod">
          <ac:chgData name="Embedded Development" userId="97690703-89ef-4183-8a66-0c81b6c8ace9" providerId="ADAL" clId="{BA6B5DA6-A584-42B7-AA33-F3B54EA8229D}" dt="2024-02-15T05:38:54.644" v="5332" actId="1035"/>
          <ac:spMkLst>
            <pc:docMk/>
            <pc:sldMk cId="2607262334" sldId="288"/>
            <ac:spMk id="94" creationId="{18E11639-1EC5-4BE5-64FA-02EA034FAE16}"/>
          </ac:spMkLst>
        </pc:spChg>
        <pc:spChg chg="mod">
          <ac:chgData name="Embedded Development" userId="97690703-89ef-4183-8a66-0c81b6c8ace9" providerId="ADAL" clId="{BA6B5DA6-A584-42B7-AA33-F3B54EA8229D}" dt="2024-02-15T05:38:59.795" v="5357" actId="1036"/>
          <ac:spMkLst>
            <pc:docMk/>
            <pc:sldMk cId="2607262334" sldId="288"/>
            <ac:spMk id="95" creationId="{C51A533A-FEE5-B9B1-6E3E-A5F5FCB5AEDD}"/>
          </ac:spMkLst>
        </pc:spChg>
        <pc:spChg chg="mod">
          <ac:chgData name="Embedded Development" userId="97690703-89ef-4183-8a66-0c81b6c8ace9" providerId="ADAL" clId="{BA6B5DA6-A584-42B7-AA33-F3B54EA8229D}" dt="2024-02-12T09:07:27.658" v="2081" actId="1076"/>
          <ac:spMkLst>
            <pc:docMk/>
            <pc:sldMk cId="2607262334" sldId="288"/>
            <ac:spMk id="122" creationId="{8C6C0829-278F-0229-CA89-B3D29A06CBC7}"/>
          </ac:spMkLst>
        </pc:spChg>
        <pc:spChg chg="mod">
          <ac:chgData name="Embedded Development" userId="97690703-89ef-4183-8a66-0c81b6c8ace9" providerId="ADAL" clId="{BA6B5DA6-A584-42B7-AA33-F3B54EA8229D}" dt="2024-02-12T09:39:07.785" v="3640" actId="1076"/>
          <ac:spMkLst>
            <pc:docMk/>
            <pc:sldMk cId="2607262334" sldId="288"/>
            <ac:spMk id="123" creationId="{23968ACF-83F8-A31C-9842-9E45832B11BF}"/>
          </ac:spMkLst>
        </pc:spChg>
        <pc:spChg chg="mod">
          <ac:chgData name="Embedded Development" userId="97690703-89ef-4183-8a66-0c81b6c8ace9" providerId="ADAL" clId="{BA6B5DA6-A584-42B7-AA33-F3B54EA8229D}" dt="2024-02-12T09:07:40.970" v="2099" actId="1076"/>
          <ac:spMkLst>
            <pc:docMk/>
            <pc:sldMk cId="2607262334" sldId="288"/>
            <ac:spMk id="125" creationId="{FED5462D-3A2A-BD09-A72A-696B4315AF0E}"/>
          </ac:spMkLst>
        </pc:spChg>
        <pc:grpChg chg="del">
          <ac:chgData name="Embedded Development" userId="97690703-89ef-4183-8a66-0c81b6c8ace9" providerId="ADAL" clId="{BA6B5DA6-A584-42B7-AA33-F3B54EA8229D}" dt="2024-02-15T05:37:54.795" v="5164" actId="478"/>
          <ac:grpSpMkLst>
            <pc:docMk/>
            <pc:sldMk cId="2607262334" sldId="288"/>
            <ac:grpSpMk id="10" creationId="{70BE86CF-FC6A-C716-F636-5622D090155D}"/>
          </ac:grpSpMkLst>
        </pc:grpChg>
        <pc:grpChg chg="topLvl">
          <ac:chgData name="Embedded Development" userId="97690703-89ef-4183-8a66-0c81b6c8ace9" providerId="ADAL" clId="{BA6B5DA6-A584-42B7-AA33-F3B54EA8229D}" dt="2024-02-15T05:37:50.543" v="5163" actId="478"/>
          <ac:grpSpMkLst>
            <pc:docMk/>
            <pc:sldMk cId="2607262334" sldId="288"/>
            <ac:grpSpMk id="13" creationId="{2AC751F2-4EA1-6099-44CC-2F5009597360}"/>
          </ac:grpSpMkLst>
        </pc:grpChg>
        <pc:grpChg chg="del">
          <ac:chgData name="Embedded Development" userId="97690703-89ef-4183-8a66-0c81b6c8ace9" providerId="ADAL" clId="{BA6B5DA6-A584-42B7-AA33-F3B54EA8229D}" dt="2024-02-15T05:37:50.543" v="5163" actId="478"/>
          <ac:grpSpMkLst>
            <pc:docMk/>
            <pc:sldMk cId="2607262334" sldId="288"/>
            <ac:grpSpMk id="21" creationId="{9F7C0A6E-33A1-5BA3-68DF-8ED96A1DD867}"/>
          </ac:grpSpMkLst>
        </pc:grpChg>
        <pc:cxnChg chg="mod">
          <ac:chgData name="Embedded Development" userId="97690703-89ef-4183-8a66-0c81b6c8ace9" providerId="ADAL" clId="{BA6B5DA6-A584-42B7-AA33-F3B54EA8229D}" dt="2024-02-15T05:38:31.316" v="5228" actId="1036"/>
          <ac:cxnSpMkLst>
            <pc:docMk/>
            <pc:sldMk cId="2607262334" sldId="288"/>
            <ac:cxnSpMk id="4" creationId="{DB082AC6-1C30-8920-3AA8-2DFF11246A9D}"/>
          </ac:cxnSpMkLst>
        </pc:cxnChg>
        <pc:cxnChg chg="add mod">
          <ac:chgData name="Embedded Development" userId="97690703-89ef-4183-8a66-0c81b6c8ace9" providerId="ADAL" clId="{BA6B5DA6-A584-42B7-AA33-F3B54EA8229D}" dt="2024-02-15T05:38:11.056" v="5165"/>
          <ac:cxnSpMkLst>
            <pc:docMk/>
            <pc:sldMk cId="2607262334" sldId="288"/>
            <ac:cxnSpMk id="7" creationId="{2D6E0550-D632-A1D0-8AF6-6D58900A39BF}"/>
          </ac:cxnSpMkLst>
        </pc:cxnChg>
        <pc:cxnChg chg="del">
          <ac:chgData name="Embedded Development" userId="97690703-89ef-4183-8a66-0c81b6c8ace9" providerId="ADAL" clId="{BA6B5DA6-A584-42B7-AA33-F3B54EA8229D}" dt="2024-02-15T05:37:54.795" v="5164" actId="478"/>
          <ac:cxnSpMkLst>
            <pc:docMk/>
            <pc:sldMk cId="2607262334" sldId="288"/>
            <ac:cxnSpMk id="8" creationId="{5C9E1FB6-C48E-36A5-DF23-FAA73ECA6EF2}"/>
          </ac:cxnSpMkLst>
        </pc:cxnChg>
        <pc:cxnChg chg="del">
          <ac:chgData name="Embedded Development" userId="97690703-89ef-4183-8a66-0c81b6c8ace9" providerId="ADAL" clId="{BA6B5DA6-A584-42B7-AA33-F3B54EA8229D}" dt="2024-02-15T05:37:42.311" v="5160" actId="478"/>
          <ac:cxnSpMkLst>
            <pc:docMk/>
            <pc:sldMk cId="2607262334" sldId="288"/>
            <ac:cxnSpMk id="9" creationId="{05AB5592-DD32-A74C-DBF8-3267BAB7D34C}"/>
          </ac:cxnSpMkLst>
        </pc:cxnChg>
        <pc:cxnChg chg="del mod">
          <ac:chgData name="Embedded Development" userId="97690703-89ef-4183-8a66-0c81b6c8ace9" providerId="ADAL" clId="{BA6B5DA6-A584-42B7-AA33-F3B54EA8229D}" dt="2024-02-12T09:07:47.838" v="2101" actId="478"/>
          <ac:cxnSpMkLst>
            <pc:docMk/>
            <pc:sldMk cId="2607262334" sldId="288"/>
            <ac:cxnSpMk id="11" creationId="{B7446109-38CE-A5E2-F91D-EFBB972A8117}"/>
          </ac:cxnSpMkLst>
        </pc:cxnChg>
        <pc:cxnChg chg="add mod">
          <ac:chgData name="Embedded Development" userId="97690703-89ef-4183-8a66-0c81b6c8ace9" providerId="ADAL" clId="{BA6B5DA6-A584-42B7-AA33-F3B54EA8229D}" dt="2024-02-15T05:38:18.780" v="5206" actId="1036"/>
          <ac:cxnSpMkLst>
            <pc:docMk/>
            <pc:sldMk cId="2607262334" sldId="288"/>
            <ac:cxnSpMk id="17" creationId="{021CAF05-CAE7-41CE-0919-B594B466B141}"/>
          </ac:cxnSpMkLst>
        </pc:cxnChg>
        <pc:cxnChg chg="add mod">
          <ac:chgData name="Embedded Development" userId="97690703-89ef-4183-8a66-0c81b6c8ace9" providerId="ADAL" clId="{BA6B5DA6-A584-42B7-AA33-F3B54EA8229D}" dt="2024-02-12T09:09:04.601" v="2220"/>
          <ac:cxnSpMkLst>
            <pc:docMk/>
            <pc:sldMk cId="2607262334" sldId="288"/>
            <ac:cxnSpMk id="24" creationId="{13F4EC39-7F50-A6B4-18D8-0505632CA31A}"/>
          </ac:cxnSpMkLst>
        </pc:cxnChg>
        <pc:cxnChg chg="mod">
          <ac:chgData name="Embedded Development" userId="97690703-89ef-4183-8a66-0c81b6c8ace9" providerId="ADAL" clId="{BA6B5DA6-A584-42B7-AA33-F3B54EA8229D}" dt="2024-02-15T05:38:31.316" v="5228" actId="1036"/>
          <ac:cxnSpMkLst>
            <pc:docMk/>
            <pc:sldMk cId="2607262334" sldId="288"/>
            <ac:cxnSpMk id="39" creationId="{90AA71DF-F102-9AD4-0C90-7D647F64EBB5}"/>
          </ac:cxnSpMkLst>
        </pc:cxnChg>
        <pc:cxnChg chg="del">
          <ac:chgData name="Embedded Development" userId="97690703-89ef-4183-8a66-0c81b6c8ace9" providerId="ADAL" clId="{BA6B5DA6-A584-42B7-AA33-F3B54EA8229D}" dt="2024-02-12T09:08:05.918" v="2129" actId="478"/>
          <ac:cxnSpMkLst>
            <pc:docMk/>
            <pc:sldMk cId="2607262334" sldId="288"/>
            <ac:cxnSpMk id="46" creationId="{7CAEEBD3-E258-DB4C-5CB0-12D966DFDB41}"/>
          </ac:cxnSpMkLst>
        </pc:cxnChg>
        <pc:cxnChg chg="add del">
          <ac:chgData name="Embedded Development" userId="97690703-89ef-4183-8a66-0c81b6c8ace9" providerId="ADAL" clId="{BA6B5DA6-A584-42B7-AA33-F3B54EA8229D}" dt="2024-02-12T09:08:02.091" v="2125" actId="478"/>
          <ac:cxnSpMkLst>
            <pc:docMk/>
            <pc:sldMk cId="2607262334" sldId="288"/>
            <ac:cxnSpMk id="47" creationId="{FD84F1FC-76EC-CC2D-B0F8-3252B0E4D00F}"/>
          </ac:cxnSpMkLst>
        </pc:cxnChg>
        <pc:cxnChg chg="del mod">
          <ac:chgData name="Embedded Development" userId="97690703-89ef-4183-8a66-0c81b6c8ace9" providerId="ADAL" clId="{BA6B5DA6-A584-42B7-AA33-F3B54EA8229D}" dt="2024-02-12T09:08:03.692" v="2127" actId="478"/>
          <ac:cxnSpMkLst>
            <pc:docMk/>
            <pc:sldMk cId="2607262334" sldId="288"/>
            <ac:cxnSpMk id="57" creationId="{1AB98541-C59A-E507-A7F2-558A22FB3B8C}"/>
          </ac:cxnSpMkLst>
        </pc:cxnChg>
        <pc:cxnChg chg="mod">
          <ac:chgData name="Embedded Development" userId="97690703-89ef-4183-8a66-0c81b6c8ace9" providerId="ADAL" clId="{BA6B5DA6-A584-42B7-AA33-F3B54EA8229D}" dt="2024-02-15T05:38:42.138" v="5270" actId="1035"/>
          <ac:cxnSpMkLst>
            <pc:docMk/>
            <pc:sldMk cId="2607262334" sldId="288"/>
            <ac:cxnSpMk id="71" creationId="{86EF32C1-FC9E-0748-7B2C-DD4D28B8D3A3}"/>
          </ac:cxnSpMkLst>
        </pc:cxnChg>
        <pc:cxnChg chg="mod">
          <ac:chgData name="Embedded Development" userId="97690703-89ef-4183-8a66-0c81b6c8ace9" providerId="ADAL" clId="{BA6B5DA6-A584-42B7-AA33-F3B54EA8229D}" dt="2024-02-15T05:38:48.657" v="5292" actId="1036"/>
          <ac:cxnSpMkLst>
            <pc:docMk/>
            <pc:sldMk cId="2607262334" sldId="288"/>
            <ac:cxnSpMk id="74" creationId="{F6E80763-0144-36F1-40C1-B24F23225A15}"/>
          </ac:cxnSpMkLst>
        </pc:cxnChg>
        <pc:cxnChg chg="del mod">
          <ac:chgData name="Embedded Development" userId="97690703-89ef-4183-8a66-0c81b6c8ace9" providerId="ADAL" clId="{BA6B5DA6-A584-42B7-AA33-F3B54EA8229D}" dt="2024-02-12T09:09:55.578" v="2311" actId="478"/>
          <ac:cxnSpMkLst>
            <pc:docMk/>
            <pc:sldMk cId="2607262334" sldId="288"/>
            <ac:cxnSpMk id="75" creationId="{5FA178BC-9B55-0827-4127-70B53C9C2017}"/>
          </ac:cxnSpMkLst>
        </pc:cxnChg>
        <pc:cxnChg chg="mod">
          <ac:chgData name="Embedded Development" userId="97690703-89ef-4183-8a66-0c81b6c8ace9" providerId="ADAL" clId="{BA6B5DA6-A584-42B7-AA33-F3B54EA8229D}" dt="2024-02-15T05:38:59.795" v="5357" actId="1036"/>
          <ac:cxnSpMkLst>
            <pc:docMk/>
            <pc:sldMk cId="2607262334" sldId="288"/>
            <ac:cxnSpMk id="79" creationId="{97908812-1AE8-127F-D358-07AB6EC6D84D}"/>
          </ac:cxnSpMkLst>
        </pc:cxnChg>
        <pc:cxnChg chg="del">
          <ac:chgData name="Embedded Development" userId="97690703-89ef-4183-8a66-0c81b6c8ace9" providerId="ADAL" clId="{BA6B5DA6-A584-42B7-AA33-F3B54EA8229D}" dt="2024-02-12T09:10:12.933" v="2318" actId="478"/>
          <ac:cxnSpMkLst>
            <pc:docMk/>
            <pc:sldMk cId="2607262334" sldId="288"/>
            <ac:cxnSpMk id="85" creationId="{2C1EB3F5-1ACA-5672-7516-12428896DED5}"/>
          </ac:cxnSpMkLst>
        </pc:cxnChg>
        <pc:cxnChg chg="mod">
          <ac:chgData name="Embedded Development" userId="97690703-89ef-4183-8a66-0c81b6c8ace9" providerId="ADAL" clId="{BA6B5DA6-A584-42B7-AA33-F3B54EA8229D}" dt="2024-02-15T05:38:54.644" v="5332" actId="1035"/>
          <ac:cxnSpMkLst>
            <pc:docMk/>
            <pc:sldMk cId="2607262334" sldId="288"/>
            <ac:cxnSpMk id="88" creationId="{2B8CF9FD-D058-764B-8C8E-22CF76D00699}"/>
          </ac:cxnSpMkLst>
        </pc:cxnChg>
        <pc:cxnChg chg="mod">
          <ac:chgData name="Embedded Development" userId="97690703-89ef-4183-8a66-0c81b6c8ace9" providerId="ADAL" clId="{BA6B5DA6-A584-42B7-AA33-F3B54EA8229D}" dt="2024-02-15T05:38:59.795" v="5357" actId="1036"/>
          <ac:cxnSpMkLst>
            <pc:docMk/>
            <pc:sldMk cId="2607262334" sldId="288"/>
            <ac:cxnSpMk id="96" creationId="{621E8535-553A-0570-CE3D-8909F19AF61F}"/>
          </ac:cxnSpMkLst>
        </pc:cxnChg>
        <pc:cxnChg chg="del mod">
          <ac:chgData name="Embedded Development" userId="97690703-89ef-4183-8a66-0c81b6c8ace9" providerId="ADAL" clId="{BA6B5DA6-A584-42B7-AA33-F3B54EA8229D}" dt="2024-02-12T09:10:12.097" v="2317" actId="478"/>
          <ac:cxnSpMkLst>
            <pc:docMk/>
            <pc:sldMk cId="2607262334" sldId="288"/>
            <ac:cxnSpMk id="97" creationId="{F96BFB34-31C5-A189-A966-3853FA4C5EED}"/>
          </ac:cxnSpMkLst>
        </pc:cxnChg>
      </pc:sldChg>
      <pc:sldChg chg="modSp add mod ord">
        <pc:chgData name="Embedded Development" userId="97690703-89ef-4183-8a66-0c81b6c8ace9" providerId="ADAL" clId="{BA6B5DA6-A584-42B7-AA33-F3B54EA8229D}" dt="2024-02-15T06:38:10.770" v="7562"/>
        <pc:sldMkLst>
          <pc:docMk/>
          <pc:sldMk cId="1205897938" sldId="289"/>
        </pc:sldMkLst>
        <pc:spChg chg="mod">
          <ac:chgData name="Embedded Development" userId="97690703-89ef-4183-8a66-0c81b6c8ace9" providerId="ADAL" clId="{BA6B5DA6-A584-42B7-AA33-F3B54EA8229D}" dt="2024-02-15T06:38:10.770" v="7562"/>
          <ac:spMkLst>
            <pc:docMk/>
            <pc:sldMk cId="1205897938" sldId="289"/>
            <ac:spMk id="35" creationId="{AA542283-B90B-4BB8-C295-63117D040F00}"/>
          </ac:spMkLst>
        </pc:spChg>
        <pc:spChg chg="mod">
          <ac:chgData name="Embedded Development" userId="97690703-89ef-4183-8a66-0c81b6c8ace9" providerId="ADAL" clId="{BA6B5DA6-A584-42B7-AA33-F3B54EA8229D}" dt="2024-02-15T06:38:10.770" v="7562"/>
          <ac:spMkLst>
            <pc:docMk/>
            <pc:sldMk cId="1205897938" sldId="289"/>
            <ac:spMk id="36" creationId="{8D9F3A09-B7C1-5EDF-2F7E-1CF7C9FC92B9}"/>
          </ac:spMkLst>
        </pc:spChg>
      </pc:sldChg>
      <pc:sldChg chg="modSp add mod ord">
        <pc:chgData name="Embedded Development" userId="97690703-89ef-4183-8a66-0c81b6c8ace9" providerId="ADAL" clId="{BA6B5DA6-A584-42B7-AA33-F3B54EA8229D}" dt="2024-02-15T06:38:10.770" v="7562"/>
        <pc:sldMkLst>
          <pc:docMk/>
          <pc:sldMk cId="2573466333" sldId="290"/>
        </pc:sldMkLst>
        <pc:graphicFrameChg chg="mod modGraphic">
          <ac:chgData name="Embedded Development" userId="97690703-89ef-4183-8a66-0c81b6c8ace9" providerId="ADAL" clId="{BA6B5DA6-A584-42B7-AA33-F3B54EA8229D}" dt="2024-02-15T06:38:10.770" v="7562"/>
          <ac:graphicFrameMkLst>
            <pc:docMk/>
            <pc:sldMk cId="2573466333" sldId="290"/>
            <ac:graphicFrameMk id="23" creationId="{C176855F-2745-899B-65DD-8FE4B0F29EF7}"/>
          </ac:graphicFrameMkLst>
        </pc:graphicFrameChg>
        <pc:graphicFrameChg chg="mod modGraphic">
          <ac:chgData name="Embedded Development" userId="97690703-89ef-4183-8a66-0c81b6c8ace9" providerId="ADAL" clId="{BA6B5DA6-A584-42B7-AA33-F3B54EA8229D}" dt="2024-02-15T06:38:10.770" v="7562"/>
          <ac:graphicFrameMkLst>
            <pc:docMk/>
            <pc:sldMk cId="2573466333" sldId="290"/>
            <ac:graphicFrameMk id="25" creationId="{D1DF67F7-4321-AA05-41E5-32AA63E5F901}"/>
          </ac:graphicFrameMkLst>
        </pc:graphicFrameChg>
        <pc:graphicFrameChg chg="mod modGraphic">
          <ac:chgData name="Embedded Development" userId="97690703-89ef-4183-8a66-0c81b6c8ace9" providerId="ADAL" clId="{BA6B5DA6-A584-42B7-AA33-F3B54EA8229D}" dt="2024-02-12T09:16:14.039" v="2597" actId="20577"/>
          <ac:graphicFrameMkLst>
            <pc:docMk/>
            <pc:sldMk cId="2573466333" sldId="290"/>
            <ac:graphicFrameMk id="27" creationId="{753A4EE5-7355-27A6-49BB-58F8E939B1AF}"/>
          </ac:graphicFrameMkLst>
        </pc:graphicFrameChg>
      </pc:sldChg>
      <pc:sldChg chg="delSp modSp add mod ord">
        <pc:chgData name="Embedded Development" userId="97690703-89ef-4183-8a66-0c81b6c8ace9" providerId="ADAL" clId="{BA6B5DA6-A584-42B7-AA33-F3B54EA8229D}" dt="2024-02-15T06:38:10.770" v="7562"/>
        <pc:sldMkLst>
          <pc:docMk/>
          <pc:sldMk cId="3893652762" sldId="291"/>
        </pc:sldMkLst>
        <pc:spChg chg="mod">
          <ac:chgData name="Embedded Development" userId="97690703-89ef-4183-8a66-0c81b6c8ace9" providerId="ADAL" clId="{BA6B5DA6-A584-42B7-AA33-F3B54EA8229D}" dt="2024-02-12T09:17:48.421" v="2669" actId="1076"/>
          <ac:spMkLst>
            <pc:docMk/>
            <pc:sldMk cId="3893652762" sldId="291"/>
            <ac:spMk id="4" creationId="{7F4B2D36-CE9C-613B-114E-D9841B77AB85}"/>
          </ac:spMkLst>
        </pc:spChg>
        <pc:spChg chg="mod">
          <ac:chgData name="Embedded Development" userId="97690703-89ef-4183-8a66-0c81b6c8ace9" providerId="ADAL" clId="{BA6B5DA6-A584-42B7-AA33-F3B54EA8229D}" dt="2024-02-12T09:17:48.421" v="2669" actId="1076"/>
          <ac:spMkLst>
            <pc:docMk/>
            <pc:sldMk cId="3893652762" sldId="291"/>
            <ac:spMk id="8" creationId="{30D29E8F-03F2-1FCE-E5C7-8B560A82B06D}"/>
          </ac:spMkLst>
        </pc:spChg>
        <pc:spChg chg="del">
          <ac:chgData name="Embedded Development" userId="97690703-89ef-4183-8a66-0c81b6c8ace9" providerId="ADAL" clId="{BA6B5DA6-A584-42B7-AA33-F3B54EA8229D}" dt="2024-02-12T09:17:19.247" v="2642" actId="478"/>
          <ac:spMkLst>
            <pc:docMk/>
            <pc:sldMk cId="3893652762" sldId="291"/>
            <ac:spMk id="9" creationId="{B6F095CC-1A0A-0BFE-9EFD-00B7F3D291A1}"/>
          </ac:spMkLst>
        </pc:spChg>
        <pc:spChg chg="mod">
          <ac:chgData name="Embedded Development" userId="97690703-89ef-4183-8a66-0c81b6c8ace9" providerId="ADAL" clId="{BA6B5DA6-A584-42B7-AA33-F3B54EA8229D}" dt="2024-02-12T09:17:48.421" v="2669" actId="1076"/>
          <ac:spMkLst>
            <pc:docMk/>
            <pc:sldMk cId="3893652762" sldId="291"/>
            <ac:spMk id="11" creationId="{319C8AF9-B45C-ADAF-14D5-187E7382DC7A}"/>
          </ac:spMkLst>
        </pc:spChg>
        <pc:spChg chg="del">
          <ac:chgData name="Embedded Development" userId="97690703-89ef-4183-8a66-0c81b6c8ace9" providerId="ADAL" clId="{BA6B5DA6-A584-42B7-AA33-F3B54EA8229D}" dt="2024-02-12T09:17:17.856" v="2640" actId="478"/>
          <ac:spMkLst>
            <pc:docMk/>
            <pc:sldMk cId="3893652762" sldId="291"/>
            <ac:spMk id="13" creationId="{6F42C696-6F93-ECEC-43CB-F424C7BB3A79}"/>
          </ac:spMkLst>
        </pc:spChg>
        <pc:spChg chg="mod">
          <ac:chgData name="Embedded Development" userId="97690703-89ef-4183-8a66-0c81b6c8ace9" providerId="ADAL" clId="{BA6B5DA6-A584-42B7-AA33-F3B54EA8229D}" dt="2024-02-12T09:35:00.465" v="3628" actId="20577"/>
          <ac:spMkLst>
            <pc:docMk/>
            <pc:sldMk cId="3893652762" sldId="291"/>
            <ac:spMk id="14" creationId="{CD8CBD66-D16F-5919-B71D-2BB510276EAE}"/>
          </ac:spMkLst>
        </pc:spChg>
        <pc:spChg chg="mod">
          <ac:chgData name="Embedded Development" userId="97690703-89ef-4183-8a66-0c81b6c8ace9" providerId="ADAL" clId="{BA6B5DA6-A584-42B7-AA33-F3B54EA8229D}" dt="2024-02-12T09:17:53.003" v="2677" actId="20577"/>
          <ac:spMkLst>
            <pc:docMk/>
            <pc:sldMk cId="3893652762" sldId="291"/>
            <ac:spMk id="16" creationId="{01189A89-3F09-5C95-9FAA-04F7020495E8}"/>
          </ac:spMkLst>
        </pc:spChg>
        <pc:spChg chg="del mod">
          <ac:chgData name="Embedded Development" userId="97690703-89ef-4183-8a66-0c81b6c8ace9" providerId="ADAL" clId="{BA6B5DA6-A584-42B7-AA33-F3B54EA8229D}" dt="2024-02-12T09:17:34.976" v="2647" actId="478"/>
          <ac:spMkLst>
            <pc:docMk/>
            <pc:sldMk cId="3893652762" sldId="291"/>
            <ac:spMk id="18" creationId="{AAC941C4-34FA-926A-A4A6-D8400884BFBA}"/>
          </ac:spMkLst>
        </pc:spChg>
        <pc:spChg chg="mod">
          <ac:chgData name="Embedded Development" userId="97690703-89ef-4183-8a66-0c81b6c8ace9" providerId="ADAL" clId="{BA6B5DA6-A584-42B7-AA33-F3B54EA8229D}" dt="2024-02-12T09:17:09.496" v="2638" actId="1076"/>
          <ac:spMkLst>
            <pc:docMk/>
            <pc:sldMk cId="3893652762" sldId="291"/>
            <ac:spMk id="20" creationId="{B73947CD-948A-7392-7845-993FF41F62DB}"/>
          </ac:spMkLst>
        </pc:spChg>
        <pc:spChg chg="mod">
          <ac:chgData name="Embedded Development" userId="97690703-89ef-4183-8a66-0c81b6c8ace9" providerId="ADAL" clId="{BA6B5DA6-A584-42B7-AA33-F3B54EA8229D}" dt="2024-02-15T06:38:10.770" v="7562"/>
          <ac:spMkLst>
            <pc:docMk/>
            <pc:sldMk cId="3893652762" sldId="291"/>
            <ac:spMk id="21" creationId="{CEDF4E52-DEE4-443A-8C9D-BF2E61D75727}"/>
          </ac:spMkLst>
        </pc:spChg>
        <pc:spChg chg="mod">
          <ac:chgData name="Embedded Development" userId="97690703-89ef-4183-8a66-0c81b6c8ace9" providerId="ADAL" clId="{BA6B5DA6-A584-42B7-AA33-F3B54EA8229D}" dt="2024-02-12T09:18:34.131" v="2886" actId="20577"/>
          <ac:spMkLst>
            <pc:docMk/>
            <pc:sldMk cId="3893652762" sldId="291"/>
            <ac:spMk id="22" creationId="{B0C1576D-C3B4-E806-404F-9F038D1A2B64}"/>
          </ac:spMkLst>
        </pc:spChg>
        <pc:graphicFrameChg chg="mod modGraphic">
          <ac:chgData name="Embedded Development" userId="97690703-89ef-4183-8a66-0c81b6c8ace9" providerId="ADAL" clId="{BA6B5DA6-A584-42B7-AA33-F3B54EA8229D}" dt="2024-02-12T09:48:22.081" v="4236" actId="20577"/>
          <ac:graphicFrameMkLst>
            <pc:docMk/>
            <pc:sldMk cId="3893652762" sldId="291"/>
            <ac:graphicFrameMk id="19" creationId="{93FE349E-B45B-CEEE-0050-F6BA8435ABF2}"/>
          </ac:graphicFrameMkLst>
        </pc:graphicFrameChg>
        <pc:cxnChg chg="mod">
          <ac:chgData name="Embedded Development" userId="97690703-89ef-4183-8a66-0c81b6c8ace9" providerId="ADAL" clId="{BA6B5DA6-A584-42B7-AA33-F3B54EA8229D}" dt="2024-02-12T09:17:48.421" v="2669" actId="1076"/>
          <ac:cxnSpMkLst>
            <pc:docMk/>
            <pc:sldMk cId="3893652762" sldId="291"/>
            <ac:cxnSpMk id="5" creationId="{BE4599E9-5ACF-E6E9-4ADE-91582BFAB6E0}"/>
          </ac:cxnSpMkLst>
        </pc:cxnChg>
        <pc:cxnChg chg="mod">
          <ac:chgData name="Embedded Development" userId="97690703-89ef-4183-8a66-0c81b6c8ace9" providerId="ADAL" clId="{BA6B5DA6-A584-42B7-AA33-F3B54EA8229D}" dt="2024-02-12T09:17:48.421" v="2669" actId="1076"/>
          <ac:cxnSpMkLst>
            <pc:docMk/>
            <pc:sldMk cId="3893652762" sldId="291"/>
            <ac:cxnSpMk id="6" creationId="{87D7386E-25B4-CBEE-5124-5E76BEC29576}"/>
          </ac:cxnSpMkLst>
        </pc:cxnChg>
        <pc:cxnChg chg="del mod">
          <ac:chgData name="Embedded Development" userId="97690703-89ef-4183-8a66-0c81b6c8ace9" providerId="ADAL" clId="{BA6B5DA6-A584-42B7-AA33-F3B54EA8229D}" dt="2024-02-12T09:17:20.445" v="2643" actId="478"/>
          <ac:cxnSpMkLst>
            <pc:docMk/>
            <pc:sldMk cId="3893652762" sldId="291"/>
            <ac:cxnSpMk id="7" creationId="{84FB5406-B0E3-0591-1966-7226C1799B31}"/>
          </ac:cxnSpMkLst>
        </pc:cxnChg>
        <pc:cxnChg chg="mod">
          <ac:chgData name="Embedded Development" userId="97690703-89ef-4183-8a66-0c81b6c8ace9" providerId="ADAL" clId="{BA6B5DA6-A584-42B7-AA33-F3B54EA8229D}" dt="2024-02-12T09:17:48.421" v="2669" actId="1076"/>
          <ac:cxnSpMkLst>
            <pc:docMk/>
            <pc:sldMk cId="3893652762" sldId="291"/>
            <ac:cxnSpMk id="10" creationId="{061E1283-AC41-CA1C-1AD3-8AB082543C6C}"/>
          </ac:cxnSpMkLst>
        </pc:cxnChg>
        <pc:cxnChg chg="del mod">
          <ac:chgData name="Embedded Development" userId="97690703-89ef-4183-8a66-0c81b6c8ace9" providerId="ADAL" clId="{BA6B5DA6-A584-42B7-AA33-F3B54EA8229D}" dt="2024-02-12T09:17:18.732" v="2641" actId="478"/>
          <ac:cxnSpMkLst>
            <pc:docMk/>
            <pc:sldMk cId="3893652762" sldId="291"/>
            <ac:cxnSpMk id="12" creationId="{CE871C7A-462C-49EF-813E-95BB32DF5673}"/>
          </ac:cxnSpMkLst>
        </pc:cxnChg>
        <pc:cxnChg chg="mod">
          <ac:chgData name="Embedded Development" userId="97690703-89ef-4183-8a66-0c81b6c8ace9" providerId="ADAL" clId="{BA6B5DA6-A584-42B7-AA33-F3B54EA8229D}" dt="2024-02-12T09:17:48.421" v="2669" actId="1076"/>
          <ac:cxnSpMkLst>
            <pc:docMk/>
            <pc:sldMk cId="3893652762" sldId="291"/>
            <ac:cxnSpMk id="15" creationId="{70C2876D-4E6B-9DF9-458B-A68C214C8C9A}"/>
          </ac:cxnSpMkLst>
        </pc:cxnChg>
        <pc:cxnChg chg="del">
          <ac:chgData name="Embedded Development" userId="97690703-89ef-4183-8a66-0c81b6c8ace9" providerId="ADAL" clId="{BA6B5DA6-A584-42B7-AA33-F3B54EA8229D}" dt="2024-02-12T09:17:33.325" v="2645" actId="478"/>
          <ac:cxnSpMkLst>
            <pc:docMk/>
            <pc:sldMk cId="3893652762" sldId="291"/>
            <ac:cxnSpMk id="17" creationId="{C2BD4EDA-B1C1-6CDB-66B4-F534A149C109}"/>
          </ac:cxnSpMkLst>
        </pc:cxnChg>
      </pc:sldChg>
      <pc:sldChg chg="delSp modSp add mod ord">
        <pc:chgData name="Embedded Development" userId="97690703-89ef-4183-8a66-0c81b6c8ace9" providerId="ADAL" clId="{BA6B5DA6-A584-42B7-AA33-F3B54EA8229D}" dt="2024-02-15T06:38:10.770" v="7562"/>
        <pc:sldMkLst>
          <pc:docMk/>
          <pc:sldMk cId="1024772808" sldId="292"/>
        </pc:sldMkLst>
        <pc:spChg chg="mod">
          <ac:chgData name="Embedded Development" userId="97690703-89ef-4183-8a66-0c81b6c8ace9" providerId="ADAL" clId="{BA6B5DA6-A584-42B7-AA33-F3B54EA8229D}" dt="2024-02-12T09:24:57.339" v="3369" actId="20577"/>
          <ac:spMkLst>
            <pc:docMk/>
            <pc:sldMk cId="1024772808" sldId="292"/>
            <ac:spMk id="2" creationId="{04D7FD28-D87F-17E8-E9AD-7859761BE2F6}"/>
          </ac:spMkLst>
        </pc:spChg>
        <pc:spChg chg="del">
          <ac:chgData name="Embedded Development" userId="97690703-89ef-4183-8a66-0c81b6c8ace9" providerId="ADAL" clId="{BA6B5DA6-A584-42B7-AA33-F3B54EA8229D}" dt="2024-02-12T09:23:32.400" v="3275" actId="478"/>
          <ac:spMkLst>
            <pc:docMk/>
            <pc:sldMk cId="1024772808" sldId="292"/>
            <ac:spMk id="9" creationId="{62FB145A-EA5B-BBD1-8AF7-66EF71733C3C}"/>
          </ac:spMkLst>
        </pc:spChg>
        <pc:spChg chg="del">
          <ac:chgData name="Embedded Development" userId="97690703-89ef-4183-8a66-0c81b6c8ace9" providerId="ADAL" clId="{BA6B5DA6-A584-42B7-AA33-F3B54EA8229D}" dt="2024-02-12T09:23:33.918" v="3277" actId="478"/>
          <ac:spMkLst>
            <pc:docMk/>
            <pc:sldMk cId="1024772808" sldId="292"/>
            <ac:spMk id="13" creationId="{78B6DA2D-F740-6481-EED8-FCCD7AAA5031}"/>
          </ac:spMkLst>
        </pc:spChg>
        <pc:spChg chg="mod">
          <ac:chgData name="Embedded Development" userId="97690703-89ef-4183-8a66-0c81b6c8ace9" providerId="ADAL" clId="{BA6B5DA6-A584-42B7-AA33-F3B54EA8229D}" dt="2024-02-12T09:23:42.835" v="3280" actId="1076"/>
          <ac:spMkLst>
            <pc:docMk/>
            <pc:sldMk cId="1024772808" sldId="292"/>
            <ac:spMk id="14" creationId="{4CA0215D-28E0-EC82-47EF-728C6085CED7}"/>
          </ac:spMkLst>
        </pc:spChg>
        <pc:spChg chg="del">
          <ac:chgData name="Embedded Development" userId="97690703-89ef-4183-8a66-0c81b6c8ace9" providerId="ADAL" clId="{BA6B5DA6-A584-42B7-AA33-F3B54EA8229D}" dt="2024-02-12T09:23:35.185" v="3278" actId="478"/>
          <ac:spMkLst>
            <pc:docMk/>
            <pc:sldMk cId="1024772808" sldId="292"/>
            <ac:spMk id="18" creationId="{F73E9EA7-2C06-E9AE-C6FC-3B773D0BF86B}"/>
          </ac:spMkLst>
        </pc:spChg>
        <pc:spChg chg="mod">
          <ac:chgData name="Embedded Development" userId="97690703-89ef-4183-8a66-0c81b6c8ace9" providerId="ADAL" clId="{BA6B5DA6-A584-42B7-AA33-F3B54EA8229D}" dt="2024-02-12T09:23:29.250" v="3272" actId="20577"/>
          <ac:spMkLst>
            <pc:docMk/>
            <pc:sldMk cId="1024772808" sldId="292"/>
            <ac:spMk id="20" creationId="{50DDB142-A029-DF3A-FBC3-3639018A0D1C}"/>
          </ac:spMkLst>
        </pc:spChg>
        <pc:spChg chg="mod">
          <ac:chgData name="Embedded Development" userId="97690703-89ef-4183-8a66-0c81b6c8ace9" providerId="ADAL" clId="{BA6B5DA6-A584-42B7-AA33-F3B54EA8229D}" dt="2024-02-15T06:38:10.770" v="7562"/>
          <ac:spMkLst>
            <pc:docMk/>
            <pc:sldMk cId="1024772808" sldId="292"/>
            <ac:spMk id="36" creationId="{A42D33D0-F042-653C-C04C-18E3125A150C}"/>
          </ac:spMkLst>
        </pc:spChg>
        <pc:graphicFrameChg chg="modGraphic">
          <ac:chgData name="Embedded Development" userId="97690703-89ef-4183-8a66-0c81b6c8ace9" providerId="ADAL" clId="{BA6B5DA6-A584-42B7-AA33-F3B54EA8229D}" dt="2024-02-12T09:47:33.886" v="4212" actId="20577"/>
          <ac:graphicFrameMkLst>
            <pc:docMk/>
            <pc:sldMk cId="1024772808" sldId="292"/>
            <ac:graphicFrameMk id="25" creationId="{7CBBF7AE-968F-B3C1-3CC0-A90369D907C7}"/>
          </ac:graphicFrameMkLst>
        </pc:graphicFrameChg>
        <pc:graphicFrameChg chg="modGraphic">
          <ac:chgData name="Embedded Development" userId="97690703-89ef-4183-8a66-0c81b6c8ace9" providerId="ADAL" clId="{BA6B5DA6-A584-42B7-AA33-F3B54EA8229D}" dt="2024-02-12T09:24:01.503" v="3285" actId="20577"/>
          <ac:graphicFrameMkLst>
            <pc:docMk/>
            <pc:sldMk cId="1024772808" sldId="292"/>
            <ac:graphicFrameMk id="27" creationId="{01C8304D-DFFB-4E01-D0D0-368E1965B250}"/>
          </ac:graphicFrameMkLst>
        </pc:graphicFrameChg>
        <pc:cxnChg chg="del mod">
          <ac:chgData name="Embedded Development" userId="97690703-89ef-4183-8a66-0c81b6c8ace9" providerId="ADAL" clId="{BA6B5DA6-A584-42B7-AA33-F3B54EA8229D}" dt="2024-02-12T09:23:31.927" v="3274" actId="478"/>
          <ac:cxnSpMkLst>
            <pc:docMk/>
            <pc:sldMk cId="1024772808" sldId="292"/>
            <ac:cxnSpMk id="7" creationId="{560ABAF5-3EF2-F7A3-A530-600A5C340B26}"/>
          </ac:cxnSpMkLst>
        </pc:cxnChg>
        <pc:cxnChg chg="del mod">
          <ac:chgData name="Embedded Development" userId="97690703-89ef-4183-8a66-0c81b6c8ace9" providerId="ADAL" clId="{BA6B5DA6-A584-42B7-AA33-F3B54EA8229D}" dt="2024-02-12T09:23:33.490" v="3276" actId="478"/>
          <ac:cxnSpMkLst>
            <pc:docMk/>
            <pc:sldMk cId="1024772808" sldId="292"/>
            <ac:cxnSpMk id="12" creationId="{CC6AE041-7BF7-5E19-2CD5-D79A1BE82187}"/>
          </ac:cxnSpMkLst>
        </pc:cxnChg>
        <pc:cxnChg chg="del">
          <ac:chgData name="Embedded Development" userId="97690703-89ef-4183-8a66-0c81b6c8ace9" providerId="ADAL" clId="{BA6B5DA6-A584-42B7-AA33-F3B54EA8229D}" dt="2024-02-12T09:23:31.009" v="3273" actId="478"/>
          <ac:cxnSpMkLst>
            <pc:docMk/>
            <pc:sldMk cId="1024772808" sldId="292"/>
            <ac:cxnSpMk id="17" creationId="{6A0D0A17-A727-72A3-21EE-CBC231622B2A}"/>
          </ac:cxnSpMkLst>
        </pc:cxnChg>
      </pc:sldChg>
      <pc:sldChg chg="modSp mod">
        <pc:chgData name="Embedded Development" userId="97690703-89ef-4183-8a66-0c81b6c8ace9" providerId="ADAL" clId="{BA6B5DA6-A584-42B7-AA33-F3B54EA8229D}" dt="2024-02-15T06:48:15.388" v="8623" actId="20577"/>
        <pc:sldMkLst>
          <pc:docMk/>
          <pc:sldMk cId="160063304" sldId="293"/>
        </pc:sldMkLst>
        <pc:spChg chg="mod">
          <ac:chgData name="Embedded Development" userId="97690703-89ef-4183-8a66-0c81b6c8ace9" providerId="ADAL" clId="{BA6B5DA6-A584-42B7-AA33-F3B54EA8229D}" dt="2024-02-15T06:48:15.388" v="8623" actId="20577"/>
          <ac:spMkLst>
            <pc:docMk/>
            <pc:sldMk cId="160063304" sldId="293"/>
            <ac:spMk id="3" creationId="{6E0C6837-B36A-9AF5-4B8F-CC4381F28FB5}"/>
          </ac:spMkLst>
        </pc:spChg>
      </pc:sldChg>
      <pc:sldChg chg="add del">
        <pc:chgData name="Embedded Development" userId="97690703-89ef-4183-8a66-0c81b6c8ace9" providerId="ADAL" clId="{BA6B5DA6-A584-42B7-AA33-F3B54EA8229D}" dt="2024-02-12T09:45:03.779" v="4176" actId="47"/>
        <pc:sldMkLst>
          <pc:docMk/>
          <pc:sldMk cId="1188162411" sldId="293"/>
        </pc:sldMkLst>
      </pc:sldChg>
      <pc:sldChg chg="del">
        <pc:chgData name="Embedded Development" userId="97690703-89ef-4183-8a66-0c81b6c8ace9" providerId="ADAL" clId="{BA6B5DA6-A584-42B7-AA33-F3B54EA8229D}" dt="2024-02-13T07:43:14.934" v="4505" actId="47"/>
        <pc:sldMkLst>
          <pc:docMk/>
          <pc:sldMk cId="788389846" sldId="295"/>
        </pc:sldMkLst>
      </pc:sldChg>
      <pc:sldChg chg="modSp add mod ord">
        <pc:chgData name="Embedded Development" userId="97690703-89ef-4183-8a66-0c81b6c8ace9" providerId="ADAL" clId="{BA6B5DA6-A584-42B7-AA33-F3B54EA8229D}" dt="2024-02-15T06:35:10.354" v="7308" actId="20577"/>
        <pc:sldMkLst>
          <pc:docMk/>
          <pc:sldMk cId="158012657" sldId="296"/>
        </pc:sldMkLst>
        <pc:spChg chg="mod">
          <ac:chgData name="Embedded Development" userId="97690703-89ef-4183-8a66-0c81b6c8ace9" providerId="ADAL" clId="{BA6B5DA6-A584-42B7-AA33-F3B54EA8229D}" dt="2024-02-13T07:42:19.224" v="4381" actId="20577"/>
          <ac:spMkLst>
            <pc:docMk/>
            <pc:sldMk cId="158012657" sldId="296"/>
            <ac:spMk id="4" creationId="{5BF012CE-B4C0-ACF6-7133-924AA84486D5}"/>
          </ac:spMkLst>
        </pc:spChg>
        <pc:graphicFrameChg chg="modGraphic">
          <ac:chgData name="Embedded Development" userId="97690703-89ef-4183-8a66-0c81b6c8ace9" providerId="ADAL" clId="{BA6B5DA6-A584-42B7-AA33-F3B54EA8229D}" dt="2024-02-15T06:35:10.354" v="7308" actId="20577"/>
          <ac:graphicFrameMkLst>
            <pc:docMk/>
            <pc:sldMk cId="158012657" sldId="296"/>
            <ac:graphicFrameMk id="6" creationId="{D0B3CF8D-EE3C-F54D-65D6-92307FFE4426}"/>
          </ac:graphicFrameMkLst>
        </pc:graphicFrameChg>
      </pc:sldChg>
      <pc:sldChg chg="addSp delSp modSp new mod">
        <pc:chgData name="Embedded Development" userId="97690703-89ef-4183-8a66-0c81b6c8ace9" providerId="ADAL" clId="{BA6B5DA6-A584-42B7-AA33-F3B54EA8229D}" dt="2024-02-13T07:56:40.198" v="4769"/>
        <pc:sldMkLst>
          <pc:docMk/>
          <pc:sldMk cId="2240676421" sldId="297"/>
        </pc:sldMkLst>
        <pc:spChg chg="del">
          <ac:chgData name="Embedded Development" userId="97690703-89ef-4183-8a66-0c81b6c8ace9" providerId="ADAL" clId="{BA6B5DA6-A584-42B7-AA33-F3B54EA8229D}" dt="2024-02-13T07:43:36.858" v="4507" actId="478"/>
          <ac:spMkLst>
            <pc:docMk/>
            <pc:sldMk cId="2240676421" sldId="297"/>
            <ac:spMk id="2" creationId="{5F514722-5742-0C5A-154F-A644A5CBBBF0}"/>
          </ac:spMkLst>
        </pc:spChg>
        <pc:spChg chg="del">
          <ac:chgData name="Embedded Development" userId="97690703-89ef-4183-8a66-0c81b6c8ace9" providerId="ADAL" clId="{BA6B5DA6-A584-42B7-AA33-F3B54EA8229D}" dt="2024-02-13T07:43:38.005" v="4508" actId="478"/>
          <ac:spMkLst>
            <pc:docMk/>
            <pc:sldMk cId="2240676421" sldId="297"/>
            <ac:spMk id="3" creationId="{C3140C65-AC85-5D87-9B7F-FEFA89D70F75}"/>
          </ac:spMkLst>
        </pc:spChg>
        <pc:spChg chg="add mod">
          <ac:chgData name="Embedded Development" userId="97690703-89ef-4183-8a66-0c81b6c8ace9" providerId="ADAL" clId="{BA6B5DA6-A584-42B7-AA33-F3B54EA8229D}" dt="2024-02-13T07:44:02.147" v="4556" actId="1076"/>
          <ac:spMkLst>
            <pc:docMk/>
            <pc:sldMk cId="2240676421" sldId="297"/>
            <ac:spMk id="4" creationId="{BFF3795D-DDCD-8761-84C2-3B16CF9947B6}"/>
          </ac:spMkLst>
        </pc:spChg>
        <pc:graphicFrameChg chg="add mod modGraphic">
          <ac:chgData name="Embedded Development" userId="97690703-89ef-4183-8a66-0c81b6c8ace9" providerId="ADAL" clId="{BA6B5DA6-A584-42B7-AA33-F3B54EA8229D}" dt="2024-02-13T07:56:40.198" v="4769"/>
          <ac:graphicFrameMkLst>
            <pc:docMk/>
            <pc:sldMk cId="2240676421" sldId="297"/>
            <ac:graphicFrameMk id="9" creationId="{F5EE21CE-80F9-D22E-38B7-2133AF10BE5A}"/>
          </ac:graphicFrameMkLst>
        </pc:graphicFrameChg>
        <pc:picChg chg="add del mod">
          <ac:chgData name="Embedded Development" userId="97690703-89ef-4183-8a66-0c81b6c8ace9" providerId="ADAL" clId="{BA6B5DA6-A584-42B7-AA33-F3B54EA8229D}" dt="2024-02-13T07:50:38.520" v="4559" actId="478"/>
          <ac:picMkLst>
            <pc:docMk/>
            <pc:sldMk cId="2240676421" sldId="297"/>
            <ac:picMk id="6" creationId="{2C81EB95-24F3-ED97-3757-D34683BBAE9C}"/>
          </ac:picMkLst>
        </pc:picChg>
        <pc:picChg chg="add del mod">
          <ac:chgData name="Embedded Development" userId="97690703-89ef-4183-8a66-0c81b6c8ace9" providerId="ADAL" clId="{BA6B5DA6-A584-42B7-AA33-F3B54EA8229D}" dt="2024-02-13T07:53:14.382" v="4734" actId="478"/>
          <ac:picMkLst>
            <pc:docMk/>
            <pc:sldMk cId="2240676421" sldId="297"/>
            <ac:picMk id="8" creationId="{3364E624-E948-1B88-27BC-731D56580706}"/>
          </ac:picMkLst>
        </pc:picChg>
      </pc:sldChg>
      <pc:sldChg chg="addSp modSp del mod">
        <pc:chgData name="Embedded Development" userId="97690703-89ef-4183-8a66-0c81b6c8ace9" providerId="ADAL" clId="{BA6B5DA6-A584-42B7-AA33-F3B54EA8229D}" dt="2024-02-15T05:35:52.670" v="4961" actId="47"/>
        <pc:sldMkLst>
          <pc:docMk/>
          <pc:sldMk cId="2196270535" sldId="298"/>
        </pc:sldMkLst>
        <pc:spChg chg="add mod">
          <ac:chgData name="Embedded Development" userId="97690703-89ef-4183-8a66-0c81b6c8ace9" providerId="ADAL" clId="{BA6B5DA6-A584-42B7-AA33-F3B54EA8229D}" dt="2024-02-15T04:52:17.343" v="4825" actId="20577"/>
          <ac:spMkLst>
            <pc:docMk/>
            <pc:sldMk cId="2196270535" sldId="298"/>
            <ac:spMk id="2" creationId="{FD11E87F-9C36-BE86-BE55-12348A7A8009}"/>
          </ac:spMkLst>
        </pc:spChg>
      </pc:sldChg>
      <pc:sldChg chg="addSp delSp modSp add del mod ord">
        <pc:chgData name="Embedded Development" userId="97690703-89ef-4183-8a66-0c81b6c8ace9" providerId="ADAL" clId="{BA6B5DA6-A584-42B7-AA33-F3B54EA8229D}" dt="2024-02-15T06:40:57.389" v="7665" actId="47"/>
        <pc:sldMkLst>
          <pc:docMk/>
          <pc:sldMk cId="3821439756" sldId="298"/>
        </pc:sldMkLst>
        <pc:spChg chg="del">
          <ac:chgData name="Embedded Development" userId="97690703-89ef-4183-8a66-0c81b6c8ace9" providerId="ADAL" clId="{BA6B5DA6-A584-42B7-AA33-F3B54EA8229D}" dt="2024-02-15T05:36:07.699" v="4963" actId="478"/>
          <ac:spMkLst>
            <pc:docMk/>
            <pc:sldMk cId="3821439756" sldId="298"/>
            <ac:spMk id="2" creationId="{4C4AD52C-BB40-328A-0AC8-59F615628CE2}"/>
          </ac:spMkLst>
        </pc:spChg>
        <pc:spChg chg="del">
          <ac:chgData name="Embedded Development" userId="97690703-89ef-4183-8a66-0c81b6c8ace9" providerId="ADAL" clId="{BA6B5DA6-A584-42B7-AA33-F3B54EA8229D}" dt="2024-02-15T05:36:07.699" v="4963" actId="478"/>
          <ac:spMkLst>
            <pc:docMk/>
            <pc:sldMk cId="3821439756" sldId="298"/>
            <ac:spMk id="3" creationId="{D66A8773-2CC3-0DEF-CF4C-B14B564A9D22}"/>
          </ac:spMkLst>
        </pc:spChg>
        <pc:spChg chg="add mod">
          <ac:chgData name="Embedded Development" userId="97690703-89ef-4183-8a66-0c81b6c8ace9" providerId="ADAL" clId="{BA6B5DA6-A584-42B7-AA33-F3B54EA8229D}" dt="2024-02-15T05:59:00.240" v="6275" actId="20577"/>
          <ac:spMkLst>
            <pc:docMk/>
            <pc:sldMk cId="3821439756" sldId="298"/>
            <ac:spMk id="7" creationId="{12E28F5B-A059-2C9D-7F27-7280E26F6AE3}"/>
          </ac:spMkLst>
        </pc:spChg>
        <pc:spChg chg="add mod">
          <ac:chgData name="Embedded Development" userId="97690703-89ef-4183-8a66-0c81b6c8ace9" providerId="ADAL" clId="{BA6B5DA6-A584-42B7-AA33-F3B54EA8229D}" dt="2024-02-15T05:59:44.603" v="6305" actId="1037"/>
          <ac:spMkLst>
            <pc:docMk/>
            <pc:sldMk cId="3821439756" sldId="298"/>
            <ac:spMk id="11" creationId="{9E08D341-7703-A0AD-EFF0-0F328523886F}"/>
          </ac:spMkLst>
        </pc:spChg>
        <pc:spChg chg="mod">
          <ac:chgData name="Embedded Development" userId="97690703-89ef-4183-8a66-0c81b6c8ace9" providerId="ADAL" clId="{BA6B5DA6-A584-42B7-AA33-F3B54EA8229D}" dt="2024-02-15T05:37:26.517" v="5155" actId="1035"/>
          <ac:spMkLst>
            <pc:docMk/>
            <pc:sldMk cId="3821439756" sldId="298"/>
            <ac:spMk id="14" creationId="{9FB7F609-FEF6-8A5A-2661-FB7F66A9D99F}"/>
          </ac:spMkLst>
        </pc:spChg>
        <pc:spChg chg="mod">
          <ac:chgData name="Embedded Development" userId="97690703-89ef-4183-8a66-0c81b6c8ace9" providerId="ADAL" clId="{BA6B5DA6-A584-42B7-AA33-F3B54EA8229D}" dt="2024-02-15T05:37:14.193" v="5089" actId="1035"/>
          <ac:spMkLst>
            <pc:docMk/>
            <pc:sldMk cId="3821439756" sldId="298"/>
            <ac:spMk id="15" creationId="{53F58798-4B07-7DAD-72E2-8306D83DF7BC}"/>
          </ac:spMkLst>
        </pc:spChg>
        <pc:spChg chg="del">
          <ac:chgData name="Embedded Development" userId="97690703-89ef-4183-8a66-0c81b6c8ace9" providerId="ADAL" clId="{BA6B5DA6-A584-42B7-AA33-F3B54EA8229D}" dt="2024-02-15T05:37:02.498" v="5020" actId="478"/>
          <ac:spMkLst>
            <pc:docMk/>
            <pc:sldMk cId="3821439756" sldId="298"/>
            <ac:spMk id="16" creationId="{43FB1E7F-3CC5-C995-63F3-A135ACCC1AEB}"/>
          </ac:spMkLst>
        </pc:spChg>
        <pc:spChg chg="add mod">
          <ac:chgData name="Embedded Development" userId="97690703-89ef-4183-8a66-0c81b6c8ace9" providerId="ADAL" clId="{BA6B5DA6-A584-42B7-AA33-F3B54EA8229D}" dt="2024-02-15T06:00:16.996" v="6383" actId="20577"/>
          <ac:spMkLst>
            <pc:docMk/>
            <pc:sldMk cId="3821439756" sldId="298"/>
            <ac:spMk id="19" creationId="{D4D7087C-6E50-C67B-EF99-EF889092F21A}"/>
          </ac:spMkLst>
        </pc:spChg>
        <pc:spChg chg="del">
          <ac:chgData name="Embedded Development" userId="97690703-89ef-4183-8a66-0c81b6c8ace9" providerId="ADAL" clId="{BA6B5DA6-A584-42B7-AA33-F3B54EA8229D}" dt="2024-02-15T05:36:07.699" v="4963" actId="478"/>
          <ac:spMkLst>
            <pc:docMk/>
            <pc:sldMk cId="3821439756" sldId="298"/>
            <ac:spMk id="22" creationId="{D2D25FBC-1832-2078-478B-BEBBC3FA0A89}"/>
          </ac:spMkLst>
        </pc:spChg>
        <pc:spChg chg="add mod">
          <ac:chgData name="Embedded Development" userId="97690703-89ef-4183-8a66-0c81b6c8ace9" providerId="ADAL" clId="{BA6B5DA6-A584-42B7-AA33-F3B54EA8229D}" dt="2024-02-15T05:54:46.214" v="6101" actId="20577"/>
          <ac:spMkLst>
            <pc:docMk/>
            <pc:sldMk cId="3821439756" sldId="298"/>
            <ac:spMk id="24" creationId="{521B924C-E3A6-98CA-652C-B62139716685}"/>
          </ac:spMkLst>
        </pc:spChg>
        <pc:spChg chg="add del">
          <ac:chgData name="Embedded Development" userId="97690703-89ef-4183-8a66-0c81b6c8ace9" providerId="ADAL" clId="{BA6B5DA6-A584-42B7-AA33-F3B54EA8229D}" dt="2024-02-15T05:36:14.843" v="4966" actId="478"/>
          <ac:spMkLst>
            <pc:docMk/>
            <pc:sldMk cId="3821439756" sldId="298"/>
            <ac:spMk id="25" creationId="{0CD362E5-F896-A524-342C-690BAF7B55D3}"/>
          </ac:spMkLst>
        </pc:spChg>
        <pc:spChg chg="add mod">
          <ac:chgData name="Embedded Development" userId="97690703-89ef-4183-8a66-0c81b6c8ace9" providerId="ADAL" clId="{BA6B5DA6-A584-42B7-AA33-F3B54EA8229D}" dt="2024-02-15T05:59:54.293" v="6311" actId="1038"/>
          <ac:spMkLst>
            <pc:docMk/>
            <pc:sldMk cId="3821439756" sldId="298"/>
            <ac:spMk id="31" creationId="{BA4905F9-26F5-ABC9-5CB6-B5C158DA2BFD}"/>
          </ac:spMkLst>
        </pc:spChg>
        <pc:spChg chg="del">
          <ac:chgData name="Embedded Development" userId="97690703-89ef-4183-8a66-0c81b6c8ace9" providerId="ADAL" clId="{BA6B5DA6-A584-42B7-AA33-F3B54EA8229D}" dt="2024-02-15T05:36:07.699" v="4963" actId="478"/>
          <ac:spMkLst>
            <pc:docMk/>
            <pc:sldMk cId="3821439756" sldId="298"/>
            <ac:spMk id="32" creationId="{431F290C-60CF-2165-AC3E-E74386B19736}"/>
          </ac:spMkLst>
        </pc:spChg>
        <pc:spChg chg="add del">
          <ac:chgData name="Embedded Development" userId="97690703-89ef-4183-8a66-0c81b6c8ace9" providerId="ADAL" clId="{BA6B5DA6-A584-42B7-AA33-F3B54EA8229D}" dt="2024-02-15T05:36:14.843" v="4966" actId="478"/>
          <ac:spMkLst>
            <pc:docMk/>
            <pc:sldMk cId="3821439756" sldId="298"/>
            <ac:spMk id="72" creationId="{1E9A268C-BD3B-4C9C-7B05-41D5C4941F34}"/>
          </ac:spMkLst>
        </pc:spChg>
        <pc:spChg chg="add del">
          <ac:chgData name="Embedded Development" userId="97690703-89ef-4183-8a66-0c81b6c8ace9" providerId="ADAL" clId="{BA6B5DA6-A584-42B7-AA33-F3B54EA8229D}" dt="2024-02-15T05:36:14.843" v="4966" actId="478"/>
          <ac:spMkLst>
            <pc:docMk/>
            <pc:sldMk cId="3821439756" sldId="298"/>
            <ac:spMk id="73" creationId="{07F86D04-0C0D-76B8-83A8-D049282932A4}"/>
          </ac:spMkLst>
        </pc:spChg>
        <pc:spChg chg="del">
          <ac:chgData name="Embedded Development" userId="97690703-89ef-4183-8a66-0c81b6c8ace9" providerId="ADAL" clId="{BA6B5DA6-A584-42B7-AA33-F3B54EA8229D}" dt="2024-02-15T05:36:16.561" v="4967" actId="478"/>
          <ac:spMkLst>
            <pc:docMk/>
            <pc:sldMk cId="3821439756" sldId="298"/>
            <ac:spMk id="78" creationId="{623B83FA-7CFB-BD22-A549-8DFDCE020CB6}"/>
          </ac:spMkLst>
        </pc:spChg>
        <pc:spChg chg="del">
          <ac:chgData name="Embedded Development" userId="97690703-89ef-4183-8a66-0c81b6c8ace9" providerId="ADAL" clId="{BA6B5DA6-A584-42B7-AA33-F3B54EA8229D}" dt="2024-02-15T05:36:16.561" v="4967" actId="478"/>
          <ac:spMkLst>
            <pc:docMk/>
            <pc:sldMk cId="3821439756" sldId="298"/>
            <ac:spMk id="82" creationId="{03A43EC8-F378-65C3-A786-125244A2FA58}"/>
          </ac:spMkLst>
        </pc:spChg>
        <pc:spChg chg="del">
          <ac:chgData name="Embedded Development" userId="97690703-89ef-4183-8a66-0c81b6c8ace9" providerId="ADAL" clId="{BA6B5DA6-A584-42B7-AA33-F3B54EA8229D}" dt="2024-02-15T05:36:16.561" v="4967" actId="478"/>
          <ac:spMkLst>
            <pc:docMk/>
            <pc:sldMk cId="3821439756" sldId="298"/>
            <ac:spMk id="94" creationId="{5593FCB1-5980-32D2-FB5E-D9ACEBCF697C}"/>
          </ac:spMkLst>
        </pc:spChg>
        <pc:spChg chg="del">
          <ac:chgData name="Embedded Development" userId="97690703-89ef-4183-8a66-0c81b6c8ace9" providerId="ADAL" clId="{BA6B5DA6-A584-42B7-AA33-F3B54EA8229D}" dt="2024-02-15T05:36:16.561" v="4967" actId="478"/>
          <ac:spMkLst>
            <pc:docMk/>
            <pc:sldMk cId="3821439756" sldId="298"/>
            <ac:spMk id="95" creationId="{CD9DCD1F-07DA-7BA8-10B8-757C2DCB8C5D}"/>
          </ac:spMkLst>
        </pc:spChg>
        <pc:spChg chg="mod">
          <ac:chgData name="Embedded Development" userId="97690703-89ef-4183-8a66-0c81b6c8ace9" providerId="ADAL" clId="{BA6B5DA6-A584-42B7-AA33-F3B54EA8229D}" dt="2024-02-15T05:37:35.526" v="5159" actId="1035"/>
          <ac:spMkLst>
            <pc:docMk/>
            <pc:sldMk cId="3821439756" sldId="298"/>
            <ac:spMk id="122" creationId="{54DEECF8-5F5D-D31C-1964-684707F6185A}"/>
          </ac:spMkLst>
        </pc:spChg>
        <pc:spChg chg="add del">
          <ac:chgData name="Embedded Development" userId="97690703-89ef-4183-8a66-0c81b6c8ace9" providerId="ADAL" clId="{BA6B5DA6-A584-42B7-AA33-F3B54EA8229D}" dt="2024-02-15T05:36:14.843" v="4966" actId="478"/>
          <ac:spMkLst>
            <pc:docMk/>
            <pc:sldMk cId="3821439756" sldId="298"/>
            <ac:spMk id="123" creationId="{B8AE7904-B84B-EDB5-4907-A7EEB4E20939}"/>
          </ac:spMkLst>
        </pc:spChg>
        <pc:spChg chg="del">
          <ac:chgData name="Embedded Development" userId="97690703-89ef-4183-8a66-0c81b6c8ace9" providerId="ADAL" clId="{BA6B5DA6-A584-42B7-AA33-F3B54EA8229D}" dt="2024-02-15T05:36:16.561" v="4967" actId="478"/>
          <ac:spMkLst>
            <pc:docMk/>
            <pc:sldMk cId="3821439756" sldId="298"/>
            <ac:spMk id="125" creationId="{5FE7283C-05F4-8E4C-F185-2C4237E1D8DB}"/>
          </ac:spMkLst>
        </pc:spChg>
        <pc:grpChg chg="mod">
          <ac:chgData name="Embedded Development" userId="97690703-89ef-4183-8a66-0c81b6c8ace9" providerId="ADAL" clId="{BA6B5DA6-A584-42B7-AA33-F3B54EA8229D}" dt="2024-02-15T06:02:51.329" v="6388" actId="14100"/>
          <ac:grpSpMkLst>
            <pc:docMk/>
            <pc:sldMk cId="3821439756" sldId="298"/>
            <ac:grpSpMk id="21" creationId="{C51244A7-7FD5-3287-AF15-E9E865F650D3}"/>
          </ac:grpSpMkLst>
        </pc:grpChg>
        <pc:cxnChg chg="del mod">
          <ac:chgData name="Embedded Development" userId="97690703-89ef-4183-8a66-0c81b6c8ace9" providerId="ADAL" clId="{BA6B5DA6-A584-42B7-AA33-F3B54EA8229D}" dt="2024-02-15T05:36:07.699" v="4963" actId="478"/>
          <ac:cxnSpMkLst>
            <pc:docMk/>
            <pc:sldMk cId="3821439756" sldId="298"/>
            <ac:cxnSpMk id="4" creationId="{984D0562-9D45-7F32-72F4-903AD7C76698}"/>
          </ac:cxnSpMkLst>
        </pc:cxnChg>
        <pc:cxnChg chg="mod">
          <ac:chgData name="Embedded Development" userId="97690703-89ef-4183-8a66-0c81b6c8ace9" providerId="ADAL" clId="{BA6B5DA6-A584-42B7-AA33-F3B54EA8229D}" dt="2024-02-15T05:37:21.009" v="5131" actId="1035"/>
          <ac:cxnSpMkLst>
            <pc:docMk/>
            <pc:sldMk cId="3821439756" sldId="298"/>
            <ac:cxnSpMk id="8" creationId="{9743ACEB-596B-9ED2-2A9B-A86F5D5B9062}"/>
          </ac:cxnSpMkLst>
        </pc:cxnChg>
        <pc:cxnChg chg="del">
          <ac:chgData name="Embedded Development" userId="97690703-89ef-4183-8a66-0c81b6c8ace9" providerId="ADAL" clId="{BA6B5DA6-A584-42B7-AA33-F3B54EA8229D}" dt="2024-02-15T05:37:04.868" v="5021" actId="478"/>
          <ac:cxnSpMkLst>
            <pc:docMk/>
            <pc:sldMk cId="3821439756" sldId="298"/>
            <ac:cxnSpMk id="9" creationId="{E26A0CE2-3F01-6F14-FE1F-B344618A45DA}"/>
          </ac:cxnSpMkLst>
        </pc:cxnChg>
        <pc:cxnChg chg="del mod">
          <ac:chgData name="Embedded Development" userId="97690703-89ef-4183-8a66-0c81b6c8ace9" providerId="ADAL" clId="{BA6B5DA6-A584-42B7-AA33-F3B54EA8229D}" dt="2024-02-15T05:36:07.699" v="4963" actId="478"/>
          <ac:cxnSpMkLst>
            <pc:docMk/>
            <pc:sldMk cId="3821439756" sldId="298"/>
            <ac:cxnSpMk id="17" creationId="{345081E7-A56A-B6B2-765E-A5C364BAF765}"/>
          </ac:cxnSpMkLst>
        </pc:cxnChg>
        <pc:cxnChg chg="add mod">
          <ac:chgData name="Embedded Development" userId="97690703-89ef-4183-8a66-0c81b6c8ace9" providerId="ADAL" clId="{BA6B5DA6-A584-42B7-AA33-F3B54EA8229D}" dt="2024-02-15T05:59:44.603" v="6305" actId="1037"/>
          <ac:cxnSpMkLst>
            <pc:docMk/>
            <pc:sldMk cId="3821439756" sldId="298"/>
            <ac:cxnSpMk id="18" creationId="{ADFAC135-9E89-D5CF-9863-64C02AA58F1E}"/>
          </ac:cxnSpMkLst>
        </pc:cxnChg>
        <pc:cxnChg chg="add mod">
          <ac:chgData name="Embedded Development" userId="97690703-89ef-4183-8a66-0c81b6c8ace9" providerId="ADAL" clId="{BA6B5DA6-A584-42B7-AA33-F3B54EA8229D}" dt="2024-02-15T05:59:34.551" v="6302" actId="1036"/>
          <ac:cxnSpMkLst>
            <pc:docMk/>
            <pc:sldMk cId="3821439756" sldId="298"/>
            <ac:cxnSpMk id="20" creationId="{00570D68-63AD-6E44-D2C1-DAC181326F59}"/>
          </ac:cxnSpMkLst>
        </pc:cxnChg>
        <pc:cxnChg chg="add mod">
          <ac:chgData name="Embedded Development" userId="97690703-89ef-4183-8a66-0c81b6c8ace9" providerId="ADAL" clId="{BA6B5DA6-A584-42B7-AA33-F3B54EA8229D}" dt="2024-02-15T05:55:21.280" v="6243" actId="14100"/>
          <ac:cxnSpMkLst>
            <pc:docMk/>
            <pc:sldMk cId="3821439756" sldId="298"/>
            <ac:cxnSpMk id="27" creationId="{C88C59C1-642D-2739-2708-AC4416A54224}"/>
          </ac:cxnSpMkLst>
        </pc:cxnChg>
        <pc:cxnChg chg="add mod">
          <ac:chgData name="Embedded Development" userId="97690703-89ef-4183-8a66-0c81b6c8ace9" providerId="ADAL" clId="{BA6B5DA6-A584-42B7-AA33-F3B54EA8229D}" dt="2024-02-15T05:59:57.453" v="6313" actId="14100"/>
          <ac:cxnSpMkLst>
            <pc:docMk/>
            <pc:sldMk cId="3821439756" sldId="298"/>
            <ac:cxnSpMk id="33" creationId="{EE52A287-45D1-A79D-724C-31FF437F4AD8}"/>
          </ac:cxnSpMkLst>
        </pc:cxnChg>
        <pc:cxnChg chg="del mod">
          <ac:chgData name="Embedded Development" userId="97690703-89ef-4183-8a66-0c81b6c8ace9" providerId="ADAL" clId="{BA6B5DA6-A584-42B7-AA33-F3B54EA8229D}" dt="2024-02-15T05:36:07.699" v="4963" actId="478"/>
          <ac:cxnSpMkLst>
            <pc:docMk/>
            <pc:sldMk cId="3821439756" sldId="298"/>
            <ac:cxnSpMk id="39" creationId="{196B30FE-501C-EAF9-724E-E50B4F87D93B}"/>
          </ac:cxnSpMkLst>
        </pc:cxnChg>
        <pc:cxnChg chg="add del">
          <ac:chgData name="Embedded Development" userId="97690703-89ef-4183-8a66-0c81b6c8ace9" providerId="ADAL" clId="{BA6B5DA6-A584-42B7-AA33-F3B54EA8229D}" dt="2024-02-15T05:36:14.843" v="4966" actId="478"/>
          <ac:cxnSpMkLst>
            <pc:docMk/>
            <pc:sldMk cId="3821439756" sldId="298"/>
            <ac:cxnSpMk id="71" creationId="{DEAFDE13-C2F4-B79C-227C-804AE683151D}"/>
          </ac:cxnSpMkLst>
        </pc:cxnChg>
        <pc:cxnChg chg="add del mod">
          <ac:chgData name="Embedded Development" userId="97690703-89ef-4183-8a66-0c81b6c8ace9" providerId="ADAL" clId="{BA6B5DA6-A584-42B7-AA33-F3B54EA8229D}" dt="2024-02-15T05:36:14.843" v="4966" actId="478"/>
          <ac:cxnSpMkLst>
            <pc:docMk/>
            <pc:sldMk cId="3821439756" sldId="298"/>
            <ac:cxnSpMk id="74" creationId="{7AA84EF2-C2C1-C689-1881-A9F49074955E}"/>
          </ac:cxnSpMkLst>
        </pc:cxnChg>
        <pc:cxnChg chg="del mod">
          <ac:chgData name="Embedded Development" userId="97690703-89ef-4183-8a66-0c81b6c8ace9" providerId="ADAL" clId="{BA6B5DA6-A584-42B7-AA33-F3B54EA8229D}" dt="2024-02-15T05:36:16.561" v="4967" actId="478"/>
          <ac:cxnSpMkLst>
            <pc:docMk/>
            <pc:sldMk cId="3821439756" sldId="298"/>
            <ac:cxnSpMk id="79" creationId="{1222161F-3C79-67E8-6A2E-3185C744CE82}"/>
          </ac:cxnSpMkLst>
        </pc:cxnChg>
        <pc:cxnChg chg="del">
          <ac:chgData name="Embedded Development" userId="97690703-89ef-4183-8a66-0c81b6c8ace9" providerId="ADAL" clId="{BA6B5DA6-A584-42B7-AA33-F3B54EA8229D}" dt="2024-02-15T05:36:16.561" v="4967" actId="478"/>
          <ac:cxnSpMkLst>
            <pc:docMk/>
            <pc:sldMk cId="3821439756" sldId="298"/>
            <ac:cxnSpMk id="88" creationId="{754A94BE-0A5C-E35D-42C9-4947E8C10E96}"/>
          </ac:cxnSpMkLst>
        </pc:cxnChg>
        <pc:cxnChg chg="del mod">
          <ac:chgData name="Embedded Development" userId="97690703-89ef-4183-8a66-0c81b6c8ace9" providerId="ADAL" clId="{BA6B5DA6-A584-42B7-AA33-F3B54EA8229D}" dt="2024-02-15T05:36:16.561" v="4967" actId="478"/>
          <ac:cxnSpMkLst>
            <pc:docMk/>
            <pc:sldMk cId="3821439756" sldId="298"/>
            <ac:cxnSpMk id="96" creationId="{2534852F-4CF7-D290-1C65-1AD95E720B1D}"/>
          </ac:cxnSpMkLst>
        </pc:cxnChg>
        <pc:cxnChg chg="add del mod">
          <ac:chgData name="Embedded Development" userId="97690703-89ef-4183-8a66-0c81b6c8ace9" providerId="ADAL" clId="{BA6B5DA6-A584-42B7-AA33-F3B54EA8229D}" dt="2024-02-15T06:32:45.754" v="7268" actId="14100"/>
          <ac:cxnSpMkLst>
            <pc:docMk/>
            <pc:sldMk cId="3821439756" sldId="298"/>
            <ac:cxnSpMk id="105" creationId="{B0DBD251-7A7C-3F67-DEFE-1074175C2AAD}"/>
          </ac:cxnSpMkLst>
        </pc:cxnChg>
        <pc:cxnChg chg="add del">
          <ac:chgData name="Embedded Development" userId="97690703-89ef-4183-8a66-0c81b6c8ace9" providerId="ADAL" clId="{BA6B5DA6-A584-42B7-AA33-F3B54EA8229D}" dt="2024-02-15T05:36:11.175" v="4965" actId="478"/>
          <ac:cxnSpMkLst>
            <pc:docMk/>
            <pc:sldMk cId="3821439756" sldId="298"/>
            <ac:cxnSpMk id="107" creationId="{B155E50C-4CEE-5D41-5999-083502013774}"/>
          </ac:cxnSpMkLst>
        </pc:cxnChg>
      </pc:sldChg>
      <pc:sldChg chg="addSp delSp modSp add del mod ord">
        <pc:chgData name="Embedded Development" userId="97690703-89ef-4183-8a66-0c81b6c8ace9" providerId="ADAL" clId="{BA6B5DA6-A584-42B7-AA33-F3B54EA8229D}" dt="2024-02-15T06:40:11.275" v="7636" actId="47"/>
        <pc:sldMkLst>
          <pc:docMk/>
          <pc:sldMk cId="636377568" sldId="299"/>
        </pc:sldMkLst>
        <pc:spChg chg="del">
          <ac:chgData name="Embedded Development" userId="97690703-89ef-4183-8a66-0c81b6c8ace9" providerId="ADAL" clId="{BA6B5DA6-A584-42B7-AA33-F3B54EA8229D}" dt="2024-02-15T06:32:08.298" v="7263" actId="478"/>
          <ac:spMkLst>
            <pc:docMk/>
            <pc:sldMk cId="636377568" sldId="299"/>
            <ac:spMk id="4" creationId="{BA8291DC-607C-8E3D-C787-E77DC68897F2}"/>
          </ac:spMkLst>
        </pc:spChg>
        <pc:spChg chg="del">
          <ac:chgData name="Embedded Development" userId="97690703-89ef-4183-8a66-0c81b6c8ace9" providerId="ADAL" clId="{BA6B5DA6-A584-42B7-AA33-F3B54EA8229D}" dt="2024-02-15T06:36:56.410" v="7536" actId="478"/>
          <ac:spMkLst>
            <pc:docMk/>
            <pc:sldMk cId="636377568" sldId="299"/>
            <ac:spMk id="5" creationId="{F2F98249-3B8B-0F0D-432D-3323D76873B0}"/>
          </ac:spMkLst>
        </pc:spChg>
        <pc:spChg chg="del">
          <ac:chgData name="Embedded Development" userId="97690703-89ef-4183-8a66-0c81b6c8ace9" providerId="ADAL" clId="{BA6B5DA6-A584-42B7-AA33-F3B54EA8229D}" dt="2024-02-15T06:32:08.298" v="7263" actId="478"/>
          <ac:spMkLst>
            <pc:docMk/>
            <pc:sldMk cId="636377568" sldId="299"/>
            <ac:spMk id="6" creationId="{15F0F3DF-3031-79FA-2848-F1B4529516FC}"/>
          </ac:spMkLst>
        </pc:spChg>
        <pc:spChg chg="mod">
          <ac:chgData name="Embedded Development" userId="97690703-89ef-4183-8a66-0c81b6c8ace9" providerId="ADAL" clId="{BA6B5DA6-A584-42B7-AA33-F3B54EA8229D}" dt="2024-02-15T06:37:07.517" v="7538" actId="14100"/>
          <ac:spMkLst>
            <pc:docMk/>
            <pc:sldMk cId="636377568" sldId="299"/>
            <ac:spMk id="7" creationId="{302A5824-329A-9FC1-9E3A-4E17998E81EA}"/>
          </ac:spMkLst>
        </pc:spChg>
        <pc:spChg chg="del">
          <ac:chgData name="Embedded Development" userId="97690703-89ef-4183-8a66-0c81b6c8ace9" providerId="ADAL" clId="{BA6B5DA6-A584-42B7-AA33-F3B54EA8229D}" dt="2024-02-15T06:32:08.298" v="7263" actId="478"/>
          <ac:spMkLst>
            <pc:docMk/>
            <pc:sldMk cId="636377568" sldId="299"/>
            <ac:spMk id="9" creationId="{296C06D0-84A0-AC0C-1A8A-BA1CBC68B621}"/>
          </ac:spMkLst>
        </pc:spChg>
        <pc:spChg chg="del">
          <ac:chgData name="Embedded Development" userId="97690703-89ef-4183-8a66-0c81b6c8ace9" providerId="ADAL" clId="{BA6B5DA6-A584-42B7-AA33-F3B54EA8229D}" dt="2024-02-15T06:32:11.952" v="7265" actId="478"/>
          <ac:spMkLst>
            <pc:docMk/>
            <pc:sldMk cId="636377568" sldId="299"/>
            <ac:spMk id="10" creationId="{68F404A6-11CA-EFB2-2DB1-F7227EBFABB9}"/>
          </ac:spMkLst>
        </pc:spChg>
        <pc:spChg chg="del mod">
          <ac:chgData name="Embedded Development" userId="97690703-89ef-4183-8a66-0c81b6c8ace9" providerId="ADAL" clId="{BA6B5DA6-A584-42B7-AA33-F3B54EA8229D}" dt="2024-02-15T06:36:56.410" v="7536" actId="478"/>
          <ac:spMkLst>
            <pc:docMk/>
            <pc:sldMk cId="636377568" sldId="299"/>
            <ac:spMk id="11" creationId="{5171E7F7-FABF-CF87-90A0-4E10D10A17B8}"/>
          </ac:spMkLst>
        </pc:spChg>
        <pc:spChg chg="add del mod">
          <ac:chgData name="Embedded Development" userId="97690703-89ef-4183-8a66-0c81b6c8ace9" providerId="ADAL" clId="{BA6B5DA6-A584-42B7-AA33-F3B54EA8229D}" dt="2024-02-15T06:36:56.410" v="7536" actId="478"/>
          <ac:spMkLst>
            <pc:docMk/>
            <pc:sldMk cId="636377568" sldId="299"/>
            <ac:spMk id="12" creationId="{E1415728-E971-DBF6-5D9A-3F053A4F942F}"/>
          </ac:spMkLst>
        </pc:spChg>
        <pc:spChg chg="mod">
          <ac:chgData name="Embedded Development" userId="97690703-89ef-4183-8a66-0c81b6c8ace9" providerId="ADAL" clId="{BA6B5DA6-A584-42B7-AA33-F3B54EA8229D}" dt="2024-02-15T06:28:43.179" v="6415" actId="20577"/>
          <ac:spMkLst>
            <pc:docMk/>
            <pc:sldMk cId="636377568" sldId="299"/>
            <ac:spMk id="16" creationId="{2E75DAF3-C70E-1279-AC45-1EF69EF6D821}"/>
          </ac:spMkLst>
        </pc:spChg>
        <pc:spChg chg="del mod">
          <ac:chgData name="Embedded Development" userId="97690703-89ef-4183-8a66-0c81b6c8ace9" providerId="ADAL" clId="{BA6B5DA6-A584-42B7-AA33-F3B54EA8229D}" dt="2024-02-15T06:36:56.410" v="7536" actId="478"/>
          <ac:spMkLst>
            <pc:docMk/>
            <pc:sldMk cId="636377568" sldId="299"/>
            <ac:spMk id="17" creationId="{63F7385B-565A-DC22-3167-78453263ED04}"/>
          </ac:spMkLst>
        </pc:spChg>
        <pc:spChg chg="del mod">
          <ac:chgData name="Embedded Development" userId="97690703-89ef-4183-8a66-0c81b6c8ace9" providerId="ADAL" clId="{BA6B5DA6-A584-42B7-AA33-F3B54EA8229D}" dt="2024-02-15T06:36:56.410" v="7536" actId="478"/>
          <ac:spMkLst>
            <pc:docMk/>
            <pc:sldMk cId="636377568" sldId="299"/>
            <ac:spMk id="20" creationId="{0591495F-2BB1-B848-A70F-3F9AA15C3430}"/>
          </ac:spMkLst>
        </pc:spChg>
        <pc:spChg chg="del mod">
          <ac:chgData name="Embedded Development" userId="97690703-89ef-4183-8a66-0c81b6c8ace9" providerId="ADAL" clId="{BA6B5DA6-A584-42B7-AA33-F3B54EA8229D}" dt="2024-02-15T06:36:56.410" v="7536" actId="478"/>
          <ac:spMkLst>
            <pc:docMk/>
            <pc:sldMk cId="636377568" sldId="299"/>
            <ac:spMk id="23" creationId="{ECDE60F1-85BC-9598-BB42-863B2A33D490}"/>
          </ac:spMkLst>
        </pc:spChg>
        <pc:spChg chg="del">
          <ac:chgData name="Embedded Development" userId="97690703-89ef-4183-8a66-0c81b6c8ace9" providerId="ADAL" clId="{BA6B5DA6-A584-42B7-AA33-F3B54EA8229D}" dt="2024-02-15T06:32:10.556" v="7264" actId="478"/>
          <ac:spMkLst>
            <pc:docMk/>
            <pc:sldMk cId="636377568" sldId="299"/>
            <ac:spMk id="30" creationId="{C88AC2D9-67E8-9F75-979B-7F7DB9D0BA3F}"/>
          </ac:spMkLst>
        </pc:spChg>
        <pc:graphicFrameChg chg="del">
          <ac:chgData name="Embedded Development" userId="97690703-89ef-4183-8a66-0c81b6c8ace9" providerId="ADAL" clId="{BA6B5DA6-A584-42B7-AA33-F3B54EA8229D}" dt="2024-02-15T06:32:08.298" v="7263" actId="478"/>
          <ac:graphicFrameMkLst>
            <pc:docMk/>
            <pc:sldMk cId="636377568" sldId="299"/>
            <ac:graphicFrameMk id="2" creationId="{DBED201D-2221-12FC-077A-C17C0040A2EB}"/>
          </ac:graphicFrameMkLst>
        </pc:graphicFrameChg>
        <pc:graphicFrameChg chg="del">
          <ac:chgData name="Embedded Development" userId="97690703-89ef-4183-8a66-0c81b6c8ace9" providerId="ADAL" clId="{BA6B5DA6-A584-42B7-AA33-F3B54EA8229D}" dt="2024-02-15T06:32:08.298" v="7263" actId="478"/>
          <ac:graphicFrameMkLst>
            <pc:docMk/>
            <pc:sldMk cId="636377568" sldId="299"/>
            <ac:graphicFrameMk id="3" creationId="{88323F6B-E879-1575-9EBE-EF14F3C9CA1A}"/>
          </ac:graphicFrameMkLst>
        </pc:graphicFrameChg>
        <pc:graphicFrameChg chg="del">
          <ac:chgData name="Embedded Development" userId="97690703-89ef-4183-8a66-0c81b6c8ace9" providerId="ADAL" clId="{BA6B5DA6-A584-42B7-AA33-F3B54EA8229D}" dt="2024-02-15T06:32:08.298" v="7263" actId="478"/>
          <ac:graphicFrameMkLst>
            <pc:docMk/>
            <pc:sldMk cId="636377568" sldId="299"/>
            <ac:graphicFrameMk id="8" creationId="{473A1137-F815-214D-CEC3-C4DB4E7F8B83}"/>
          </ac:graphicFrameMkLst>
        </pc:graphicFrameChg>
        <pc:cxnChg chg="del mod">
          <ac:chgData name="Embedded Development" userId="97690703-89ef-4183-8a66-0c81b6c8ace9" providerId="ADAL" clId="{BA6B5DA6-A584-42B7-AA33-F3B54EA8229D}" dt="2024-02-15T06:36:56.410" v="7536" actId="478"/>
          <ac:cxnSpMkLst>
            <pc:docMk/>
            <pc:sldMk cId="636377568" sldId="299"/>
            <ac:cxnSpMk id="18" creationId="{19A0003A-A16A-832F-D204-A71662922CCF}"/>
          </ac:cxnSpMkLst>
        </pc:cxnChg>
        <pc:cxnChg chg="del">
          <ac:chgData name="Embedded Development" userId="97690703-89ef-4183-8a66-0c81b6c8ace9" providerId="ADAL" clId="{BA6B5DA6-A584-42B7-AA33-F3B54EA8229D}" dt="2024-02-15T06:36:56.410" v="7536" actId="478"/>
          <ac:cxnSpMkLst>
            <pc:docMk/>
            <pc:sldMk cId="636377568" sldId="299"/>
            <ac:cxnSpMk id="19" creationId="{30FA9A53-BBFE-A768-3E0C-E8D53542CEB0}"/>
          </ac:cxnSpMkLst>
        </pc:cxnChg>
        <pc:cxnChg chg="del mod">
          <ac:chgData name="Embedded Development" userId="97690703-89ef-4183-8a66-0c81b6c8ace9" providerId="ADAL" clId="{BA6B5DA6-A584-42B7-AA33-F3B54EA8229D}" dt="2024-02-15T06:36:56.410" v="7536" actId="478"/>
          <ac:cxnSpMkLst>
            <pc:docMk/>
            <pc:sldMk cId="636377568" sldId="299"/>
            <ac:cxnSpMk id="22" creationId="{89686C2D-7CD3-2668-CEC6-E6C792AFEF31}"/>
          </ac:cxnSpMkLst>
        </pc:cxnChg>
        <pc:cxnChg chg="del">
          <ac:chgData name="Embedded Development" userId="97690703-89ef-4183-8a66-0c81b6c8ace9" providerId="ADAL" clId="{BA6B5DA6-A584-42B7-AA33-F3B54EA8229D}" dt="2024-02-15T06:32:02.540" v="7262" actId="478"/>
          <ac:cxnSpMkLst>
            <pc:docMk/>
            <pc:sldMk cId="636377568" sldId="299"/>
            <ac:cxnSpMk id="24" creationId="{6DCF4905-59FB-EB49-DDCA-E559BAA4BF6E}"/>
          </ac:cxnSpMkLst>
        </pc:cxnChg>
        <pc:cxnChg chg="del mod">
          <ac:chgData name="Embedded Development" userId="97690703-89ef-4183-8a66-0c81b6c8ace9" providerId="ADAL" clId="{BA6B5DA6-A584-42B7-AA33-F3B54EA8229D}" dt="2024-02-15T06:32:00.454" v="7261" actId="478"/>
          <ac:cxnSpMkLst>
            <pc:docMk/>
            <pc:sldMk cId="636377568" sldId="299"/>
            <ac:cxnSpMk id="27" creationId="{D4EA124F-FCDE-FDC0-C20B-ED79AC8DB9F3}"/>
          </ac:cxnSpMkLst>
        </pc:cxnChg>
      </pc:sldChg>
      <pc:sldChg chg="modSp add mod ord">
        <pc:chgData name="Embedded Development" userId="97690703-89ef-4183-8a66-0c81b6c8ace9" providerId="ADAL" clId="{BA6B5DA6-A584-42B7-AA33-F3B54EA8229D}" dt="2024-02-15T06:46:59.872" v="8576" actId="1035"/>
        <pc:sldMkLst>
          <pc:docMk/>
          <pc:sldMk cId="3170319073" sldId="300"/>
        </pc:sldMkLst>
        <pc:spChg chg="mod">
          <ac:chgData name="Embedded Development" userId="97690703-89ef-4183-8a66-0c81b6c8ace9" providerId="ADAL" clId="{BA6B5DA6-A584-42B7-AA33-F3B54EA8229D}" dt="2024-02-15T06:46:59.872" v="8576" actId="1035"/>
          <ac:spMkLst>
            <pc:docMk/>
            <pc:sldMk cId="3170319073" sldId="300"/>
            <ac:spMk id="4" creationId="{94E16E81-E8FD-1AA0-33CC-EF781BE5AF9D}"/>
          </ac:spMkLst>
        </pc:spChg>
        <pc:spChg chg="mod">
          <ac:chgData name="Embedded Development" userId="97690703-89ef-4183-8a66-0c81b6c8ace9" providerId="ADAL" clId="{BA6B5DA6-A584-42B7-AA33-F3B54EA8229D}" dt="2024-02-15T06:46:59.872" v="8576" actId="1035"/>
          <ac:spMkLst>
            <pc:docMk/>
            <pc:sldMk cId="3170319073" sldId="300"/>
            <ac:spMk id="6" creationId="{0A689CDF-72F7-C6A0-9D0F-0411F3C6ED70}"/>
          </ac:spMkLst>
        </pc:spChg>
        <pc:spChg chg="mod">
          <ac:chgData name="Embedded Development" userId="97690703-89ef-4183-8a66-0c81b6c8ace9" providerId="ADAL" clId="{BA6B5DA6-A584-42B7-AA33-F3B54EA8229D}" dt="2024-02-15T06:46:49.425" v="8564" actId="20577"/>
          <ac:spMkLst>
            <pc:docMk/>
            <pc:sldMk cId="3170319073" sldId="300"/>
            <ac:spMk id="7" creationId="{9AF3B61A-CF9C-469C-F578-307C77C50F2E}"/>
          </ac:spMkLst>
        </pc:spChg>
        <pc:spChg chg="mod">
          <ac:chgData name="Embedded Development" userId="97690703-89ef-4183-8a66-0c81b6c8ace9" providerId="ADAL" clId="{BA6B5DA6-A584-42B7-AA33-F3B54EA8229D}" dt="2024-02-15T06:46:59.872" v="8576" actId="1035"/>
          <ac:spMkLst>
            <pc:docMk/>
            <pc:sldMk cId="3170319073" sldId="300"/>
            <ac:spMk id="9" creationId="{40330D83-CD94-62E6-1EF0-8932FE0F1E5F}"/>
          </ac:spMkLst>
        </pc:spChg>
        <pc:spChg chg="mod">
          <ac:chgData name="Embedded Development" userId="97690703-89ef-4183-8a66-0c81b6c8ace9" providerId="ADAL" clId="{BA6B5DA6-A584-42B7-AA33-F3B54EA8229D}" dt="2024-02-15T06:38:10.770" v="7562"/>
          <ac:spMkLst>
            <pc:docMk/>
            <pc:sldMk cId="3170319073" sldId="300"/>
            <ac:spMk id="10" creationId="{4EABFFD0-3A10-E202-CD95-B472FF558042}"/>
          </ac:spMkLst>
        </pc:spChg>
        <pc:spChg chg="mod">
          <ac:chgData name="Embedded Development" userId="97690703-89ef-4183-8a66-0c81b6c8ace9" providerId="ADAL" clId="{BA6B5DA6-A584-42B7-AA33-F3B54EA8229D}" dt="2024-02-15T06:40:22.529" v="7662" actId="20577"/>
          <ac:spMkLst>
            <pc:docMk/>
            <pc:sldMk cId="3170319073" sldId="300"/>
            <ac:spMk id="16" creationId="{D233CC87-56A8-9668-09DD-FE12B051896B}"/>
          </ac:spMkLst>
        </pc:spChg>
        <pc:spChg chg="mod">
          <ac:chgData name="Embedded Development" userId="97690703-89ef-4183-8a66-0c81b6c8ace9" providerId="ADAL" clId="{BA6B5DA6-A584-42B7-AA33-F3B54EA8229D}" dt="2024-02-15T06:38:10.770" v="7562"/>
          <ac:spMkLst>
            <pc:docMk/>
            <pc:sldMk cId="3170319073" sldId="300"/>
            <ac:spMk id="30" creationId="{CC2AD29E-E6D6-12E5-D028-B32565C855D4}"/>
          </ac:spMkLst>
        </pc:spChg>
        <pc:graphicFrameChg chg="mod modGraphic">
          <ac:chgData name="Embedded Development" userId="97690703-89ef-4183-8a66-0c81b6c8ace9" providerId="ADAL" clId="{BA6B5DA6-A584-42B7-AA33-F3B54EA8229D}" dt="2024-02-15T06:46:59.872" v="8576" actId="1035"/>
          <ac:graphicFrameMkLst>
            <pc:docMk/>
            <pc:sldMk cId="3170319073" sldId="300"/>
            <ac:graphicFrameMk id="2" creationId="{F503B7D6-E6F4-D512-CCF0-454F4E6E7C03}"/>
          </ac:graphicFrameMkLst>
        </pc:graphicFrameChg>
        <pc:graphicFrameChg chg="mod modGraphic">
          <ac:chgData name="Embedded Development" userId="97690703-89ef-4183-8a66-0c81b6c8ace9" providerId="ADAL" clId="{BA6B5DA6-A584-42B7-AA33-F3B54EA8229D}" dt="2024-02-15T06:46:59.872" v="8576" actId="1035"/>
          <ac:graphicFrameMkLst>
            <pc:docMk/>
            <pc:sldMk cId="3170319073" sldId="300"/>
            <ac:graphicFrameMk id="3" creationId="{F30AF6ED-71BE-8392-02B1-C407B766F588}"/>
          </ac:graphicFrameMkLst>
        </pc:graphicFrameChg>
        <pc:graphicFrameChg chg="mod modGraphic">
          <ac:chgData name="Embedded Development" userId="97690703-89ef-4183-8a66-0c81b6c8ace9" providerId="ADAL" clId="{BA6B5DA6-A584-42B7-AA33-F3B54EA8229D}" dt="2024-02-15T06:46:59.872" v="8576" actId="1035"/>
          <ac:graphicFrameMkLst>
            <pc:docMk/>
            <pc:sldMk cId="3170319073" sldId="300"/>
            <ac:graphicFrameMk id="8" creationId="{C5963705-530E-CFC5-3BEB-CB431041B6B0}"/>
          </ac:graphicFrameMkLst>
        </pc:graphicFrameChg>
      </pc:sldChg>
      <pc:sldChg chg="delSp modSp add mod">
        <pc:chgData name="Embedded Development" userId="97690703-89ef-4183-8a66-0c81b6c8ace9" providerId="ADAL" clId="{BA6B5DA6-A584-42B7-AA33-F3B54EA8229D}" dt="2024-02-15T06:42:53.362" v="8048" actId="20577"/>
        <pc:sldMkLst>
          <pc:docMk/>
          <pc:sldMk cId="535636504" sldId="301"/>
        </pc:sldMkLst>
        <pc:spChg chg="mod">
          <ac:chgData name="Embedded Development" userId="97690703-89ef-4183-8a66-0c81b6c8ace9" providerId="ADAL" clId="{BA6B5DA6-A584-42B7-AA33-F3B54EA8229D}" dt="2024-02-15T06:42:01.971" v="7866" actId="20577"/>
          <ac:spMkLst>
            <pc:docMk/>
            <pc:sldMk cId="535636504" sldId="301"/>
            <ac:spMk id="2" creationId="{DB1C3DED-55BA-9D67-B430-0EECA3DD52F4}"/>
          </ac:spMkLst>
        </pc:spChg>
        <pc:spChg chg="mod">
          <ac:chgData name="Embedded Development" userId="97690703-89ef-4183-8a66-0c81b6c8ace9" providerId="ADAL" clId="{BA6B5DA6-A584-42B7-AA33-F3B54EA8229D}" dt="2024-02-15T06:42:29.561" v="7931" actId="20577"/>
          <ac:spMkLst>
            <pc:docMk/>
            <pc:sldMk cId="535636504" sldId="301"/>
            <ac:spMk id="3" creationId="{620FDA17-7384-84F4-40CA-806277A2BEA2}"/>
          </ac:spMkLst>
        </pc:spChg>
        <pc:spChg chg="mod">
          <ac:chgData name="Embedded Development" userId="97690703-89ef-4183-8a66-0c81b6c8ace9" providerId="ADAL" clId="{BA6B5DA6-A584-42B7-AA33-F3B54EA8229D}" dt="2024-02-15T06:42:43.690" v="8012" actId="20577"/>
          <ac:spMkLst>
            <pc:docMk/>
            <pc:sldMk cId="535636504" sldId="301"/>
            <ac:spMk id="22" creationId="{E5B627EF-D521-BA0C-B012-806C48D2DF7C}"/>
          </ac:spMkLst>
        </pc:spChg>
        <pc:spChg chg="del">
          <ac:chgData name="Embedded Development" userId="97690703-89ef-4183-8a66-0c81b6c8ace9" providerId="ADAL" clId="{BA6B5DA6-A584-42B7-AA33-F3B54EA8229D}" dt="2024-02-15T06:41:11.460" v="7667" actId="478"/>
          <ac:spMkLst>
            <pc:docMk/>
            <pc:sldMk cId="535636504" sldId="301"/>
            <ac:spMk id="25" creationId="{863855DA-74D6-AE4D-87AF-C5E1E16AB733}"/>
          </ac:spMkLst>
        </pc:spChg>
        <pc:spChg chg="mod">
          <ac:chgData name="Embedded Development" userId="97690703-89ef-4183-8a66-0c81b6c8ace9" providerId="ADAL" clId="{BA6B5DA6-A584-42B7-AA33-F3B54EA8229D}" dt="2024-02-15T06:42:53.362" v="8048" actId="20577"/>
          <ac:spMkLst>
            <pc:docMk/>
            <pc:sldMk cId="535636504" sldId="301"/>
            <ac:spMk id="32" creationId="{120BE101-4717-6B2E-481E-A757CDBB0AD5}"/>
          </ac:spMkLst>
        </pc:spChg>
        <pc:spChg chg="del">
          <ac:chgData name="Embedded Development" userId="97690703-89ef-4183-8a66-0c81b6c8ace9" providerId="ADAL" clId="{BA6B5DA6-A584-42B7-AA33-F3B54EA8229D}" dt="2024-02-15T06:41:11.460" v="7667" actId="478"/>
          <ac:spMkLst>
            <pc:docMk/>
            <pc:sldMk cId="535636504" sldId="301"/>
            <ac:spMk id="72" creationId="{FFE3B0E7-91BD-3EE9-D4F9-29DAC3D7E78B}"/>
          </ac:spMkLst>
        </pc:spChg>
        <pc:spChg chg="del">
          <ac:chgData name="Embedded Development" userId="97690703-89ef-4183-8a66-0c81b6c8ace9" providerId="ADAL" clId="{BA6B5DA6-A584-42B7-AA33-F3B54EA8229D}" dt="2024-02-15T06:41:11.460" v="7667" actId="478"/>
          <ac:spMkLst>
            <pc:docMk/>
            <pc:sldMk cId="535636504" sldId="301"/>
            <ac:spMk id="73" creationId="{F7968D24-18E6-E976-6EA7-B99A46D2CE1B}"/>
          </ac:spMkLst>
        </pc:spChg>
        <pc:spChg chg="del">
          <ac:chgData name="Embedded Development" userId="97690703-89ef-4183-8a66-0c81b6c8ace9" providerId="ADAL" clId="{BA6B5DA6-A584-42B7-AA33-F3B54EA8229D}" dt="2024-02-15T06:41:11.460" v="7667" actId="478"/>
          <ac:spMkLst>
            <pc:docMk/>
            <pc:sldMk cId="535636504" sldId="301"/>
            <ac:spMk id="78" creationId="{F066B5EE-32F7-E865-C611-0D59332B2945}"/>
          </ac:spMkLst>
        </pc:spChg>
        <pc:spChg chg="del">
          <ac:chgData name="Embedded Development" userId="97690703-89ef-4183-8a66-0c81b6c8ace9" providerId="ADAL" clId="{BA6B5DA6-A584-42B7-AA33-F3B54EA8229D}" dt="2024-02-15T06:41:11.460" v="7667" actId="478"/>
          <ac:spMkLst>
            <pc:docMk/>
            <pc:sldMk cId="535636504" sldId="301"/>
            <ac:spMk id="82" creationId="{2F4621A5-92FA-A30F-07EF-5CB4C7E7BFBC}"/>
          </ac:spMkLst>
        </pc:spChg>
        <pc:spChg chg="del">
          <ac:chgData name="Embedded Development" userId="97690703-89ef-4183-8a66-0c81b6c8ace9" providerId="ADAL" clId="{BA6B5DA6-A584-42B7-AA33-F3B54EA8229D}" dt="2024-02-15T06:41:11.460" v="7667" actId="478"/>
          <ac:spMkLst>
            <pc:docMk/>
            <pc:sldMk cId="535636504" sldId="301"/>
            <ac:spMk id="94" creationId="{26F856C5-2975-F76B-88EE-78EB38F97E27}"/>
          </ac:spMkLst>
        </pc:spChg>
        <pc:spChg chg="del">
          <ac:chgData name="Embedded Development" userId="97690703-89ef-4183-8a66-0c81b6c8ace9" providerId="ADAL" clId="{BA6B5DA6-A584-42B7-AA33-F3B54EA8229D}" dt="2024-02-15T06:41:11.460" v="7667" actId="478"/>
          <ac:spMkLst>
            <pc:docMk/>
            <pc:sldMk cId="535636504" sldId="301"/>
            <ac:spMk id="95" creationId="{65715A48-5797-2736-1868-D4B160D0C8BA}"/>
          </ac:spMkLst>
        </pc:spChg>
        <pc:spChg chg="mod">
          <ac:chgData name="Embedded Development" userId="97690703-89ef-4183-8a66-0c81b6c8ace9" providerId="ADAL" clId="{BA6B5DA6-A584-42B7-AA33-F3B54EA8229D}" dt="2024-02-15T06:41:29.898" v="7711" actId="1076"/>
          <ac:spMkLst>
            <pc:docMk/>
            <pc:sldMk cId="535636504" sldId="301"/>
            <ac:spMk id="122" creationId="{5A091EEF-2230-F3FB-9A3B-610A1EB6318F}"/>
          </ac:spMkLst>
        </pc:spChg>
        <pc:spChg chg="del">
          <ac:chgData name="Embedded Development" userId="97690703-89ef-4183-8a66-0c81b6c8ace9" providerId="ADAL" clId="{BA6B5DA6-A584-42B7-AA33-F3B54EA8229D}" dt="2024-02-15T06:41:11.460" v="7667" actId="478"/>
          <ac:spMkLst>
            <pc:docMk/>
            <pc:sldMk cId="535636504" sldId="301"/>
            <ac:spMk id="123" creationId="{9759258F-070A-2609-A2B2-164991DD8FAA}"/>
          </ac:spMkLst>
        </pc:spChg>
        <pc:spChg chg="del">
          <ac:chgData name="Embedded Development" userId="97690703-89ef-4183-8a66-0c81b6c8ace9" providerId="ADAL" clId="{BA6B5DA6-A584-42B7-AA33-F3B54EA8229D}" dt="2024-02-15T06:41:11.460" v="7667" actId="478"/>
          <ac:spMkLst>
            <pc:docMk/>
            <pc:sldMk cId="535636504" sldId="301"/>
            <ac:spMk id="125" creationId="{69B8C125-CE4E-AB89-C3D7-C041AC317AD8}"/>
          </ac:spMkLst>
        </pc:spChg>
        <pc:cxnChg chg="del">
          <ac:chgData name="Embedded Development" userId="97690703-89ef-4183-8a66-0c81b6c8ace9" providerId="ADAL" clId="{BA6B5DA6-A584-42B7-AA33-F3B54EA8229D}" dt="2024-02-15T06:41:11.460" v="7667" actId="478"/>
          <ac:cxnSpMkLst>
            <pc:docMk/>
            <pc:sldMk cId="535636504" sldId="301"/>
            <ac:cxnSpMk id="71" creationId="{DBD78A53-5B2F-2141-0BF2-3234E8D7E704}"/>
          </ac:cxnSpMkLst>
        </pc:cxnChg>
        <pc:cxnChg chg="del mod">
          <ac:chgData name="Embedded Development" userId="97690703-89ef-4183-8a66-0c81b6c8ace9" providerId="ADAL" clId="{BA6B5DA6-A584-42B7-AA33-F3B54EA8229D}" dt="2024-02-15T06:41:11.460" v="7667" actId="478"/>
          <ac:cxnSpMkLst>
            <pc:docMk/>
            <pc:sldMk cId="535636504" sldId="301"/>
            <ac:cxnSpMk id="74" creationId="{32DCB1C1-0664-3D82-A0C3-9A046957BB02}"/>
          </ac:cxnSpMkLst>
        </pc:cxnChg>
        <pc:cxnChg chg="del mod">
          <ac:chgData name="Embedded Development" userId="97690703-89ef-4183-8a66-0c81b6c8ace9" providerId="ADAL" clId="{BA6B5DA6-A584-42B7-AA33-F3B54EA8229D}" dt="2024-02-15T06:41:11.460" v="7667" actId="478"/>
          <ac:cxnSpMkLst>
            <pc:docMk/>
            <pc:sldMk cId="535636504" sldId="301"/>
            <ac:cxnSpMk id="79" creationId="{BFAB62ED-FCC8-5DBA-6081-EDFBC561BDDD}"/>
          </ac:cxnSpMkLst>
        </pc:cxnChg>
        <pc:cxnChg chg="del">
          <ac:chgData name="Embedded Development" userId="97690703-89ef-4183-8a66-0c81b6c8ace9" providerId="ADAL" clId="{BA6B5DA6-A584-42B7-AA33-F3B54EA8229D}" dt="2024-02-15T06:41:11.460" v="7667" actId="478"/>
          <ac:cxnSpMkLst>
            <pc:docMk/>
            <pc:sldMk cId="535636504" sldId="301"/>
            <ac:cxnSpMk id="88" creationId="{751E257B-11B6-C4C9-0BF2-D981FCCE642B}"/>
          </ac:cxnSpMkLst>
        </pc:cxnChg>
        <pc:cxnChg chg="del mod">
          <ac:chgData name="Embedded Development" userId="97690703-89ef-4183-8a66-0c81b6c8ace9" providerId="ADAL" clId="{BA6B5DA6-A584-42B7-AA33-F3B54EA8229D}" dt="2024-02-15T06:41:11.460" v="7667" actId="478"/>
          <ac:cxnSpMkLst>
            <pc:docMk/>
            <pc:sldMk cId="535636504" sldId="301"/>
            <ac:cxnSpMk id="96" creationId="{7886425F-8615-1033-A0B9-FD4DFFA7D043}"/>
          </ac:cxnSpMkLst>
        </pc:cxnChg>
      </pc:sldChg>
      <pc:sldChg chg="add del">
        <pc:chgData name="Embedded Development" userId="97690703-89ef-4183-8a66-0c81b6c8ace9" providerId="ADAL" clId="{BA6B5DA6-A584-42B7-AA33-F3B54EA8229D}" dt="2024-02-15T06:45:41.710" v="8301"/>
        <pc:sldMkLst>
          <pc:docMk/>
          <pc:sldMk cId="1341605153" sldId="302"/>
        </pc:sldMkLst>
      </pc:sldChg>
      <pc:sldChg chg="addSp delSp modSp new del mod">
        <pc:chgData name="Embedded Development" userId="97690703-89ef-4183-8a66-0c81b6c8ace9" providerId="ADAL" clId="{BA6B5DA6-A584-42B7-AA33-F3B54EA8229D}" dt="2024-02-15T06:47:46.179" v="8621" actId="47"/>
        <pc:sldMkLst>
          <pc:docMk/>
          <pc:sldMk cId="3355873852" sldId="302"/>
        </pc:sldMkLst>
        <pc:spChg chg="del mod">
          <ac:chgData name="Embedded Development" userId="97690703-89ef-4183-8a66-0c81b6c8ace9" providerId="ADAL" clId="{BA6B5DA6-A584-42B7-AA33-F3B54EA8229D}" dt="2024-02-15T06:47:21.778" v="8583" actId="478"/>
          <ac:spMkLst>
            <pc:docMk/>
            <pc:sldMk cId="3355873852" sldId="302"/>
            <ac:spMk id="2" creationId="{0472AC55-15A9-A893-FEBB-925D5E8FB917}"/>
          </ac:spMkLst>
        </pc:spChg>
        <pc:spChg chg="del">
          <ac:chgData name="Embedded Development" userId="97690703-89ef-4183-8a66-0c81b6c8ace9" providerId="ADAL" clId="{BA6B5DA6-A584-42B7-AA33-F3B54EA8229D}" dt="2024-02-15T06:47:22.639" v="8584" actId="478"/>
          <ac:spMkLst>
            <pc:docMk/>
            <pc:sldMk cId="3355873852" sldId="302"/>
            <ac:spMk id="3" creationId="{1B758818-A449-A1FB-3E7A-0C202EF5D224}"/>
          </ac:spMkLst>
        </pc:spChg>
        <pc:spChg chg="add mod">
          <ac:chgData name="Embedded Development" userId="97690703-89ef-4183-8a66-0c81b6c8ace9" providerId="ADAL" clId="{BA6B5DA6-A584-42B7-AA33-F3B54EA8229D}" dt="2024-02-15T06:47:33.359" v="8620" actId="20577"/>
          <ac:spMkLst>
            <pc:docMk/>
            <pc:sldMk cId="3355873852" sldId="302"/>
            <ac:spMk id="4" creationId="{4C2AA1D5-C7A3-615E-C637-2007B7486E7E}"/>
          </ac:spMkLst>
        </pc:spChg>
      </pc:sldChg>
    </pc:docChg>
  </pc:docChgLst>
  <pc:docChgLst>
    <pc:chgData name="Embedded Development" userId="S::embedded@qmaxsys.com::97690703-89ef-4183-8a66-0c81b6c8ace9" providerId="AD" clId="Web-{2CB26E0A-EC53-2BD8-D7A3-3352250CA8A3}"/>
    <pc:docChg chg="modSld">
      <pc:chgData name="Embedded Development" userId="S::embedded@qmaxsys.com::97690703-89ef-4183-8a66-0c81b6c8ace9" providerId="AD" clId="Web-{2CB26E0A-EC53-2BD8-D7A3-3352250CA8A3}" dt="2024-02-03T11:01:20.875" v="340"/>
      <pc:docMkLst>
        <pc:docMk/>
      </pc:docMkLst>
      <pc:sldChg chg="modSp">
        <pc:chgData name="Embedded Development" userId="S::embedded@qmaxsys.com::97690703-89ef-4183-8a66-0c81b6c8ace9" providerId="AD" clId="Web-{2CB26E0A-EC53-2BD8-D7A3-3352250CA8A3}" dt="2024-02-03T10:58:10.966" v="89"/>
        <pc:sldMkLst>
          <pc:docMk/>
          <pc:sldMk cId="3116336226" sldId="256"/>
        </pc:sldMkLst>
        <pc:spChg chg="mod">
          <ac:chgData name="Embedded Development" userId="S::embedded@qmaxsys.com::97690703-89ef-4183-8a66-0c81b6c8ace9" providerId="AD" clId="Web-{2CB26E0A-EC53-2BD8-D7A3-3352250CA8A3}" dt="2024-02-03T10:57:16.184" v="14" actId="1076"/>
          <ac:spMkLst>
            <pc:docMk/>
            <pc:sldMk cId="3116336226" sldId="256"/>
            <ac:spMk id="6" creationId="{AD20DFB7-A5FE-6D7B-7EE5-BB73A187978D}"/>
          </ac:spMkLst>
        </pc:spChg>
        <pc:graphicFrameChg chg="mod modGraphic">
          <ac:chgData name="Embedded Development" userId="S::embedded@qmaxsys.com::97690703-89ef-4183-8a66-0c81b6c8ace9" providerId="AD" clId="Web-{2CB26E0A-EC53-2BD8-D7A3-3352250CA8A3}" dt="2024-02-03T10:58:10.966" v="89"/>
          <ac:graphicFrameMkLst>
            <pc:docMk/>
            <pc:sldMk cId="3116336226" sldId="256"/>
            <ac:graphicFrameMk id="2" creationId="{179AF028-29EB-3A39-F202-19AAF9891FF6}"/>
          </ac:graphicFrameMkLst>
        </pc:graphicFrameChg>
        <pc:graphicFrameChg chg="mod modGraphic">
          <ac:chgData name="Embedded Development" userId="S::embedded@qmaxsys.com::97690703-89ef-4183-8a66-0c81b6c8ace9" providerId="AD" clId="Web-{2CB26E0A-EC53-2BD8-D7A3-3352250CA8A3}" dt="2024-02-03T10:57:40.059" v="50"/>
          <ac:graphicFrameMkLst>
            <pc:docMk/>
            <pc:sldMk cId="3116336226" sldId="256"/>
            <ac:graphicFrameMk id="3" creationId="{4BD7DC63-F8E9-28B1-0F9A-D1370815E53F}"/>
          </ac:graphicFrameMkLst>
        </pc:graphicFrameChg>
      </pc:sldChg>
      <pc:sldChg chg="modSp">
        <pc:chgData name="Embedded Development" userId="S::embedded@qmaxsys.com::97690703-89ef-4183-8a66-0c81b6c8ace9" providerId="AD" clId="Web-{2CB26E0A-EC53-2BD8-D7A3-3352250CA8A3}" dt="2024-02-03T11:00:46.781" v="264"/>
        <pc:sldMkLst>
          <pc:docMk/>
          <pc:sldMk cId="425043199" sldId="257"/>
        </pc:sldMkLst>
        <pc:graphicFrameChg chg="mod modGraphic">
          <ac:chgData name="Embedded Development" userId="S::embedded@qmaxsys.com::97690703-89ef-4183-8a66-0c81b6c8ace9" providerId="AD" clId="Web-{2CB26E0A-EC53-2BD8-D7A3-3352250CA8A3}" dt="2024-02-03T11:00:31.952" v="221"/>
          <ac:graphicFrameMkLst>
            <pc:docMk/>
            <pc:sldMk cId="425043199" sldId="257"/>
            <ac:graphicFrameMk id="3" creationId="{F9E873BA-09AB-031A-81DA-5C58F6D123F3}"/>
          </ac:graphicFrameMkLst>
        </pc:graphicFrameChg>
        <pc:graphicFrameChg chg="mod modGraphic">
          <ac:chgData name="Embedded Development" userId="S::embedded@qmaxsys.com::97690703-89ef-4183-8a66-0c81b6c8ace9" providerId="AD" clId="Web-{2CB26E0A-EC53-2BD8-D7A3-3352250CA8A3}" dt="2024-02-03T11:00:46.781" v="264"/>
          <ac:graphicFrameMkLst>
            <pc:docMk/>
            <pc:sldMk cId="425043199" sldId="257"/>
            <ac:graphicFrameMk id="8" creationId="{1CE6329A-7FC6-EEA9-A156-623550D5FB8D}"/>
          </ac:graphicFrameMkLst>
        </pc:graphicFrameChg>
      </pc:sldChg>
      <pc:sldChg chg="modSp">
        <pc:chgData name="Embedded Development" userId="S::embedded@qmaxsys.com::97690703-89ef-4183-8a66-0c81b6c8ace9" providerId="AD" clId="Web-{2CB26E0A-EC53-2BD8-D7A3-3352250CA8A3}" dt="2024-02-03T11:01:20.875" v="340"/>
        <pc:sldMkLst>
          <pc:docMk/>
          <pc:sldMk cId="1956433020" sldId="261"/>
        </pc:sldMkLst>
        <pc:graphicFrameChg chg="mod modGraphic">
          <ac:chgData name="Embedded Development" userId="S::embedded@qmaxsys.com::97690703-89ef-4183-8a66-0c81b6c8ace9" providerId="AD" clId="Web-{2CB26E0A-EC53-2BD8-D7A3-3352250CA8A3}" dt="2024-02-03T11:01:06.859" v="303"/>
          <ac:graphicFrameMkLst>
            <pc:docMk/>
            <pc:sldMk cId="1956433020" sldId="261"/>
            <ac:graphicFrameMk id="22" creationId="{AC0BAE12-D506-1FFC-9C8B-5957E16A4332}"/>
          </ac:graphicFrameMkLst>
        </pc:graphicFrameChg>
        <pc:graphicFrameChg chg="mod modGraphic">
          <ac:chgData name="Embedded Development" userId="S::embedded@qmaxsys.com::97690703-89ef-4183-8a66-0c81b6c8ace9" providerId="AD" clId="Web-{2CB26E0A-EC53-2BD8-D7A3-3352250CA8A3}" dt="2024-02-03T11:01:20.875" v="340"/>
          <ac:graphicFrameMkLst>
            <pc:docMk/>
            <pc:sldMk cId="1956433020" sldId="261"/>
            <ac:graphicFrameMk id="25" creationId="{2141FF02-1CCF-417A-095B-42AFA7248A40}"/>
          </ac:graphicFrameMkLst>
        </pc:graphicFrameChg>
      </pc:sldChg>
      <pc:sldChg chg="modSp">
        <pc:chgData name="Embedded Development" userId="S::embedded@qmaxsys.com::97690703-89ef-4183-8a66-0c81b6c8ace9" providerId="AD" clId="Web-{2CB26E0A-EC53-2BD8-D7A3-3352250CA8A3}" dt="2024-02-03T10:58:47.826" v="179"/>
        <pc:sldMkLst>
          <pc:docMk/>
          <pc:sldMk cId="1943458392" sldId="262"/>
        </pc:sldMkLst>
        <pc:spChg chg="mod">
          <ac:chgData name="Embedded Development" userId="S::embedded@qmaxsys.com::97690703-89ef-4183-8a66-0c81b6c8ace9" providerId="AD" clId="Web-{2CB26E0A-EC53-2BD8-D7A3-3352250CA8A3}" dt="2024-02-03T10:58:30.622" v="122" actId="1076"/>
          <ac:spMkLst>
            <pc:docMk/>
            <pc:sldMk cId="1943458392" sldId="262"/>
            <ac:spMk id="13" creationId="{2FD938B8-C2C6-D15D-B9F9-7A57B4591D1F}"/>
          </ac:spMkLst>
        </pc:spChg>
        <pc:graphicFrameChg chg="mod modGraphic">
          <ac:chgData name="Embedded Development" userId="S::embedded@qmaxsys.com::97690703-89ef-4183-8a66-0c81b6c8ace9" providerId="AD" clId="Web-{2CB26E0A-EC53-2BD8-D7A3-3352250CA8A3}" dt="2024-02-03T10:58:25.310" v="120"/>
          <ac:graphicFrameMkLst>
            <pc:docMk/>
            <pc:sldMk cId="1943458392" sldId="262"/>
            <ac:graphicFrameMk id="5" creationId="{E8DD78CE-6DB1-C1D9-1B47-468750E24619}"/>
          </ac:graphicFrameMkLst>
        </pc:graphicFrameChg>
        <pc:graphicFrameChg chg="mod modGraphic">
          <ac:chgData name="Embedded Development" userId="S::embedded@qmaxsys.com::97690703-89ef-4183-8a66-0c81b6c8ace9" providerId="AD" clId="Web-{2CB26E0A-EC53-2BD8-D7A3-3352250CA8A3}" dt="2024-02-03T10:58:47.826" v="179"/>
          <ac:graphicFrameMkLst>
            <pc:docMk/>
            <pc:sldMk cId="1943458392" sldId="262"/>
            <ac:graphicFrameMk id="12" creationId="{429D734C-A13A-E533-2543-5F852D9E249C}"/>
          </ac:graphicFrameMkLst>
        </pc:graphicFrameChg>
      </pc:sldChg>
    </pc:docChg>
  </pc:docChgLst>
  <pc:docChgLst>
    <pc:chgData name="Embedded Development" userId="S::embedded@qmaxsys.com::97690703-89ef-4183-8a66-0c81b6c8ace9" providerId="AD" clId="Web-{C5A7DA09-560E-CC9E-F2BF-7C3ACF50CF41}"/>
    <pc:docChg chg="modSld">
      <pc:chgData name="Embedded Development" userId="S::embedded@qmaxsys.com::97690703-89ef-4183-8a66-0c81b6c8ace9" providerId="AD" clId="Web-{C5A7DA09-560E-CC9E-F2BF-7C3ACF50CF41}" dt="2024-03-19T12:43:34.735" v="1" actId="1076"/>
      <pc:docMkLst>
        <pc:docMk/>
      </pc:docMkLst>
      <pc:sldChg chg="modSp">
        <pc:chgData name="Embedded Development" userId="S::embedded@qmaxsys.com::97690703-89ef-4183-8a66-0c81b6c8ace9" providerId="AD" clId="Web-{C5A7DA09-560E-CC9E-F2BF-7C3ACF50CF41}" dt="2024-03-19T12:43:34.735" v="1" actId="1076"/>
        <pc:sldMkLst>
          <pc:docMk/>
          <pc:sldMk cId="445608198" sldId="306"/>
        </pc:sldMkLst>
        <pc:spChg chg="mod">
          <ac:chgData name="Embedded Development" userId="S::embedded@qmaxsys.com::97690703-89ef-4183-8a66-0c81b6c8ace9" providerId="AD" clId="Web-{C5A7DA09-560E-CC9E-F2BF-7C3ACF50CF41}" dt="2024-03-19T12:43:34.657" v="0" actId="1076"/>
          <ac:spMkLst>
            <pc:docMk/>
            <pc:sldMk cId="445608198" sldId="306"/>
            <ac:spMk id="4" creationId="{797E7399-0390-B13A-8A43-58EC026E10CB}"/>
          </ac:spMkLst>
        </pc:spChg>
        <pc:graphicFrameChg chg="mod">
          <ac:chgData name="Embedded Development" userId="S::embedded@qmaxsys.com::97690703-89ef-4183-8a66-0c81b6c8ace9" providerId="AD" clId="Web-{C5A7DA09-560E-CC9E-F2BF-7C3ACF50CF41}" dt="2024-03-19T12:43:34.735" v="1" actId="1076"/>
          <ac:graphicFrameMkLst>
            <pc:docMk/>
            <pc:sldMk cId="445608198" sldId="306"/>
            <ac:graphicFrameMk id="6" creationId="{3F1F59D9-6954-8202-0A9C-B72BFF4C8B09}"/>
          </ac:graphicFrameMkLst>
        </pc:graphicFrameChg>
      </pc:sldChg>
    </pc:docChg>
  </pc:docChgLst>
  <pc:docChgLst>
    <pc:chgData name="Embedded Development" userId="S::embedded@qmaxsys.com::97690703-89ef-4183-8a66-0c81b6c8ace9" providerId="AD" clId="Web-{B148D880-9759-499E-3C9E-817EA0D53B1A}"/>
    <pc:docChg chg="modSld">
      <pc:chgData name="Embedded Development" userId="S::embedded@qmaxsys.com::97690703-89ef-4183-8a66-0c81b6c8ace9" providerId="AD" clId="Web-{B148D880-9759-499E-3C9E-817EA0D53B1A}" dt="2024-02-08T11:27:05.344" v="2" actId="14100"/>
      <pc:docMkLst>
        <pc:docMk/>
      </pc:docMkLst>
      <pc:sldChg chg="modSp">
        <pc:chgData name="Embedded Development" userId="S::embedded@qmaxsys.com::97690703-89ef-4183-8a66-0c81b6c8ace9" providerId="AD" clId="Web-{B148D880-9759-499E-3C9E-817EA0D53B1A}" dt="2024-02-08T11:27:05.344" v="2" actId="14100"/>
        <pc:sldMkLst>
          <pc:docMk/>
          <pc:sldMk cId="1656820590" sldId="280"/>
        </pc:sldMkLst>
        <pc:spChg chg="mod">
          <ac:chgData name="Embedded Development" userId="S::embedded@qmaxsys.com::97690703-89ef-4183-8a66-0c81b6c8ace9" providerId="AD" clId="Web-{B148D880-9759-499E-3C9E-817EA0D53B1A}" dt="2024-02-08T11:26:52.766" v="0" actId="14100"/>
          <ac:spMkLst>
            <pc:docMk/>
            <pc:sldMk cId="1656820590" sldId="280"/>
            <ac:spMk id="6" creationId="{56EAE25D-FB9D-CC79-5D54-112471D135EC}"/>
          </ac:spMkLst>
        </pc:spChg>
        <pc:grpChg chg="mod">
          <ac:chgData name="Embedded Development" userId="S::embedded@qmaxsys.com::97690703-89ef-4183-8a66-0c81b6c8ace9" providerId="AD" clId="Web-{B148D880-9759-499E-3C9E-817EA0D53B1A}" dt="2024-02-08T11:27:05.344" v="2" actId="14100"/>
          <ac:grpSpMkLst>
            <pc:docMk/>
            <pc:sldMk cId="1656820590" sldId="280"/>
            <ac:grpSpMk id="21" creationId="{AFC409AF-E27D-77C7-F1FE-28137BA6392F}"/>
          </ac:grpSpMkLst>
        </pc:grpChg>
      </pc:sldChg>
    </pc:docChg>
  </pc:docChgLst>
  <pc:docChgLst>
    <pc:chgData name="Embedded Development" userId="S::embedded@qmaxsys.com::97690703-89ef-4183-8a66-0c81b6c8ace9" providerId="AD" clId="Web-{0E232EC6-A381-15C5-D950-6D1382960825}"/>
    <pc:docChg chg="addSld modSld">
      <pc:chgData name="Embedded Development" userId="S::embedded@qmaxsys.com::97690703-89ef-4183-8a66-0c81b6c8ace9" providerId="AD" clId="Web-{0E232EC6-A381-15C5-D950-6D1382960825}" dt="2024-02-15T04:49:46.708" v="142" actId="20577"/>
      <pc:docMkLst>
        <pc:docMk/>
      </pc:docMkLst>
      <pc:sldChg chg="modSp">
        <pc:chgData name="Embedded Development" userId="S::embedded@qmaxsys.com::97690703-89ef-4183-8a66-0c81b6c8ace9" providerId="AD" clId="Web-{0E232EC6-A381-15C5-D950-6D1382960825}" dt="2024-02-15T04:49:46.708" v="142" actId="20577"/>
        <pc:sldMkLst>
          <pc:docMk/>
          <pc:sldMk cId="3741343971" sldId="273"/>
        </pc:sldMkLst>
        <pc:spChg chg="mod">
          <ac:chgData name="Embedded Development" userId="S::embedded@qmaxsys.com::97690703-89ef-4183-8a66-0c81b6c8ace9" providerId="AD" clId="Web-{0E232EC6-A381-15C5-D950-6D1382960825}" dt="2024-02-15T04:49:46.708" v="142" actId="20577"/>
          <ac:spMkLst>
            <pc:docMk/>
            <pc:sldMk cId="3741343971" sldId="273"/>
            <ac:spMk id="2" creationId="{5A33A63D-4498-BAAA-2A85-03CFD5D3EDA2}"/>
          </ac:spMkLst>
        </pc:spChg>
      </pc:sldChg>
      <pc:sldChg chg="modSp">
        <pc:chgData name="Embedded Development" userId="S::embedded@qmaxsys.com::97690703-89ef-4183-8a66-0c81b6c8ace9" providerId="AD" clId="Web-{0E232EC6-A381-15C5-D950-6D1382960825}" dt="2024-02-15T04:49:02.083" v="132" actId="20577"/>
        <pc:sldMkLst>
          <pc:docMk/>
          <pc:sldMk cId="6800507" sldId="286"/>
        </pc:sldMkLst>
        <pc:spChg chg="mod">
          <ac:chgData name="Embedded Development" userId="S::embedded@qmaxsys.com::97690703-89ef-4183-8a66-0c81b6c8ace9" providerId="AD" clId="Web-{0E232EC6-A381-15C5-D950-6D1382960825}" dt="2024-02-15T04:49:02.083" v="132" actId="20577"/>
          <ac:spMkLst>
            <pc:docMk/>
            <pc:sldMk cId="6800507" sldId="286"/>
            <ac:spMk id="2" creationId="{2652CDE7-CA35-1446-7997-9D31A3120EDF}"/>
          </ac:spMkLst>
        </pc:spChg>
        <pc:spChg chg="mod">
          <ac:chgData name="Embedded Development" userId="S::embedded@qmaxsys.com::97690703-89ef-4183-8a66-0c81b6c8ace9" providerId="AD" clId="Web-{0E232EC6-A381-15C5-D950-6D1382960825}" dt="2024-02-15T04:48:55.254" v="125" actId="20577"/>
          <ac:spMkLst>
            <pc:docMk/>
            <pc:sldMk cId="6800507" sldId="286"/>
            <ac:spMk id="30" creationId="{5748340F-FFA3-FE08-7122-CFBF4C76C27A}"/>
          </ac:spMkLst>
        </pc:spChg>
      </pc:sldChg>
      <pc:sldChg chg="modSp">
        <pc:chgData name="Embedded Development" userId="S::embedded@qmaxsys.com::97690703-89ef-4183-8a66-0c81b6c8ace9" providerId="AD" clId="Web-{0E232EC6-A381-15C5-D950-6D1382960825}" dt="2024-02-15T04:48:31.832" v="122" actId="20577"/>
        <pc:sldMkLst>
          <pc:docMk/>
          <pc:sldMk cId="3893652762" sldId="291"/>
        </pc:sldMkLst>
        <pc:spChg chg="mod">
          <ac:chgData name="Embedded Development" userId="S::embedded@qmaxsys.com::97690703-89ef-4183-8a66-0c81b6c8ace9" providerId="AD" clId="Web-{0E232EC6-A381-15C5-D950-6D1382960825}" dt="2024-02-15T04:48:31.832" v="122" actId="20577"/>
          <ac:spMkLst>
            <pc:docMk/>
            <pc:sldMk cId="3893652762" sldId="291"/>
            <ac:spMk id="21" creationId="{CEDF4E52-DEE4-443A-8C9D-BF2E61D75727}"/>
          </ac:spMkLst>
        </pc:spChg>
        <pc:graphicFrameChg chg="modGraphic">
          <ac:chgData name="Embedded Development" userId="S::embedded@qmaxsys.com::97690703-89ef-4183-8a66-0c81b6c8ace9" providerId="AD" clId="Web-{0E232EC6-A381-15C5-D950-6D1382960825}" dt="2024-02-15T04:48:23.285" v="119"/>
          <ac:graphicFrameMkLst>
            <pc:docMk/>
            <pc:sldMk cId="3893652762" sldId="291"/>
            <ac:graphicFrameMk id="19" creationId="{93FE349E-B45B-CEEE-0050-F6BA8435ABF2}"/>
          </ac:graphicFrameMkLst>
        </pc:graphicFrameChg>
      </pc:sldChg>
      <pc:sldChg chg="modSp">
        <pc:chgData name="Embedded Development" userId="S::embedded@qmaxsys.com::97690703-89ef-4183-8a66-0c81b6c8ace9" providerId="AD" clId="Web-{0E232EC6-A381-15C5-D950-6D1382960825}" dt="2024-02-15T04:47:52.332" v="118"/>
        <pc:sldMkLst>
          <pc:docMk/>
          <pc:sldMk cId="158012657" sldId="296"/>
        </pc:sldMkLst>
        <pc:graphicFrameChg chg="mod modGraphic">
          <ac:chgData name="Embedded Development" userId="S::embedded@qmaxsys.com::97690703-89ef-4183-8a66-0c81b6c8ace9" providerId="AD" clId="Web-{0E232EC6-A381-15C5-D950-6D1382960825}" dt="2024-02-15T04:47:52.332" v="118"/>
          <ac:graphicFrameMkLst>
            <pc:docMk/>
            <pc:sldMk cId="158012657" sldId="296"/>
            <ac:graphicFrameMk id="6" creationId="{D0B3CF8D-EE3C-F54D-65D6-92307FFE4426}"/>
          </ac:graphicFrameMkLst>
        </pc:graphicFrameChg>
      </pc:sldChg>
      <pc:sldChg chg="delSp new">
        <pc:chgData name="Embedded Development" userId="S::embedded@qmaxsys.com::97690703-89ef-4183-8a66-0c81b6c8ace9" providerId="AD" clId="Web-{0E232EC6-A381-15C5-D950-6D1382960825}" dt="2024-02-15T04:47:13.175" v="2"/>
        <pc:sldMkLst>
          <pc:docMk/>
          <pc:sldMk cId="2196270535" sldId="298"/>
        </pc:sldMkLst>
        <pc:spChg chg="del">
          <ac:chgData name="Embedded Development" userId="S::embedded@qmaxsys.com::97690703-89ef-4183-8a66-0c81b6c8ace9" providerId="AD" clId="Web-{0E232EC6-A381-15C5-D950-6D1382960825}" dt="2024-02-15T04:47:09.581" v="1"/>
          <ac:spMkLst>
            <pc:docMk/>
            <pc:sldMk cId="2196270535" sldId="298"/>
            <ac:spMk id="2" creationId="{71B4CFBA-D7A7-3E09-DF20-250B7E3CA6DB}"/>
          </ac:spMkLst>
        </pc:spChg>
        <pc:spChg chg="del">
          <ac:chgData name="Embedded Development" userId="S::embedded@qmaxsys.com::97690703-89ef-4183-8a66-0c81b6c8ace9" providerId="AD" clId="Web-{0E232EC6-A381-15C5-D950-6D1382960825}" dt="2024-02-15T04:47:13.175" v="2"/>
          <ac:spMkLst>
            <pc:docMk/>
            <pc:sldMk cId="2196270535" sldId="298"/>
            <ac:spMk id="3" creationId="{EBB11670-7F5E-F585-49C5-56288701204D}"/>
          </ac:spMkLst>
        </pc:spChg>
      </pc:sldChg>
    </pc:docChg>
  </pc:docChgLst>
  <pc:docChgLst>
    <pc:chgData name="Embedded Development" userId="97690703-89ef-4183-8a66-0c81b6c8ace9" providerId="ADAL" clId="{52FC1D83-52FC-4CEA-A7D4-C082855AEAB7}"/>
    <pc:docChg chg="undo redo custSel addSld delSld modSld sldOrd">
      <pc:chgData name="Embedded Development" userId="97690703-89ef-4183-8a66-0c81b6c8ace9" providerId="ADAL" clId="{52FC1D83-52FC-4CEA-A7D4-C082855AEAB7}" dt="2024-04-01T10:14:43.028" v="12058" actId="20577"/>
      <pc:docMkLst>
        <pc:docMk/>
      </pc:docMkLst>
      <pc:sldChg chg="delSp modSp mod">
        <pc:chgData name="Embedded Development" userId="97690703-89ef-4183-8a66-0c81b6c8ace9" providerId="ADAL" clId="{52FC1D83-52FC-4CEA-A7D4-C082855AEAB7}" dt="2024-03-27T08:07:23.342" v="7656" actId="20577"/>
        <pc:sldMkLst>
          <pc:docMk/>
          <pc:sldMk cId="3116336226" sldId="256"/>
        </pc:sldMkLst>
        <pc:spChg chg="mod">
          <ac:chgData name="Embedded Development" userId="97690703-89ef-4183-8a66-0c81b6c8ace9" providerId="ADAL" clId="{52FC1D83-52FC-4CEA-A7D4-C082855AEAB7}" dt="2024-03-27T08:07:23.342" v="7656" actId="20577"/>
          <ac:spMkLst>
            <pc:docMk/>
            <pc:sldMk cId="3116336226" sldId="256"/>
            <ac:spMk id="4" creationId="{70CD7454-5FA4-8FFB-0066-50A6BB6BD811}"/>
          </ac:spMkLst>
        </pc:spChg>
        <pc:spChg chg="mod">
          <ac:chgData name="Embedded Development" userId="97690703-89ef-4183-8a66-0c81b6c8ace9" providerId="ADAL" clId="{52FC1D83-52FC-4CEA-A7D4-C082855AEAB7}" dt="2024-03-27T08:07:16.827" v="7648" actId="20577"/>
          <ac:spMkLst>
            <pc:docMk/>
            <pc:sldMk cId="3116336226" sldId="256"/>
            <ac:spMk id="6" creationId="{AD20DFB7-A5FE-6D7B-7EE5-BB73A187978D}"/>
          </ac:spMkLst>
        </pc:spChg>
        <pc:spChg chg="mod">
          <ac:chgData name="Embedded Development" userId="97690703-89ef-4183-8a66-0c81b6c8ace9" providerId="ADAL" clId="{52FC1D83-52FC-4CEA-A7D4-C082855AEAB7}" dt="2024-03-27T08:06:40.894" v="7588" actId="20577"/>
          <ac:spMkLst>
            <pc:docMk/>
            <pc:sldMk cId="3116336226" sldId="256"/>
            <ac:spMk id="7" creationId="{4AFC6E87-D6E3-88DA-58E3-06B8C23E55FD}"/>
          </ac:spMkLst>
        </pc:spChg>
        <pc:spChg chg="del">
          <ac:chgData name="Embedded Development" userId="97690703-89ef-4183-8a66-0c81b6c8ace9" providerId="ADAL" clId="{52FC1D83-52FC-4CEA-A7D4-C082855AEAB7}" dt="2024-03-27T07:51:18.817" v="6094" actId="478"/>
          <ac:spMkLst>
            <pc:docMk/>
            <pc:sldMk cId="3116336226" sldId="256"/>
            <ac:spMk id="9" creationId="{F7EDEAC7-1705-BC74-AFD9-57284BEF10DC}"/>
          </ac:spMkLst>
        </pc:spChg>
        <pc:spChg chg="mod">
          <ac:chgData name="Embedded Development" userId="97690703-89ef-4183-8a66-0c81b6c8ace9" providerId="ADAL" clId="{52FC1D83-52FC-4CEA-A7D4-C082855AEAB7}" dt="2024-03-27T07:51:45.008" v="6125" actId="20577"/>
          <ac:spMkLst>
            <pc:docMk/>
            <pc:sldMk cId="3116336226" sldId="256"/>
            <ac:spMk id="10" creationId="{76A5832B-E368-B357-9402-832DF3F17B83}"/>
          </ac:spMkLst>
        </pc:spChg>
        <pc:spChg chg="mod">
          <ac:chgData name="Embedded Development" userId="97690703-89ef-4183-8a66-0c81b6c8ace9" providerId="ADAL" clId="{52FC1D83-52FC-4CEA-A7D4-C082855AEAB7}" dt="2024-03-27T08:06:53.453" v="7609" actId="20577"/>
          <ac:spMkLst>
            <pc:docMk/>
            <pc:sldMk cId="3116336226" sldId="256"/>
            <ac:spMk id="17" creationId="{020AB4EA-D524-5D0B-790D-1301D1338205}"/>
          </ac:spMkLst>
        </pc:spChg>
        <pc:spChg chg="mod">
          <ac:chgData name="Embedded Development" userId="97690703-89ef-4183-8a66-0c81b6c8ace9" providerId="ADAL" clId="{52FC1D83-52FC-4CEA-A7D4-C082855AEAB7}" dt="2024-03-27T08:07:00.692" v="7629" actId="20577"/>
          <ac:spMkLst>
            <pc:docMk/>
            <pc:sldMk cId="3116336226" sldId="256"/>
            <ac:spMk id="20" creationId="{0ECD6667-AB48-9174-31F9-12F8BC3C999C}"/>
          </ac:spMkLst>
        </pc:spChg>
        <pc:spChg chg="mod">
          <ac:chgData name="Embedded Development" userId="97690703-89ef-4183-8a66-0c81b6c8ace9" providerId="ADAL" clId="{52FC1D83-52FC-4CEA-A7D4-C082855AEAB7}" dt="2024-03-27T07:51:37.888" v="6110" actId="20577"/>
          <ac:spMkLst>
            <pc:docMk/>
            <pc:sldMk cId="3116336226" sldId="256"/>
            <ac:spMk id="30" creationId="{4388B6F0-43A7-FAA3-43AB-25ABF5FF68A8}"/>
          </ac:spMkLst>
        </pc:spChg>
        <pc:graphicFrameChg chg="del">
          <ac:chgData name="Embedded Development" userId="97690703-89ef-4183-8a66-0c81b6c8ace9" providerId="ADAL" clId="{52FC1D83-52FC-4CEA-A7D4-C082855AEAB7}" dt="2024-03-27T07:51:18.817" v="6094" actId="478"/>
          <ac:graphicFrameMkLst>
            <pc:docMk/>
            <pc:sldMk cId="3116336226" sldId="256"/>
            <ac:graphicFrameMk id="8" creationId="{D726E11F-5CA1-1FD4-5765-8835B4C0AF4B}"/>
          </ac:graphicFrameMkLst>
        </pc:graphicFrameChg>
      </pc:sldChg>
      <pc:sldChg chg="delSp mod">
        <pc:chgData name="Embedded Development" userId="97690703-89ef-4183-8a66-0c81b6c8ace9" providerId="ADAL" clId="{52FC1D83-52FC-4CEA-A7D4-C082855AEAB7}" dt="2024-03-27T07:50:54.178" v="6089" actId="478"/>
        <pc:sldMkLst>
          <pc:docMk/>
          <pc:sldMk cId="1943458392" sldId="262"/>
        </pc:sldMkLst>
        <pc:spChg chg="del">
          <ac:chgData name="Embedded Development" userId="97690703-89ef-4183-8a66-0c81b6c8ace9" providerId="ADAL" clId="{52FC1D83-52FC-4CEA-A7D4-C082855AEAB7}" dt="2024-03-27T07:50:54.178" v="6089" actId="478"/>
          <ac:spMkLst>
            <pc:docMk/>
            <pc:sldMk cId="1943458392" sldId="262"/>
            <ac:spMk id="15" creationId="{ECA97BF2-DCDD-BAAC-3E48-277C8F743913}"/>
          </ac:spMkLst>
        </pc:spChg>
        <pc:graphicFrameChg chg="del">
          <ac:chgData name="Embedded Development" userId="97690703-89ef-4183-8a66-0c81b6c8ace9" providerId="ADAL" clId="{52FC1D83-52FC-4CEA-A7D4-C082855AEAB7}" dt="2024-03-27T07:50:54.178" v="6089" actId="478"/>
          <ac:graphicFrameMkLst>
            <pc:docMk/>
            <pc:sldMk cId="1943458392" sldId="262"/>
            <ac:graphicFrameMk id="14" creationId="{3D5E05EF-1C32-7569-E24E-2FB73A801BE7}"/>
          </ac:graphicFrameMkLst>
        </pc:graphicFrameChg>
      </pc:sldChg>
      <pc:sldChg chg="delSp modSp mod">
        <pc:chgData name="Embedded Development" userId="97690703-89ef-4183-8a66-0c81b6c8ace9" providerId="ADAL" clId="{52FC1D83-52FC-4CEA-A7D4-C082855AEAB7}" dt="2024-03-27T07:50:59.618" v="6090" actId="478"/>
        <pc:sldMkLst>
          <pc:docMk/>
          <pc:sldMk cId="3741343971" sldId="273"/>
        </pc:sldMkLst>
        <pc:spChg chg="del">
          <ac:chgData name="Embedded Development" userId="97690703-89ef-4183-8a66-0c81b6c8ace9" providerId="ADAL" clId="{52FC1D83-52FC-4CEA-A7D4-C082855AEAB7}" dt="2024-03-27T07:50:59.618" v="6090" actId="478"/>
          <ac:spMkLst>
            <pc:docMk/>
            <pc:sldMk cId="3741343971" sldId="273"/>
            <ac:spMk id="9" creationId="{01C77827-C0BC-B53B-F299-FA739BF6F543}"/>
          </ac:spMkLst>
        </pc:spChg>
        <pc:spChg chg="mod">
          <ac:chgData name="Embedded Development" userId="97690703-89ef-4183-8a66-0c81b6c8ace9" providerId="ADAL" clId="{52FC1D83-52FC-4CEA-A7D4-C082855AEAB7}" dt="2024-03-18T10:11:10.966" v="3690"/>
          <ac:spMkLst>
            <pc:docMk/>
            <pc:sldMk cId="3741343971" sldId="273"/>
            <ac:spMk id="32" creationId="{7B0537C3-EF86-CE7A-3E86-4A295BF67E6E}"/>
          </ac:spMkLst>
        </pc:spChg>
        <pc:graphicFrameChg chg="del">
          <ac:chgData name="Embedded Development" userId="97690703-89ef-4183-8a66-0c81b6c8ace9" providerId="ADAL" clId="{52FC1D83-52FC-4CEA-A7D4-C082855AEAB7}" dt="2024-03-27T07:50:59.618" v="6090" actId="478"/>
          <ac:graphicFrameMkLst>
            <pc:docMk/>
            <pc:sldMk cId="3741343971" sldId="273"/>
            <ac:graphicFrameMk id="8" creationId="{036CA5E0-7C63-9225-E3A2-311A8EADB49B}"/>
          </ac:graphicFrameMkLst>
        </pc:graphicFrameChg>
      </pc:sldChg>
      <pc:sldChg chg="delSp modSp mod">
        <pc:chgData name="Embedded Development" userId="97690703-89ef-4183-8a66-0c81b6c8ace9" providerId="ADAL" clId="{52FC1D83-52FC-4CEA-A7D4-C082855AEAB7}" dt="2024-03-27T07:51:03.502" v="6091" actId="478"/>
        <pc:sldMkLst>
          <pc:docMk/>
          <pc:sldMk cId="245526943" sldId="274"/>
        </pc:sldMkLst>
        <pc:spChg chg="mod">
          <ac:chgData name="Embedded Development" userId="97690703-89ef-4183-8a66-0c81b6c8ace9" providerId="ADAL" clId="{52FC1D83-52FC-4CEA-A7D4-C082855AEAB7}" dt="2024-03-18T10:11:10.966" v="3690"/>
          <ac:spMkLst>
            <pc:docMk/>
            <pc:sldMk cId="245526943" sldId="274"/>
            <ac:spMk id="2" creationId="{23559517-07AE-D37E-106E-8CAD96122A92}"/>
          </ac:spMkLst>
        </pc:spChg>
        <pc:spChg chg="del">
          <ac:chgData name="Embedded Development" userId="97690703-89ef-4183-8a66-0c81b6c8ace9" providerId="ADAL" clId="{52FC1D83-52FC-4CEA-A7D4-C082855AEAB7}" dt="2024-03-27T07:51:03.502" v="6091" actId="478"/>
          <ac:spMkLst>
            <pc:docMk/>
            <pc:sldMk cId="245526943" sldId="274"/>
            <ac:spMk id="9" creationId="{ED7FD707-D509-19B4-135A-D9EE66570099}"/>
          </ac:spMkLst>
        </pc:spChg>
        <pc:spChg chg="mod">
          <ac:chgData name="Embedded Development" userId="97690703-89ef-4183-8a66-0c81b6c8ace9" providerId="ADAL" clId="{52FC1D83-52FC-4CEA-A7D4-C082855AEAB7}" dt="2024-03-18T10:11:10.966" v="3690"/>
          <ac:spMkLst>
            <pc:docMk/>
            <pc:sldMk cId="245526943" sldId="274"/>
            <ac:spMk id="30" creationId="{AC884E1E-A0F7-BF4B-A3F3-21040510C328}"/>
          </ac:spMkLst>
        </pc:spChg>
        <pc:graphicFrameChg chg="del">
          <ac:chgData name="Embedded Development" userId="97690703-89ef-4183-8a66-0c81b6c8ace9" providerId="ADAL" clId="{52FC1D83-52FC-4CEA-A7D4-C082855AEAB7}" dt="2024-03-27T07:51:03.502" v="6091" actId="478"/>
          <ac:graphicFrameMkLst>
            <pc:docMk/>
            <pc:sldMk cId="245526943" sldId="274"/>
            <ac:graphicFrameMk id="8" creationId="{567A6E54-D067-096A-3873-F1C5312167C7}"/>
          </ac:graphicFrameMkLst>
        </pc:graphicFrameChg>
      </pc:sldChg>
      <pc:sldChg chg="modSp">
        <pc:chgData name="Embedded Development" userId="97690703-89ef-4183-8a66-0c81b6c8ace9" providerId="ADAL" clId="{52FC1D83-52FC-4CEA-A7D4-C082855AEAB7}" dt="2024-03-18T10:11:10.966" v="3690"/>
        <pc:sldMkLst>
          <pc:docMk/>
          <pc:sldMk cId="3095832009" sldId="275"/>
        </pc:sldMkLst>
        <pc:spChg chg="mod">
          <ac:chgData name="Embedded Development" userId="97690703-89ef-4183-8a66-0c81b6c8ace9" providerId="ADAL" clId="{52FC1D83-52FC-4CEA-A7D4-C082855AEAB7}" dt="2024-03-18T10:11:10.966" v="3690"/>
          <ac:spMkLst>
            <pc:docMk/>
            <pc:sldMk cId="3095832009" sldId="275"/>
            <ac:spMk id="36" creationId="{86D4DE69-35AB-7D8A-4926-FADB258B2C89}"/>
          </ac:spMkLst>
        </pc:spChg>
      </pc:sldChg>
      <pc:sldChg chg="modSp">
        <pc:chgData name="Embedded Development" userId="97690703-89ef-4183-8a66-0c81b6c8ace9" providerId="ADAL" clId="{52FC1D83-52FC-4CEA-A7D4-C082855AEAB7}" dt="2024-03-18T10:11:20.152" v="3692"/>
        <pc:sldMkLst>
          <pc:docMk/>
          <pc:sldMk cId="181310961" sldId="278"/>
        </pc:sldMkLst>
        <pc:spChg chg="mod">
          <ac:chgData name="Embedded Development" userId="97690703-89ef-4183-8a66-0c81b6c8ace9" providerId="ADAL" clId="{52FC1D83-52FC-4CEA-A7D4-C082855AEAB7}" dt="2024-03-18T10:11:10.966" v="3690"/>
          <ac:spMkLst>
            <pc:docMk/>
            <pc:sldMk cId="181310961" sldId="278"/>
            <ac:spMk id="21" creationId="{5322282F-2FEE-4899-E15F-1616F4D991F4}"/>
          </ac:spMkLst>
        </pc:spChg>
        <pc:graphicFrameChg chg="mod">
          <ac:chgData name="Embedded Development" userId="97690703-89ef-4183-8a66-0c81b6c8ace9" providerId="ADAL" clId="{52FC1D83-52FC-4CEA-A7D4-C082855AEAB7}" dt="2024-03-18T10:11:20.152" v="3692"/>
          <ac:graphicFrameMkLst>
            <pc:docMk/>
            <pc:sldMk cId="181310961" sldId="278"/>
            <ac:graphicFrameMk id="19" creationId="{E4FFD3C2-7C5B-40C4-F443-64DD9437A3DB}"/>
          </ac:graphicFrameMkLst>
        </pc:graphicFrameChg>
      </pc:sldChg>
      <pc:sldChg chg="addSp modSp mod">
        <pc:chgData name="Embedded Development" userId="97690703-89ef-4183-8a66-0c81b6c8ace9" providerId="ADAL" clId="{52FC1D83-52FC-4CEA-A7D4-C082855AEAB7}" dt="2024-03-27T07:53:54.864" v="6206" actId="20577"/>
        <pc:sldMkLst>
          <pc:docMk/>
          <pc:sldMk cId="1588761885" sldId="279"/>
        </pc:sldMkLst>
        <pc:spChg chg="mod">
          <ac:chgData name="Embedded Development" userId="97690703-89ef-4183-8a66-0c81b6c8ace9" providerId="ADAL" clId="{52FC1D83-52FC-4CEA-A7D4-C082855AEAB7}" dt="2024-03-27T07:53:24.249" v="6187" actId="1035"/>
          <ac:spMkLst>
            <pc:docMk/>
            <pc:sldMk cId="1588761885" sldId="279"/>
            <ac:spMk id="2" creationId="{495FC2EA-985D-35DA-D428-1E8095AC98BC}"/>
          </ac:spMkLst>
        </pc:spChg>
        <pc:spChg chg="mod">
          <ac:chgData name="Embedded Development" userId="97690703-89ef-4183-8a66-0c81b6c8ace9" providerId="ADAL" clId="{52FC1D83-52FC-4CEA-A7D4-C082855AEAB7}" dt="2024-03-27T07:53:24.249" v="6187" actId="1035"/>
          <ac:spMkLst>
            <pc:docMk/>
            <pc:sldMk cId="1588761885" sldId="279"/>
            <ac:spMk id="3" creationId="{DC4D3300-E1F4-FE50-D2AA-6EE0A950A0C9}"/>
          </ac:spMkLst>
        </pc:spChg>
        <pc:spChg chg="mod">
          <ac:chgData name="Embedded Development" userId="97690703-89ef-4183-8a66-0c81b6c8ace9" providerId="ADAL" clId="{52FC1D83-52FC-4CEA-A7D4-C082855AEAB7}" dt="2024-03-27T07:53:24.249" v="6187" actId="1035"/>
          <ac:spMkLst>
            <pc:docMk/>
            <pc:sldMk cId="1588761885" sldId="279"/>
            <ac:spMk id="4" creationId="{1234FB63-3786-709B-49DB-CCF795284EDD}"/>
          </ac:spMkLst>
        </pc:spChg>
        <pc:spChg chg="mod">
          <ac:chgData name="Embedded Development" userId="97690703-89ef-4183-8a66-0c81b6c8ace9" providerId="ADAL" clId="{52FC1D83-52FC-4CEA-A7D4-C082855AEAB7}" dt="2024-03-27T07:53:24.249" v="6187" actId="1035"/>
          <ac:spMkLst>
            <pc:docMk/>
            <pc:sldMk cId="1588761885" sldId="279"/>
            <ac:spMk id="19" creationId="{D9443F27-CCC8-F3DD-61D7-A2E534700E35}"/>
          </ac:spMkLst>
        </pc:spChg>
        <pc:spChg chg="mod">
          <ac:chgData name="Embedded Development" userId="97690703-89ef-4183-8a66-0c81b6c8ace9" providerId="ADAL" clId="{52FC1D83-52FC-4CEA-A7D4-C082855AEAB7}" dt="2024-03-27T07:53:24.249" v="6187" actId="1035"/>
          <ac:spMkLst>
            <pc:docMk/>
            <pc:sldMk cId="1588761885" sldId="279"/>
            <ac:spMk id="20" creationId="{A4C31439-E7DE-8110-BB6E-9562A6713E5F}"/>
          </ac:spMkLst>
        </pc:spChg>
        <pc:spChg chg="mod">
          <ac:chgData name="Embedded Development" userId="97690703-89ef-4183-8a66-0c81b6c8ace9" providerId="ADAL" clId="{52FC1D83-52FC-4CEA-A7D4-C082855AEAB7}" dt="2024-03-27T07:53:24.249" v="6187" actId="1035"/>
          <ac:spMkLst>
            <pc:docMk/>
            <pc:sldMk cId="1588761885" sldId="279"/>
            <ac:spMk id="22" creationId="{1C6E64F8-9837-34BE-7C2C-7930BA9F362D}"/>
          </ac:spMkLst>
        </pc:spChg>
        <pc:spChg chg="add mod">
          <ac:chgData name="Embedded Development" userId="97690703-89ef-4183-8a66-0c81b6c8ace9" providerId="ADAL" clId="{52FC1D83-52FC-4CEA-A7D4-C082855AEAB7}" dt="2024-03-27T07:53:47.534" v="6198" actId="20577"/>
          <ac:spMkLst>
            <pc:docMk/>
            <pc:sldMk cId="1588761885" sldId="279"/>
            <ac:spMk id="23" creationId="{D9507E32-F99D-BCAB-D27E-FD835334FD68}"/>
          </ac:spMkLst>
        </pc:spChg>
        <pc:spChg chg="mod">
          <ac:chgData name="Embedded Development" userId="97690703-89ef-4183-8a66-0c81b6c8ace9" providerId="ADAL" clId="{52FC1D83-52FC-4CEA-A7D4-C082855AEAB7}" dt="2024-03-27T07:52:47.830" v="6149" actId="1036"/>
          <ac:spMkLst>
            <pc:docMk/>
            <pc:sldMk cId="1588761885" sldId="279"/>
            <ac:spMk id="24" creationId="{2E63EA01-6A15-55AB-A8DF-843BB26DF2DD}"/>
          </ac:spMkLst>
        </pc:spChg>
        <pc:spChg chg="mod">
          <ac:chgData name="Embedded Development" userId="97690703-89ef-4183-8a66-0c81b6c8ace9" providerId="ADAL" clId="{52FC1D83-52FC-4CEA-A7D4-C082855AEAB7}" dt="2024-03-27T07:52:47.830" v="6149" actId="1036"/>
          <ac:spMkLst>
            <pc:docMk/>
            <pc:sldMk cId="1588761885" sldId="279"/>
            <ac:spMk id="25" creationId="{753F128F-5D88-A276-C51B-AC5FDF13F950}"/>
          </ac:spMkLst>
        </pc:spChg>
        <pc:spChg chg="mod">
          <ac:chgData name="Embedded Development" userId="97690703-89ef-4183-8a66-0c81b6c8ace9" providerId="ADAL" clId="{52FC1D83-52FC-4CEA-A7D4-C082855AEAB7}" dt="2024-03-27T07:52:47.830" v="6149" actId="1036"/>
          <ac:spMkLst>
            <pc:docMk/>
            <pc:sldMk cId="1588761885" sldId="279"/>
            <ac:spMk id="26" creationId="{CF469838-27FE-46E4-803B-5E8E70CCAFC7}"/>
          </ac:spMkLst>
        </pc:spChg>
        <pc:spChg chg="mod">
          <ac:chgData name="Embedded Development" userId="97690703-89ef-4183-8a66-0c81b6c8ace9" providerId="ADAL" clId="{52FC1D83-52FC-4CEA-A7D4-C082855AEAB7}" dt="2024-03-27T07:52:47.830" v="6149" actId="1036"/>
          <ac:spMkLst>
            <pc:docMk/>
            <pc:sldMk cId="1588761885" sldId="279"/>
            <ac:spMk id="33" creationId="{0C0A8FD9-7BD9-5786-FE08-B165987BEC3A}"/>
          </ac:spMkLst>
        </pc:spChg>
        <pc:spChg chg="mod">
          <ac:chgData name="Embedded Development" userId="97690703-89ef-4183-8a66-0c81b6c8ace9" providerId="ADAL" clId="{52FC1D83-52FC-4CEA-A7D4-C082855AEAB7}" dt="2024-03-27T07:52:47.830" v="6149" actId="1036"/>
          <ac:spMkLst>
            <pc:docMk/>
            <pc:sldMk cId="1588761885" sldId="279"/>
            <ac:spMk id="34" creationId="{C9429148-7CBD-690F-A0AD-D39BE28D446A}"/>
          </ac:spMkLst>
        </pc:spChg>
        <pc:spChg chg="mod">
          <ac:chgData name="Embedded Development" userId="97690703-89ef-4183-8a66-0c81b6c8ace9" providerId="ADAL" clId="{52FC1D83-52FC-4CEA-A7D4-C082855AEAB7}" dt="2024-03-27T07:52:47.830" v="6149" actId="1036"/>
          <ac:spMkLst>
            <pc:docMk/>
            <pc:sldMk cId="1588761885" sldId="279"/>
            <ac:spMk id="35" creationId="{8EA8476B-1637-15F1-1B1C-8A32864C1273}"/>
          </ac:spMkLst>
        </pc:spChg>
        <pc:spChg chg="add mod">
          <ac:chgData name="Embedded Development" userId="97690703-89ef-4183-8a66-0c81b6c8ace9" providerId="ADAL" clId="{52FC1D83-52FC-4CEA-A7D4-C082855AEAB7}" dt="2024-03-27T07:53:51.291" v="6202" actId="20577"/>
          <ac:spMkLst>
            <pc:docMk/>
            <pc:sldMk cId="1588761885" sldId="279"/>
            <ac:spMk id="36" creationId="{A6446409-01F4-E3EB-4F39-259B119ABAB4}"/>
          </ac:spMkLst>
        </pc:spChg>
        <pc:spChg chg="add mod">
          <ac:chgData name="Embedded Development" userId="97690703-89ef-4183-8a66-0c81b6c8ace9" providerId="ADAL" clId="{52FC1D83-52FC-4CEA-A7D4-C082855AEAB7}" dt="2024-03-27T07:53:54.864" v="6206" actId="20577"/>
          <ac:spMkLst>
            <pc:docMk/>
            <pc:sldMk cId="1588761885" sldId="279"/>
            <ac:spMk id="37" creationId="{F945C4B2-5E2C-C4AD-C3E5-DB63E37ECFEB}"/>
          </ac:spMkLst>
        </pc:spChg>
        <pc:spChg chg="mod">
          <ac:chgData name="Embedded Development" userId="97690703-89ef-4183-8a66-0c81b6c8ace9" providerId="ADAL" clId="{52FC1D83-52FC-4CEA-A7D4-C082855AEAB7}" dt="2024-03-27T07:53:09.437" v="6169" actId="1036"/>
          <ac:spMkLst>
            <pc:docMk/>
            <pc:sldMk cId="1588761885" sldId="279"/>
            <ac:spMk id="63" creationId="{B78B323F-C240-6A2A-0CDD-B1B8A8BAB12D}"/>
          </ac:spMkLst>
        </pc:spChg>
        <pc:spChg chg="mod">
          <ac:chgData name="Embedded Development" userId="97690703-89ef-4183-8a66-0c81b6c8ace9" providerId="ADAL" clId="{52FC1D83-52FC-4CEA-A7D4-C082855AEAB7}" dt="2024-03-27T07:53:09.437" v="6169" actId="1036"/>
          <ac:spMkLst>
            <pc:docMk/>
            <pc:sldMk cId="1588761885" sldId="279"/>
            <ac:spMk id="64" creationId="{849F3C70-AD12-9037-E12B-72E683296D3F}"/>
          </ac:spMkLst>
        </pc:spChg>
        <pc:spChg chg="mod">
          <ac:chgData name="Embedded Development" userId="97690703-89ef-4183-8a66-0c81b6c8ace9" providerId="ADAL" clId="{52FC1D83-52FC-4CEA-A7D4-C082855AEAB7}" dt="2024-03-27T07:53:09.437" v="6169" actId="1036"/>
          <ac:spMkLst>
            <pc:docMk/>
            <pc:sldMk cId="1588761885" sldId="279"/>
            <ac:spMk id="65" creationId="{20881497-32BE-608D-C319-E64AEFBF21C2}"/>
          </ac:spMkLst>
        </pc:spChg>
        <pc:spChg chg="mod">
          <ac:chgData name="Embedded Development" userId="97690703-89ef-4183-8a66-0c81b6c8ace9" providerId="ADAL" clId="{52FC1D83-52FC-4CEA-A7D4-C082855AEAB7}" dt="2024-03-27T07:53:09.437" v="6169" actId="1036"/>
          <ac:spMkLst>
            <pc:docMk/>
            <pc:sldMk cId="1588761885" sldId="279"/>
            <ac:spMk id="66" creationId="{4DEE4174-6A46-0646-D6BF-9C5F71363BB7}"/>
          </ac:spMkLst>
        </pc:spChg>
        <pc:grpChg chg="mod">
          <ac:chgData name="Embedded Development" userId="97690703-89ef-4183-8a66-0c81b6c8ace9" providerId="ADAL" clId="{52FC1D83-52FC-4CEA-A7D4-C082855AEAB7}" dt="2024-03-27T07:52:20.527" v="6126" actId="14100"/>
          <ac:grpSpMkLst>
            <pc:docMk/>
            <pc:sldMk cId="1588761885" sldId="279"/>
            <ac:grpSpMk id="21" creationId="{119A1EE9-3777-2E64-17B5-A68969FD7E5C}"/>
          </ac:grpSpMkLst>
        </pc:grpChg>
        <pc:cxnChg chg="mod">
          <ac:chgData name="Embedded Development" userId="97690703-89ef-4183-8a66-0c81b6c8ace9" providerId="ADAL" clId="{52FC1D83-52FC-4CEA-A7D4-C082855AEAB7}" dt="2024-03-27T07:53:24.249" v="6187" actId="1035"/>
          <ac:cxnSpMkLst>
            <pc:docMk/>
            <pc:sldMk cId="1588761885" sldId="279"/>
            <ac:cxnSpMk id="7" creationId="{B5FB50CD-6CE2-9821-01E8-C6EBC976D678}"/>
          </ac:cxnSpMkLst>
        </pc:cxnChg>
        <pc:cxnChg chg="mod">
          <ac:chgData name="Embedded Development" userId="97690703-89ef-4183-8a66-0c81b6c8ace9" providerId="ADAL" clId="{52FC1D83-52FC-4CEA-A7D4-C082855AEAB7}" dt="2024-03-27T07:52:55.373" v="6150" actId="1076"/>
          <ac:cxnSpMkLst>
            <pc:docMk/>
            <pc:sldMk cId="1588761885" sldId="279"/>
            <ac:cxnSpMk id="8" creationId="{C729D845-DD7C-5A58-35FA-AEE1A21E5DC8}"/>
          </ac:cxnSpMkLst>
        </pc:cxnChg>
        <pc:cxnChg chg="mod">
          <ac:chgData name="Embedded Development" userId="97690703-89ef-4183-8a66-0c81b6c8ace9" providerId="ADAL" clId="{52FC1D83-52FC-4CEA-A7D4-C082855AEAB7}" dt="2024-03-27T07:52:59.982" v="6151" actId="1076"/>
          <ac:cxnSpMkLst>
            <pc:docMk/>
            <pc:sldMk cId="1588761885" sldId="279"/>
            <ac:cxnSpMk id="9" creationId="{A7667F82-714E-FA94-1448-30D51AE5674E}"/>
          </ac:cxnSpMkLst>
        </pc:cxnChg>
        <pc:cxnChg chg="mod">
          <ac:chgData name="Embedded Development" userId="97690703-89ef-4183-8a66-0c81b6c8ace9" providerId="ADAL" clId="{52FC1D83-52FC-4CEA-A7D4-C082855AEAB7}" dt="2024-03-27T07:53:24.249" v="6187" actId="1035"/>
          <ac:cxnSpMkLst>
            <pc:docMk/>
            <pc:sldMk cId="1588761885" sldId="279"/>
            <ac:cxnSpMk id="11" creationId="{C52B66A8-BAE9-4CFF-336F-07C887E6DBBA}"/>
          </ac:cxnSpMkLst>
        </pc:cxnChg>
        <pc:cxnChg chg="mod">
          <ac:chgData name="Embedded Development" userId="97690703-89ef-4183-8a66-0c81b6c8ace9" providerId="ADAL" clId="{52FC1D83-52FC-4CEA-A7D4-C082855AEAB7}" dt="2024-03-27T07:52:47.830" v="6149" actId="1036"/>
          <ac:cxnSpMkLst>
            <pc:docMk/>
            <pc:sldMk cId="1588761885" sldId="279"/>
            <ac:cxnSpMk id="27" creationId="{2E933225-154F-5BBE-1D6E-9708577477C5}"/>
          </ac:cxnSpMkLst>
        </pc:cxnChg>
        <pc:cxnChg chg="mod">
          <ac:chgData name="Embedded Development" userId="97690703-89ef-4183-8a66-0c81b6c8ace9" providerId="ADAL" clId="{52FC1D83-52FC-4CEA-A7D4-C082855AEAB7}" dt="2024-03-27T07:53:24.249" v="6187" actId="1035"/>
          <ac:cxnSpMkLst>
            <pc:docMk/>
            <pc:sldMk cId="1588761885" sldId="279"/>
            <ac:cxnSpMk id="28" creationId="{9AD86E80-3899-02AB-3013-12F2F0DCDAEF}"/>
          </ac:cxnSpMkLst>
        </pc:cxnChg>
        <pc:cxnChg chg="mod">
          <ac:chgData name="Embedded Development" userId="97690703-89ef-4183-8a66-0c81b6c8ace9" providerId="ADAL" clId="{52FC1D83-52FC-4CEA-A7D4-C082855AEAB7}" dt="2024-03-27T07:53:24.249" v="6187" actId="1035"/>
          <ac:cxnSpMkLst>
            <pc:docMk/>
            <pc:sldMk cId="1588761885" sldId="279"/>
            <ac:cxnSpMk id="29" creationId="{F7AA3E87-60BE-90FD-E4CB-4F45406EC207}"/>
          </ac:cxnSpMkLst>
        </pc:cxnChg>
        <pc:cxnChg chg="mod">
          <ac:chgData name="Embedded Development" userId="97690703-89ef-4183-8a66-0c81b6c8ace9" providerId="ADAL" clId="{52FC1D83-52FC-4CEA-A7D4-C082855AEAB7}" dt="2024-03-27T07:52:47.830" v="6149" actId="1036"/>
          <ac:cxnSpMkLst>
            <pc:docMk/>
            <pc:sldMk cId="1588761885" sldId="279"/>
            <ac:cxnSpMk id="30" creationId="{CC5351A6-C716-E2EF-932B-14F54E04AEB6}"/>
          </ac:cxnSpMkLst>
        </pc:cxnChg>
        <pc:cxnChg chg="mod">
          <ac:chgData name="Embedded Development" userId="97690703-89ef-4183-8a66-0c81b6c8ace9" providerId="ADAL" clId="{52FC1D83-52FC-4CEA-A7D4-C082855AEAB7}" dt="2024-03-27T07:53:24.249" v="6187" actId="1035"/>
          <ac:cxnSpMkLst>
            <pc:docMk/>
            <pc:sldMk cId="1588761885" sldId="279"/>
            <ac:cxnSpMk id="31" creationId="{9FD3309C-79A7-A610-4A6E-A1BE5530E116}"/>
          </ac:cxnSpMkLst>
        </pc:cxnChg>
        <pc:cxnChg chg="mod">
          <ac:chgData name="Embedded Development" userId="97690703-89ef-4183-8a66-0c81b6c8ace9" providerId="ADAL" clId="{52FC1D83-52FC-4CEA-A7D4-C082855AEAB7}" dt="2024-03-27T07:52:47.830" v="6149" actId="1036"/>
          <ac:cxnSpMkLst>
            <pc:docMk/>
            <pc:sldMk cId="1588761885" sldId="279"/>
            <ac:cxnSpMk id="42" creationId="{60BA3B90-DB41-E04E-42F6-861C443741AA}"/>
          </ac:cxnSpMkLst>
        </pc:cxnChg>
        <pc:cxnChg chg="mod">
          <ac:chgData name="Embedded Development" userId="97690703-89ef-4183-8a66-0c81b6c8ace9" providerId="ADAL" clId="{52FC1D83-52FC-4CEA-A7D4-C082855AEAB7}" dt="2024-03-27T07:52:47.830" v="6149" actId="1036"/>
          <ac:cxnSpMkLst>
            <pc:docMk/>
            <pc:sldMk cId="1588761885" sldId="279"/>
            <ac:cxnSpMk id="43" creationId="{B16AAB4B-0A09-2FB4-50FA-B758DDFEFA66}"/>
          </ac:cxnSpMkLst>
        </pc:cxnChg>
        <pc:cxnChg chg="mod">
          <ac:chgData name="Embedded Development" userId="97690703-89ef-4183-8a66-0c81b6c8ace9" providerId="ADAL" clId="{52FC1D83-52FC-4CEA-A7D4-C082855AEAB7}" dt="2024-03-27T07:52:47.830" v="6149" actId="1036"/>
          <ac:cxnSpMkLst>
            <pc:docMk/>
            <pc:sldMk cId="1588761885" sldId="279"/>
            <ac:cxnSpMk id="51" creationId="{8D9FE447-F7ED-54A8-4783-45524C24A3FD}"/>
          </ac:cxnSpMkLst>
        </pc:cxnChg>
        <pc:cxnChg chg="mod">
          <ac:chgData name="Embedded Development" userId="97690703-89ef-4183-8a66-0c81b6c8ace9" providerId="ADAL" clId="{52FC1D83-52FC-4CEA-A7D4-C082855AEAB7}" dt="2024-03-27T07:53:09.437" v="6169" actId="1036"/>
          <ac:cxnSpMkLst>
            <pc:docMk/>
            <pc:sldMk cId="1588761885" sldId="279"/>
            <ac:cxnSpMk id="67" creationId="{689BF092-3A54-9257-C80C-F6FA22CCEF83}"/>
          </ac:cxnSpMkLst>
        </pc:cxnChg>
        <pc:cxnChg chg="mod">
          <ac:chgData name="Embedded Development" userId="97690703-89ef-4183-8a66-0c81b6c8ace9" providerId="ADAL" clId="{52FC1D83-52FC-4CEA-A7D4-C082855AEAB7}" dt="2024-03-27T07:53:09.437" v="6169" actId="1036"/>
          <ac:cxnSpMkLst>
            <pc:docMk/>
            <pc:sldMk cId="1588761885" sldId="279"/>
            <ac:cxnSpMk id="68" creationId="{E8A79E0E-EAFE-360C-CAC2-7F09CE576C11}"/>
          </ac:cxnSpMkLst>
        </pc:cxnChg>
        <pc:cxnChg chg="mod">
          <ac:chgData name="Embedded Development" userId="97690703-89ef-4183-8a66-0c81b6c8ace9" providerId="ADAL" clId="{52FC1D83-52FC-4CEA-A7D4-C082855AEAB7}" dt="2024-03-27T07:53:09.437" v="6169" actId="1036"/>
          <ac:cxnSpMkLst>
            <pc:docMk/>
            <pc:sldMk cId="1588761885" sldId="279"/>
            <ac:cxnSpMk id="70" creationId="{755BDE14-8612-48EE-4DBE-7862997B6018}"/>
          </ac:cxnSpMkLst>
        </pc:cxnChg>
        <pc:cxnChg chg="mod">
          <ac:chgData name="Embedded Development" userId="97690703-89ef-4183-8a66-0c81b6c8ace9" providerId="ADAL" clId="{52FC1D83-52FC-4CEA-A7D4-C082855AEAB7}" dt="2024-03-27T07:52:24.795" v="6127" actId="14100"/>
          <ac:cxnSpMkLst>
            <pc:docMk/>
            <pc:sldMk cId="1588761885" sldId="279"/>
            <ac:cxnSpMk id="72" creationId="{80494513-DDC9-3382-00AF-9A41E362171E}"/>
          </ac:cxnSpMkLst>
        </pc:cxnChg>
        <pc:cxnChg chg="mod">
          <ac:chgData name="Embedded Development" userId="97690703-89ef-4183-8a66-0c81b6c8ace9" providerId="ADAL" clId="{52FC1D83-52FC-4CEA-A7D4-C082855AEAB7}" dt="2024-03-27T07:52:29.042" v="6128" actId="14100"/>
          <ac:cxnSpMkLst>
            <pc:docMk/>
            <pc:sldMk cId="1588761885" sldId="279"/>
            <ac:cxnSpMk id="73" creationId="{813C4AD7-BCA5-91FF-57BA-AC89500156F5}"/>
          </ac:cxnSpMkLst>
        </pc:cxnChg>
      </pc:sldChg>
      <pc:sldChg chg="addSp delSp modSp mod">
        <pc:chgData name="Embedded Development" userId="97690703-89ef-4183-8a66-0c81b6c8ace9" providerId="ADAL" clId="{52FC1D83-52FC-4CEA-A7D4-C082855AEAB7}" dt="2024-03-27T07:55:27.993" v="6265"/>
        <pc:sldMkLst>
          <pc:docMk/>
          <pc:sldMk cId="1656820590" sldId="280"/>
        </pc:sldMkLst>
        <pc:spChg chg="mod">
          <ac:chgData name="Embedded Development" userId="97690703-89ef-4183-8a66-0c81b6c8ace9" providerId="ADAL" clId="{52FC1D83-52FC-4CEA-A7D4-C082855AEAB7}" dt="2024-03-27T07:55:00.085" v="6255" actId="1036"/>
          <ac:spMkLst>
            <pc:docMk/>
            <pc:sldMk cId="1656820590" sldId="280"/>
            <ac:spMk id="2" creationId="{61A667B9-2A59-01D8-359B-167453FD38C0}"/>
          </ac:spMkLst>
        </pc:spChg>
        <pc:spChg chg="mod">
          <ac:chgData name="Embedded Development" userId="97690703-89ef-4183-8a66-0c81b6c8ace9" providerId="ADAL" clId="{52FC1D83-52FC-4CEA-A7D4-C082855AEAB7}" dt="2024-03-27T07:55:00.085" v="6255" actId="1036"/>
          <ac:spMkLst>
            <pc:docMk/>
            <pc:sldMk cId="1656820590" sldId="280"/>
            <ac:spMk id="3" creationId="{3D8ED9A8-A617-F747-6A77-685DCDEE69B5}"/>
          </ac:spMkLst>
        </pc:spChg>
        <pc:spChg chg="mod">
          <ac:chgData name="Embedded Development" userId="97690703-89ef-4183-8a66-0c81b6c8ace9" providerId="ADAL" clId="{52FC1D83-52FC-4CEA-A7D4-C082855AEAB7}" dt="2024-03-27T07:55:00.085" v="6255" actId="1036"/>
          <ac:spMkLst>
            <pc:docMk/>
            <pc:sldMk cId="1656820590" sldId="280"/>
            <ac:spMk id="7" creationId="{1B9E2CA3-B910-0DB6-303D-4DA1EB8580A6}"/>
          </ac:spMkLst>
        </pc:spChg>
        <pc:spChg chg="mod">
          <ac:chgData name="Embedded Development" userId="97690703-89ef-4183-8a66-0c81b6c8ace9" providerId="ADAL" clId="{52FC1D83-52FC-4CEA-A7D4-C082855AEAB7}" dt="2024-03-27T07:54:10.341" v="6208"/>
          <ac:spMkLst>
            <pc:docMk/>
            <pc:sldMk cId="1656820590" sldId="280"/>
            <ac:spMk id="19" creationId="{1D6C2F5A-6F6F-C9B8-B5C7-7E10A8E4FA12}"/>
          </ac:spMkLst>
        </pc:spChg>
        <pc:spChg chg="mod">
          <ac:chgData name="Embedded Development" userId="97690703-89ef-4183-8a66-0c81b6c8ace9" providerId="ADAL" clId="{52FC1D83-52FC-4CEA-A7D4-C082855AEAB7}" dt="2024-03-27T07:54:10.341" v="6208"/>
          <ac:spMkLst>
            <pc:docMk/>
            <pc:sldMk cId="1656820590" sldId="280"/>
            <ac:spMk id="20" creationId="{C02EE486-071A-0591-F092-D00FBDE508DD}"/>
          </ac:spMkLst>
        </pc:spChg>
        <pc:spChg chg="mod">
          <ac:chgData name="Embedded Development" userId="97690703-89ef-4183-8a66-0c81b6c8ace9" providerId="ADAL" clId="{52FC1D83-52FC-4CEA-A7D4-C082855AEAB7}" dt="2024-03-27T07:55:00.085" v="6255" actId="1036"/>
          <ac:spMkLst>
            <pc:docMk/>
            <pc:sldMk cId="1656820590" sldId="280"/>
            <ac:spMk id="22" creationId="{0A93650C-D406-0DFE-7829-814408BACC7B}"/>
          </ac:spMkLst>
        </pc:spChg>
        <pc:spChg chg="mod">
          <ac:chgData name="Embedded Development" userId="97690703-89ef-4183-8a66-0c81b6c8ace9" providerId="ADAL" clId="{52FC1D83-52FC-4CEA-A7D4-C082855AEAB7}" dt="2024-03-27T07:54:10.341" v="6208"/>
          <ac:spMkLst>
            <pc:docMk/>
            <pc:sldMk cId="1656820590" sldId="280"/>
            <ac:spMk id="23" creationId="{8A469276-8D9F-F319-7787-81695945FFBD}"/>
          </ac:spMkLst>
        </pc:spChg>
        <pc:spChg chg="mod">
          <ac:chgData name="Embedded Development" userId="97690703-89ef-4183-8a66-0c81b6c8ace9" providerId="ADAL" clId="{52FC1D83-52FC-4CEA-A7D4-C082855AEAB7}" dt="2024-03-27T07:54:10.341" v="6208"/>
          <ac:spMkLst>
            <pc:docMk/>
            <pc:sldMk cId="1656820590" sldId="280"/>
            <ac:spMk id="26" creationId="{C359E82A-766B-22D4-8408-4E1E8752ED5B}"/>
          </ac:spMkLst>
        </pc:spChg>
        <pc:spChg chg="add mod">
          <ac:chgData name="Embedded Development" userId="97690703-89ef-4183-8a66-0c81b6c8ace9" providerId="ADAL" clId="{52FC1D83-52FC-4CEA-A7D4-C082855AEAB7}" dt="2024-03-27T07:55:17.853" v="6260" actId="20577"/>
          <ac:spMkLst>
            <pc:docMk/>
            <pc:sldMk cId="1656820590" sldId="280"/>
            <ac:spMk id="31" creationId="{61F19318-A720-3CCC-1A7C-1087809FA1D2}"/>
          </ac:spMkLst>
        </pc:spChg>
        <pc:spChg chg="mod">
          <ac:chgData name="Embedded Development" userId="97690703-89ef-4183-8a66-0c81b6c8ace9" providerId="ADAL" clId="{52FC1D83-52FC-4CEA-A7D4-C082855AEAB7}" dt="2024-03-27T07:55:00.085" v="6255" actId="1036"/>
          <ac:spMkLst>
            <pc:docMk/>
            <pc:sldMk cId="1656820590" sldId="280"/>
            <ac:spMk id="32" creationId="{2C483494-70B0-5E51-C893-94C2FEE4AE48}"/>
          </ac:spMkLst>
        </pc:spChg>
        <pc:spChg chg="add mod">
          <ac:chgData name="Embedded Development" userId="97690703-89ef-4183-8a66-0c81b6c8ace9" providerId="ADAL" clId="{52FC1D83-52FC-4CEA-A7D4-C082855AEAB7}" dt="2024-03-27T07:55:19.871" v="6262" actId="20577"/>
          <ac:spMkLst>
            <pc:docMk/>
            <pc:sldMk cId="1656820590" sldId="280"/>
            <ac:spMk id="33" creationId="{81444F1D-DA17-0EC7-C7B2-B0BF5EDBEA0E}"/>
          </ac:spMkLst>
        </pc:spChg>
        <pc:spChg chg="add mod">
          <ac:chgData name="Embedded Development" userId="97690703-89ef-4183-8a66-0c81b6c8ace9" providerId="ADAL" clId="{52FC1D83-52FC-4CEA-A7D4-C082855AEAB7}" dt="2024-03-27T07:55:24.016" v="6264" actId="20577"/>
          <ac:spMkLst>
            <pc:docMk/>
            <pc:sldMk cId="1656820590" sldId="280"/>
            <ac:spMk id="34" creationId="{462D8C6D-29E6-6BDC-65D1-66935BA9750A}"/>
          </ac:spMkLst>
        </pc:spChg>
        <pc:spChg chg="add mod">
          <ac:chgData name="Embedded Development" userId="97690703-89ef-4183-8a66-0c81b6c8ace9" providerId="ADAL" clId="{52FC1D83-52FC-4CEA-A7D4-C082855AEAB7}" dt="2024-03-27T07:55:27.993" v="6265"/>
          <ac:spMkLst>
            <pc:docMk/>
            <pc:sldMk cId="1656820590" sldId="280"/>
            <ac:spMk id="35" creationId="{55FCA584-C0AC-0C3B-69ED-4F4B14635327}"/>
          </ac:spMkLst>
        </pc:spChg>
        <pc:spChg chg="add mod">
          <ac:chgData name="Embedded Development" userId="97690703-89ef-4183-8a66-0c81b6c8ace9" providerId="ADAL" clId="{52FC1D83-52FC-4CEA-A7D4-C082855AEAB7}" dt="2024-03-27T07:55:27.993" v="6265"/>
          <ac:spMkLst>
            <pc:docMk/>
            <pc:sldMk cId="1656820590" sldId="280"/>
            <ac:spMk id="36" creationId="{0B53C035-2999-E061-E335-67662E545BA9}"/>
          </ac:spMkLst>
        </pc:spChg>
        <pc:spChg chg="add mod">
          <ac:chgData name="Embedded Development" userId="97690703-89ef-4183-8a66-0c81b6c8ace9" providerId="ADAL" clId="{52FC1D83-52FC-4CEA-A7D4-C082855AEAB7}" dt="2024-03-27T07:55:27.993" v="6265"/>
          <ac:spMkLst>
            <pc:docMk/>
            <pc:sldMk cId="1656820590" sldId="280"/>
            <ac:spMk id="37" creationId="{3AFFD99E-E409-1910-D1D6-C226B313A38F}"/>
          </ac:spMkLst>
        </pc:spChg>
        <pc:spChg chg="mod">
          <ac:chgData name="Embedded Development" userId="97690703-89ef-4183-8a66-0c81b6c8ace9" providerId="ADAL" clId="{52FC1D83-52FC-4CEA-A7D4-C082855AEAB7}" dt="2024-03-27T07:55:00.085" v="6255" actId="1036"/>
          <ac:spMkLst>
            <pc:docMk/>
            <pc:sldMk cId="1656820590" sldId="280"/>
            <ac:spMk id="44" creationId="{7A7AADAC-39E2-AA73-32C3-63DDFA1CD3D5}"/>
          </ac:spMkLst>
        </pc:spChg>
        <pc:spChg chg="mod">
          <ac:chgData name="Embedded Development" userId="97690703-89ef-4183-8a66-0c81b6c8ace9" providerId="ADAL" clId="{52FC1D83-52FC-4CEA-A7D4-C082855AEAB7}" dt="2024-03-27T07:55:00.085" v="6255" actId="1036"/>
          <ac:spMkLst>
            <pc:docMk/>
            <pc:sldMk cId="1656820590" sldId="280"/>
            <ac:spMk id="62" creationId="{EFADCA73-E8F8-DADE-8293-D05BF8F7D2DB}"/>
          </ac:spMkLst>
        </pc:spChg>
        <pc:spChg chg="mod">
          <ac:chgData name="Embedded Development" userId="97690703-89ef-4183-8a66-0c81b6c8ace9" providerId="ADAL" clId="{52FC1D83-52FC-4CEA-A7D4-C082855AEAB7}" dt="2024-03-27T07:55:00.085" v="6255" actId="1036"/>
          <ac:spMkLst>
            <pc:docMk/>
            <pc:sldMk cId="1656820590" sldId="280"/>
            <ac:spMk id="69" creationId="{678BCE49-0392-563F-40E9-BD5560F336B7}"/>
          </ac:spMkLst>
        </pc:spChg>
        <pc:spChg chg="mod">
          <ac:chgData name="Embedded Development" userId="97690703-89ef-4183-8a66-0c81b6c8ace9" providerId="ADAL" clId="{52FC1D83-52FC-4CEA-A7D4-C082855AEAB7}" dt="2024-03-27T07:55:00.085" v="6255" actId="1036"/>
          <ac:spMkLst>
            <pc:docMk/>
            <pc:sldMk cId="1656820590" sldId="280"/>
            <ac:spMk id="72" creationId="{4DB9CCCA-2CFE-83F7-B5F4-01C323551D29}"/>
          </ac:spMkLst>
        </pc:spChg>
        <pc:spChg chg="mod">
          <ac:chgData name="Embedded Development" userId="97690703-89ef-4183-8a66-0c81b6c8ace9" providerId="ADAL" clId="{52FC1D83-52FC-4CEA-A7D4-C082855AEAB7}" dt="2024-03-27T07:55:00.085" v="6255" actId="1036"/>
          <ac:spMkLst>
            <pc:docMk/>
            <pc:sldMk cId="1656820590" sldId="280"/>
            <ac:spMk id="73" creationId="{93B02B51-6990-2243-0A82-5674D948C488}"/>
          </ac:spMkLst>
        </pc:spChg>
        <pc:spChg chg="mod">
          <ac:chgData name="Embedded Development" userId="97690703-89ef-4183-8a66-0c81b6c8ace9" providerId="ADAL" clId="{52FC1D83-52FC-4CEA-A7D4-C082855AEAB7}" dt="2024-03-27T07:55:00.085" v="6255" actId="1036"/>
          <ac:spMkLst>
            <pc:docMk/>
            <pc:sldMk cId="1656820590" sldId="280"/>
            <ac:spMk id="78" creationId="{D9CECB8F-A65F-CF9F-7BEA-99978028A697}"/>
          </ac:spMkLst>
        </pc:spChg>
        <pc:spChg chg="mod">
          <ac:chgData name="Embedded Development" userId="97690703-89ef-4183-8a66-0c81b6c8ace9" providerId="ADAL" clId="{52FC1D83-52FC-4CEA-A7D4-C082855AEAB7}" dt="2024-03-27T07:55:00.085" v="6255" actId="1036"/>
          <ac:spMkLst>
            <pc:docMk/>
            <pc:sldMk cId="1656820590" sldId="280"/>
            <ac:spMk id="82" creationId="{27782D32-5435-4F4B-1628-5C16C0A06822}"/>
          </ac:spMkLst>
        </pc:spChg>
        <pc:spChg chg="mod">
          <ac:chgData name="Embedded Development" userId="97690703-89ef-4183-8a66-0c81b6c8ace9" providerId="ADAL" clId="{52FC1D83-52FC-4CEA-A7D4-C082855AEAB7}" dt="2024-03-27T07:55:00.085" v="6255" actId="1036"/>
          <ac:spMkLst>
            <pc:docMk/>
            <pc:sldMk cId="1656820590" sldId="280"/>
            <ac:spMk id="84" creationId="{696EC376-1ABB-9B20-C8ED-2E6C1E2C2009}"/>
          </ac:spMkLst>
        </pc:spChg>
        <pc:spChg chg="mod">
          <ac:chgData name="Embedded Development" userId="97690703-89ef-4183-8a66-0c81b6c8ace9" providerId="ADAL" clId="{52FC1D83-52FC-4CEA-A7D4-C082855AEAB7}" dt="2024-03-27T07:55:00.085" v="6255" actId="1036"/>
          <ac:spMkLst>
            <pc:docMk/>
            <pc:sldMk cId="1656820590" sldId="280"/>
            <ac:spMk id="87" creationId="{0891B39C-CC52-95EC-8B2D-7497800B4BD1}"/>
          </ac:spMkLst>
        </pc:spChg>
        <pc:spChg chg="mod">
          <ac:chgData name="Embedded Development" userId="97690703-89ef-4183-8a66-0c81b6c8ace9" providerId="ADAL" clId="{52FC1D83-52FC-4CEA-A7D4-C082855AEAB7}" dt="2024-03-27T07:55:00.085" v="6255" actId="1036"/>
          <ac:spMkLst>
            <pc:docMk/>
            <pc:sldMk cId="1656820590" sldId="280"/>
            <ac:spMk id="94" creationId="{6F400D75-A1C7-664D-D33C-8706F077E2DB}"/>
          </ac:spMkLst>
        </pc:spChg>
        <pc:spChg chg="mod">
          <ac:chgData name="Embedded Development" userId="97690703-89ef-4183-8a66-0c81b6c8ace9" providerId="ADAL" clId="{52FC1D83-52FC-4CEA-A7D4-C082855AEAB7}" dt="2024-03-27T07:55:00.085" v="6255" actId="1036"/>
          <ac:spMkLst>
            <pc:docMk/>
            <pc:sldMk cId="1656820590" sldId="280"/>
            <ac:spMk id="95" creationId="{96871C59-CD27-F4E7-B06E-DE74D98DC1B6}"/>
          </ac:spMkLst>
        </pc:spChg>
        <pc:grpChg chg="add mod ord">
          <ac:chgData name="Embedded Development" userId="97690703-89ef-4183-8a66-0c81b6c8ace9" providerId="ADAL" clId="{52FC1D83-52FC-4CEA-A7D4-C082855AEAB7}" dt="2024-03-27T07:54:12.961" v="6209" actId="167"/>
          <ac:grpSpMkLst>
            <pc:docMk/>
            <pc:sldMk cId="1656820590" sldId="280"/>
            <ac:grpSpMk id="17" creationId="{85DD9BC8-12E7-EF93-486F-C571EA69AB85}"/>
          </ac:grpSpMkLst>
        </pc:grpChg>
        <pc:grpChg chg="mod">
          <ac:chgData name="Embedded Development" userId="97690703-89ef-4183-8a66-0c81b6c8ace9" providerId="ADAL" clId="{52FC1D83-52FC-4CEA-A7D4-C082855AEAB7}" dt="2024-03-27T07:54:10.341" v="6208"/>
          <ac:grpSpMkLst>
            <pc:docMk/>
            <pc:sldMk cId="1656820590" sldId="280"/>
            <ac:grpSpMk id="18" creationId="{41FFAE44-9088-C8F0-5B90-2E9BD66A5921}"/>
          </ac:grpSpMkLst>
        </pc:grpChg>
        <pc:grpChg chg="del">
          <ac:chgData name="Embedded Development" userId="97690703-89ef-4183-8a66-0c81b6c8ace9" providerId="ADAL" clId="{52FC1D83-52FC-4CEA-A7D4-C082855AEAB7}" dt="2024-03-27T07:54:09.950" v="6207" actId="478"/>
          <ac:grpSpMkLst>
            <pc:docMk/>
            <pc:sldMk cId="1656820590" sldId="280"/>
            <ac:grpSpMk id="21" creationId="{AFC409AF-E27D-77C7-F1FE-28137BA6392F}"/>
          </ac:grpSpMkLst>
        </pc:grpChg>
        <pc:grpChg chg="mod">
          <ac:chgData name="Embedded Development" userId="97690703-89ef-4183-8a66-0c81b6c8ace9" providerId="ADAL" clId="{52FC1D83-52FC-4CEA-A7D4-C082855AEAB7}" dt="2024-03-27T07:54:10.341" v="6208"/>
          <ac:grpSpMkLst>
            <pc:docMk/>
            <pc:sldMk cId="1656820590" sldId="280"/>
            <ac:grpSpMk id="24" creationId="{51A64E7B-B85F-C225-24FF-557B66FD71D1}"/>
          </ac:grpSpMkLst>
        </pc:grpChg>
        <pc:cxnChg chg="mod">
          <ac:chgData name="Embedded Development" userId="97690703-89ef-4183-8a66-0c81b6c8ace9" providerId="ADAL" clId="{52FC1D83-52FC-4CEA-A7D4-C082855AEAB7}" dt="2024-03-27T07:55:00.085" v="6255" actId="1036"/>
          <ac:cxnSpMkLst>
            <pc:docMk/>
            <pc:sldMk cId="1656820590" sldId="280"/>
            <ac:cxnSpMk id="4" creationId="{7AF9F2FE-A196-447F-E71C-FA0B40FF7E10}"/>
          </ac:cxnSpMkLst>
        </pc:cxnChg>
        <pc:cxnChg chg="mod">
          <ac:chgData name="Embedded Development" userId="97690703-89ef-4183-8a66-0c81b6c8ace9" providerId="ADAL" clId="{52FC1D83-52FC-4CEA-A7D4-C082855AEAB7}" dt="2024-03-27T07:55:00.085" v="6255" actId="1036"/>
          <ac:cxnSpMkLst>
            <pc:docMk/>
            <pc:sldMk cId="1656820590" sldId="280"/>
            <ac:cxnSpMk id="11" creationId="{FEDA5676-55BC-2F19-98CE-82555851090E}"/>
          </ac:cxnSpMkLst>
        </pc:cxnChg>
        <pc:cxnChg chg="mod">
          <ac:chgData name="Embedded Development" userId="97690703-89ef-4183-8a66-0c81b6c8ace9" providerId="ADAL" clId="{52FC1D83-52FC-4CEA-A7D4-C082855AEAB7}" dt="2024-03-27T07:54:10.341" v="6208"/>
          <ac:cxnSpMkLst>
            <pc:docMk/>
            <pc:sldMk cId="1656820590" sldId="280"/>
            <ac:cxnSpMk id="25" creationId="{F4EF7F62-C357-BD82-3F62-A376A0554CE6}"/>
          </ac:cxnSpMkLst>
        </pc:cxnChg>
        <pc:cxnChg chg="mod">
          <ac:chgData name="Embedded Development" userId="97690703-89ef-4183-8a66-0c81b6c8ace9" providerId="ADAL" clId="{52FC1D83-52FC-4CEA-A7D4-C082855AEAB7}" dt="2024-03-27T07:54:10.341" v="6208"/>
          <ac:cxnSpMkLst>
            <pc:docMk/>
            <pc:sldMk cId="1656820590" sldId="280"/>
            <ac:cxnSpMk id="27" creationId="{2162216F-6A12-1BE8-C4D5-96E2626C4DA6}"/>
          </ac:cxnSpMkLst>
        </pc:cxnChg>
        <pc:cxnChg chg="mod">
          <ac:chgData name="Embedded Development" userId="97690703-89ef-4183-8a66-0c81b6c8ace9" providerId="ADAL" clId="{52FC1D83-52FC-4CEA-A7D4-C082855AEAB7}" dt="2024-03-27T07:54:10.341" v="6208"/>
          <ac:cxnSpMkLst>
            <pc:docMk/>
            <pc:sldMk cId="1656820590" sldId="280"/>
            <ac:cxnSpMk id="28" creationId="{A84B404B-A4A1-C1E7-EA74-C0580E7FABC3}"/>
          </ac:cxnSpMkLst>
        </pc:cxnChg>
        <pc:cxnChg chg="mod">
          <ac:chgData name="Embedded Development" userId="97690703-89ef-4183-8a66-0c81b6c8ace9" providerId="ADAL" clId="{52FC1D83-52FC-4CEA-A7D4-C082855AEAB7}" dt="2024-03-27T07:55:00.085" v="6255" actId="1036"/>
          <ac:cxnSpMkLst>
            <pc:docMk/>
            <pc:sldMk cId="1656820590" sldId="280"/>
            <ac:cxnSpMk id="39" creationId="{BEC3E95F-875D-D7D3-63E1-29FA20396320}"/>
          </ac:cxnSpMkLst>
        </pc:cxnChg>
        <pc:cxnChg chg="mod">
          <ac:chgData name="Embedded Development" userId="97690703-89ef-4183-8a66-0c81b6c8ace9" providerId="ADAL" clId="{52FC1D83-52FC-4CEA-A7D4-C082855AEAB7}" dt="2024-03-27T07:55:00.085" v="6255" actId="1036"/>
          <ac:cxnSpMkLst>
            <pc:docMk/>
            <pc:sldMk cId="1656820590" sldId="280"/>
            <ac:cxnSpMk id="46" creationId="{337C070F-6931-9157-3BF2-7BBAA899FF00}"/>
          </ac:cxnSpMkLst>
        </pc:cxnChg>
        <pc:cxnChg chg="mod">
          <ac:chgData name="Embedded Development" userId="97690703-89ef-4183-8a66-0c81b6c8ace9" providerId="ADAL" clId="{52FC1D83-52FC-4CEA-A7D4-C082855AEAB7}" dt="2024-03-27T07:55:00.085" v="6255" actId="1036"/>
          <ac:cxnSpMkLst>
            <pc:docMk/>
            <pc:sldMk cId="1656820590" sldId="280"/>
            <ac:cxnSpMk id="47" creationId="{818B3CF7-E22F-E255-3296-872BCE73A7D3}"/>
          </ac:cxnSpMkLst>
        </pc:cxnChg>
        <pc:cxnChg chg="mod">
          <ac:chgData name="Embedded Development" userId="97690703-89ef-4183-8a66-0c81b6c8ace9" providerId="ADAL" clId="{52FC1D83-52FC-4CEA-A7D4-C082855AEAB7}" dt="2024-03-27T07:55:00.085" v="6255" actId="1036"/>
          <ac:cxnSpMkLst>
            <pc:docMk/>
            <pc:sldMk cId="1656820590" sldId="280"/>
            <ac:cxnSpMk id="57" creationId="{98F396CA-53C9-D72B-6309-A6BEB984258E}"/>
          </ac:cxnSpMkLst>
        </pc:cxnChg>
        <pc:cxnChg chg="mod">
          <ac:chgData name="Embedded Development" userId="97690703-89ef-4183-8a66-0c81b6c8ace9" providerId="ADAL" clId="{52FC1D83-52FC-4CEA-A7D4-C082855AEAB7}" dt="2024-03-27T07:55:00.085" v="6255" actId="1036"/>
          <ac:cxnSpMkLst>
            <pc:docMk/>
            <pc:sldMk cId="1656820590" sldId="280"/>
            <ac:cxnSpMk id="71" creationId="{FDB6C65A-5DB1-EA98-5F62-BA11A2657B04}"/>
          </ac:cxnSpMkLst>
        </pc:cxnChg>
        <pc:cxnChg chg="mod">
          <ac:chgData name="Embedded Development" userId="97690703-89ef-4183-8a66-0c81b6c8ace9" providerId="ADAL" clId="{52FC1D83-52FC-4CEA-A7D4-C082855AEAB7}" dt="2024-03-27T07:55:00.085" v="6255" actId="1036"/>
          <ac:cxnSpMkLst>
            <pc:docMk/>
            <pc:sldMk cId="1656820590" sldId="280"/>
            <ac:cxnSpMk id="74" creationId="{F8B0294F-1D6B-871B-EA48-1BD57A5DC50A}"/>
          </ac:cxnSpMkLst>
        </pc:cxnChg>
        <pc:cxnChg chg="mod">
          <ac:chgData name="Embedded Development" userId="97690703-89ef-4183-8a66-0c81b6c8ace9" providerId="ADAL" clId="{52FC1D83-52FC-4CEA-A7D4-C082855AEAB7}" dt="2024-03-27T07:55:00.085" v="6255" actId="1036"/>
          <ac:cxnSpMkLst>
            <pc:docMk/>
            <pc:sldMk cId="1656820590" sldId="280"/>
            <ac:cxnSpMk id="75" creationId="{37FB50F7-2FF9-CE0C-969D-5F9AAD12257E}"/>
          </ac:cxnSpMkLst>
        </pc:cxnChg>
        <pc:cxnChg chg="mod">
          <ac:chgData name="Embedded Development" userId="97690703-89ef-4183-8a66-0c81b6c8ace9" providerId="ADAL" clId="{52FC1D83-52FC-4CEA-A7D4-C082855AEAB7}" dt="2024-03-27T07:55:00.085" v="6255" actId="1036"/>
          <ac:cxnSpMkLst>
            <pc:docMk/>
            <pc:sldMk cId="1656820590" sldId="280"/>
            <ac:cxnSpMk id="79" creationId="{EFD944EF-0C8A-A402-B362-610D0740E63E}"/>
          </ac:cxnSpMkLst>
        </pc:cxnChg>
        <pc:cxnChg chg="mod">
          <ac:chgData name="Embedded Development" userId="97690703-89ef-4183-8a66-0c81b6c8ace9" providerId="ADAL" clId="{52FC1D83-52FC-4CEA-A7D4-C082855AEAB7}" dt="2024-03-27T07:55:00.085" v="6255" actId="1036"/>
          <ac:cxnSpMkLst>
            <pc:docMk/>
            <pc:sldMk cId="1656820590" sldId="280"/>
            <ac:cxnSpMk id="85" creationId="{49DD1BE3-A7FB-0FAA-3C62-0060F974F5D1}"/>
          </ac:cxnSpMkLst>
        </pc:cxnChg>
        <pc:cxnChg chg="mod">
          <ac:chgData name="Embedded Development" userId="97690703-89ef-4183-8a66-0c81b6c8ace9" providerId="ADAL" clId="{52FC1D83-52FC-4CEA-A7D4-C082855AEAB7}" dt="2024-03-27T07:55:00.085" v="6255" actId="1036"/>
          <ac:cxnSpMkLst>
            <pc:docMk/>
            <pc:sldMk cId="1656820590" sldId="280"/>
            <ac:cxnSpMk id="88" creationId="{9AB57EF5-2AC7-438D-23C3-DBF2EDC0923B}"/>
          </ac:cxnSpMkLst>
        </pc:cxnChg>
        <pc:cxnChg chg="mod">
          <ac:chgData name="Embedded Development" userId="97690703-89ef-4183-8a66-0c81b6c8ace9" providerId="ADAL" clId="{52FC1D83-52FC-4CEA-A7D4-C082855AEAB7}" dt="2024-03-27T07:55:00.085" v="6255" actId="1036"/>
          <ac:cxnSpMkLst>
            <pc:docMk/>
            <pc:sldMk cId="1656820590" sldId="280"/>
            <ac:cxnSpMk id="96" creationId="{57C588FC-E61F-3DFD-F351-5261E21B2880}"/>
          </ac:cxnSpMkLst>
        </pc:cxnChg>
        <pc:cxnChg chg="mod">
          <ac:chgData name="Embedded Development" userId="97690703-89ef-4183-8a66-0c81b6c8ace9" providerId="ADAL" clId="{52FC1D83-52FC-4CEA-A7D4-C082855AEAB7}" dt="2024-03-27T07:55:00.085" v="6255" actId="1036"/>
          <ac:cxnSpMkLst>
            <pc:docMk/>
            <pc:sldMk cId="1656820590" sldId="280"/>
            <ac:cxnSpMk id="97" creationId="{7414C478-B0D2-1E3F-2711-2F12C632A410}"/>
          </ac:cxnSpMkLst>
        </pc:cxnChg>
        <pc:cxnChg chg="mod">
          <ac:chgData name="Embedded Development" userId="97690703-89ef-4183-8a66-0c81b6c8ace9" providerId="ADAL" clId="{52FC1D83-52FC-4CEA-A7D4-C082855AEAB7}" dt="2024-03-27T07:54:19.355" v="6210" actId="14100"/>
          <ac:cxnSpMkLst>
            <pc:docMk/>
            <pc:sldMk cId="1656820590" sldId="280"/>
            <ac:cxnSpMk id="105" creationId="{FB995976-B3CB-097F-9A02-25025A1D06A2}"/>
          </ac:cxnSpMkLst>
        </pc:cxnChg>
        <pc:cxnChg chg="mod">
          <ac:chgData name="Embedded Development" userId="97690703-89ef-4183-8a66-0c81b6c8ace9" providerId="ADAL" clId="{52FC1D83-52FC-4CEA-A7D4-C082855AEAB7}" dt="2024-03-27T07:54:22.126" v="6211" actId="14100"/>
          <ac:cxnSpMkLst>
            <pc:docMk/>
            <pc:sldMk cId="1656820590" sldId="280"/>
            <ac:cxnSpMk id="107" creationId="{7A9EC265-4481-A366-779E-A97F112C2978}"/>
          </ac:cxnSpMkLst>
        </pc:cxnChg>
      </pc:sldChg>
      <pc:sldChg chg="delSp modSp mod">
        <pc:chgData name="Embedded Development" userId="97690703-89ef-4183-8a66-0c81b6c8ace9" providerId="ADAL" clId="{52FC1D83-52FC-4CEA-A7D4-C082855AEAB7}" dt="2024-03-27T07:51:13.066" v="6093" actId="478"/>
        <pc:sldMkLst>
          <pc:docMk/>
          <pc:sldMk cId="4027331707" sldId="282"/>
        </pc:sldMkLst>
        <pc:spChg chg="mod">
          <ac:chgData name="Embedded Development" userId="97690703-89ef-4183-8a66-0c81b6c8ace9" providerId="ADAL" clId="{52FC1D83-52FC-4CEA-A7D4-C082855AEAB7}" dt="2024-03-18T10:11:10.966" v="3690"/>
          <ac:spMkLst>
            <pc:docMk/>
            <pc:sldMk cId="4027331707" sldId="282"/>
            <ac:spMk id="2" creationId="{A1096FDC-184C-3218-A689-8C19FFCA536E}"/>
          </ac:spMkLst>
        </pc:spChg>
        <pc:spChg chg="del">
          <ac:chgData name="Embedded Development" userId="97690703-89ef-4183-8a66-0c81b6c8ace9" providerId="ADAL" clId="{52FC1D83-52FC-4CEA-A7D4-C082855AEAB7}" dt="2024-03-27T07:51:13.066" v="6093" actId="478"/>
          <ac:spMkLst>
            <pc:docMk/>
            <pc:sldMk cId="4027331707" sldId="282"/>
            <ac:spMk id="9" creationId="{5D5AC814-CE9C-9B4B-4E00-00CEBEBC20D1}"/>
          </ac:spMkLst>
        </pc:spChg>
        <pc:spChg chg="mod">
          <ac:chgData name="Embedded Development" userId="97690703-89ef-4183-8a66-0c81b6c8ace9" providerId="ADAL" clId="{52FC1D83-52FC-4CEA-A7D4-C082855AEAB7}" dt="2024-03-18T10:11:10.966" v="3690"/>
          <ac:spMkLst>
            <pc:docMk/>
            <pc:sldMk cId="4027331707" sldId="282"/>
            <ac:spMk id="30" creationId="{576D5378-4725-8171-D222-AC654390CCB7}"/>
          </ac:spMkLst>
        </pc:spChg>
        <pc:spChg chg="mod">
          <ac:chgData name="Embedded Development" userId="97690703-89ef-4183-8a66-0c81b6c8ace9" providerId="ADAL" clId="{52FC1D83-52FC-4CEA-A7D4-C082855AEAB7}" dt="2024-03-18T10:12:11.187" v="3826" actId="20577"/>
          <ac:spMkLst>
            <pc:docMk/>
            <pc:sldMk cId="4027331707" sldId="282"/>
            <ac:spMk id="33" creationId="{242CCCE3-3B4B-5A7E-1991-3D26430985B8}"/>
          </ac:spMkLst>
        </pc:spChg>
        <pc:graphicFrameChg chg="mod">
          <ac:chgData name="Embedded Development" userId="97690703-89ef-4183-8a66-0c81b6c8ace9" providerId="ADAL" clId="{52FC1D83-52FC-4CEA-A7D4-C082855AEAB7}" dt="2024-03-18T10:11:10.966" v="3690"/>
          <ac:graphicFrameMkLst>
            <pc:docMk/>
            <pc:sldMk cId="4027331707" sldId="282"/>
            <ac:graphicFrameMk id="4" creationId="{DA2A474B-47E8-A293-1D08-81A56E189C06}"/>
          </ac:graphicFrameMkLst>
        </pc:graphicFrameChg>
        <pc:graphicFrameChg chg="mod">
          <ac:chgData name="Embedded Development" userId="97690703-89ef-4183-8a66-0c81b6c8ace9" providerId="ADAL" clId="{52FC1D83-52FC-4CEA-A7D4-C082855AEAB7}" dt="2024-03-18T10:11:10.966" v="3690"/>
          <ac:graphicFrameMkLst>
            <pc:docMk/>
            <pc:sldMk cId="4027331707" sldId="282"/>
            <ac:graphicFrameMk id="6" creationId="{DB5FDC40-88FD-379F-D9D1-EA7A2F14943F}"/>
          </ac:graphicFrameMkLst>
        </pc:graphicFrameChg>
        <pc:graphicFrameChg chg="del">
          <ac:chgData name="Embedded Development" userId="97690703-89ef-4183-8a66-0c81b6c8ace9" providerId="ADAL" clId="{52FC1D83-52FC-4CEA-A7D4-C082855AEAB7}" dt="2024-03-27T07:51:13.066" v="6093" actId="478"/>
          <ac:graphicFrameMkLst>
            <pc:docMk/>
            <pc:sldMk cId="4027331707" sldId="282"/>
            <ac:graphicFrameMk id="8" creationId="{38F8D5E5-D6A2-8749-72D6-69FBF352E20D}"/>
          </ac:graphicFrameMkLst>
        </pc:graphicFrameChg>
      </pc:sldChg>
      <pc:sldChg chg="addSp modSp mod">
        <pc:chgData name="Embedded Development" userId="97690703-89ef-4183-8a66-0c81b6c8ace9" providerId="ADAL" clId="{52FC1D83-52FC-4CEA-A7D4-C082855AEAB7}" dt="2024-03-16T13:20:51.535" v="3332" actId="20577"/>
        <pc:sldMkLst>
          <pc:docMk/>
          <pc:sldMk cId="1671863335" sldId="285"/>
        </pc:sldMkLst>
        <pc:spChg chg="add mod">
          <ac:chgData name="Embedded Development" userId="97690703-89ef-4183-8a66-0c81b6c8ace9" providerId="ADAL" clId="{52FC1D83-52FC-4CEA-A7D4-C082855AEAB7}" dt="2024-03-16T12:40:16.475" v="1741" actId="1076"/>
          <ac:spMkLst>
            <pc:docMk/>
            <pc:sldMk cId="1671863335" sldId="285"/>
            <ac:spMk id="8" creationId="{472110CD-846C-2A2A-3937-2900F9CBB1AB}"/>
          </ac:spMkLst>
        </pc:spChg>
        <pc:spChg chg="add mod">
          <ac:chgData name="Embedded Development" userId="97690703-89ef-4183-8a66-0c81b6c8ace9" providerId="ADAL" clId="{52FC1D83-52FC-4CEA-A7D4-C082855AEAB7}" dt="2024-03-16T13:20:51.535" v="3332" actId="20577"/>
          <ac:spMkLst>
            <pc:docMk/>
            <pc:sldMk cId="1671863335" sldId="285"/>
            <ac:spMk id="9" creationId="{2258F90A-958C-8817-28BD-C40D04E01827}"/>
          </ac:spMkLst>
        </pc:spChg>
        <pc:spChg chg="add mod">
          <ac:chgData name="Embedded Development" userId="97690703-89ef-4183-8a66-0c81b6c8ace9" providerId="ADAL" clId="{52FC1D83-52FC-4CEA-A7D4-C082855AEAB7}" dt="2024-03-16T12:41:30.327" v="1774" actId="1076"/>
          <ac:spMkLst>
            <pc:docMk/>
            <pc:sldMk cId="1671863335" sldId="285"/>
            <ac:spMk id="10" creationId="{34F76954-24A4-107B-CDB9-66E9BED2C80A}"/>
          </ac:spMkLst>
        </pc:spChg>
        <pc:spChg chg="add mod">
          <ac:chgData name="Embedded Development" userId="97690703-89ef-4183-8a66-0c81b6c8ace9" providerId="ADAL" clId="{52FC1D83-52FC-4CEA-A7D4-C082855AEAB7}" dt="2024-03-16T12:41:42.221" v="1776" actId="1076"/>
          <ac:spMkLst>
            <pc:docMk/>
            <pc:sldMk cId="1671863335" sldId="285"/>
            <ac:spMk id="14" creationId="{95FA096D-6FB2-3F54-6232-44FE5557D2ED}"/>
          </ac:spMkLst>
        </pc:spChg>
      </pc:sldChg>
      <pc:sldChg chg="delSp mod">
        <pc:chgData name="Embedded Development" userId="97690703-89ef-4183-8a66-0c81b6c8ace9" providerId="ADAL" clId="{52FC1D83-52FC-4CEA-A7D4-C082855AEAB7}" dt="2024-03-27T07:50:49.229" v="6088" actId="478"/>
        <pc:sldMkLst>
          <pc:docMk/>
          <pc:sldMk cId="6800507" sldId="286"/>
        </pc:sldMkLst>
        <pc:spChg chg="del">
          <ac:chgData name="Embedded Development" userId="97690703-89ef-4183-8a66-0c81b6c8ace9" providerId="ADAL" clId="{52FC1D83-52FC-4CEA-A7D4-C082855AEAB7}" dt="2024-03-27T07:50:49.229" v="6088" actId="478"/>
          <ac:spMkLst>
            <pc:docMk/>
            <pc:sldMk cId="6800507" sldId="286"/>
            <ac:spMk id="9" creationId="{D4020FB8-06C3-5F9F-071A-7E88E5F27382}"/>
          </ac:spMkLst>
        </pc:spChg>
        <pc:graphicFrameChg chg="del">
          <ac:chgData name="Embedded Development" userId="97690703-89ef-4183-8a66-0c81b6c8ace9" providerId="ADAL" clId="{52FC1D83-52FC-4CEA-A7D4-C082855AEAB7}" dt="2024-03-27T07:50:49.229" v="6088" actId="478"/>
          <ac:graphicFrameMkLst>
            <pc:docMk/>
            <pc:sldMk cId="6800507" sldId="286"/>
            <ac:graphicFrameMk id="8" creationId="{CBB11BF2-68D1-23B5-89FD-B161F076A11A}"/>
          </ac:graphicFrameMkLst>
        </pc:graphicFrameChg>
      </pc:sldChg>
      <pc:sldChg chg="addSp modSp mod">
        <pc:chgData name="Embedded Development" userId="97690703-89ef-4183-8a66-0c81b6c8ace9" providerId="ADAL" clId="{52FC1D83-52FC-4CEA-A7D4-C082855AEAB7}" dt="2024-03-27T07:35:09.583" v="4626" actId="20577"/>
        <pc:sldMkLst>
          <pc:docMk/>
          <pc:sldMk cId="2607262334" sldId="288"/>
        </pc:sldMkLst>
        <pc:spChg chg="add mod">
          <ac:chgData name="Embedded Development" userId="97690703-89ef-4183-8a66-0c81b6c8ace9" providerId="ADAL" clId="{52FC1D83-52FC-4CEA-A7D4-C082855AEAB7}" dt="2024-03-16T12:40:53.822" v="1755" actId="20577"/>
          <ac:spMkLst>
            <pc:docMk/>
            <pc:sldMk cId="2607262334" sldId="288"/>
            <ac:spMk id="8" creationId="{90CC67C2-CB1E-C508-8368-1CE2A1438667}"/>
          </ac:spMkLst>
        </pc:spChg>
        <pc:spChg chg="add mod">
          <ac:chgData name="Embedded Development" userId="97690703-89ef-4183-8a66-0c81b6c8ace9" providerId="ADAL" clId="{52FC1D83-52FC-4CEA-A7D4-C082855AEAB7}" dt="2024-03-27T07:35:03.254" v="4622" actId="20577"/>
          <ac:spMkLst>
            <pc:docMk/>
            <pc:sldMk cId="2607262334" sldId="288"/>
            <ac:spMk id="9" creationId="{57D152C9-9F45-84F8-DF2E-2B3100CF981B}"/>
          </ac:spMkLst>
        </pc:spChg>
        <pc:spChg chg="add mod">
          <ac:chgData name="Embedded Development" userId="97690703-89ef-4183-8a66-0c81b6c8ace9" providerId="ADAL" clId="{52FC1D83-52FC-4CEA-A7D4-C082855AEAB7}" dt="2024-03-27T07:35:06.163" v="4624" actId="20577"/>
          <ac:spMkLst>
            <pc:docMk/>
            <pc:sldMk cId="2607262334" sldId="288"/>
            <ac:spMk id="10" creationId="{F3B60005-86D9-997C-5AA9-D61357BC6605}"/>
          </ac:spMkLst>
        </pc:spChg>
        <pc:spChg chg="add mod">
          <ac:chgData name="Embedded Development" userId="97690703-89ef-4183-8a66-0c81b6c8ace9" providerId="ADAL" clId="{52FC1D83-52FC-4CEA-A7D4-C082855AEAB7}" dt="2024-03-27T07:35:09.583" v="4626" actId="20577"/>
          <ac:spMkLst>
            <pc:docMk/>
            <pc:sldMk cId="2607262334" sldId="288"/>
            <ac:spMk id="14" creationId="{3FB4CC92-8966-E8EE-91CF-2BB150A81C83}"/>
          </ac:spMkLst>
        </pc:spChg>
      </pc:sldChg>
      <pc:sldChg chg="delSp modSp mod">
        <pc:chgData name="Embedded Development" userId="97690703-89ef-4183-8a66-0c81b6c8ace9" providerId="ADAL" clId="{52FC1D83-52FC-4CEA-A7D4-C082855AEAB7}" dt="2024-03-27T07:51:09.277" v="6092" actId="478"/>
        <pc:sldMkLst>
          <pc:docMk/>
          <pc:sldMk cId="2573466333" sldId="290"/>
        </pc:sldMkLst>
        <pc:spChg chg="del">
          <ac:chgData name="Embedded Development" userId="97690703-89ef-4183-8a66-0c81b6c8ace9" providerId="ADAL" clId="{52FC1D83-52FC-4CEA-A7D4-C082855AEAB7}" dt="2024-03-27T07:51:09.277" v="6092" actId="478"/>
          <ac:spMkLst>
            <pc:docMk/>
            <pc:sldMk cId="2573466333" sldId="290"/>
            <ac:spMk id="28" creationId="{0C9C8BA6-3339-9445-1BEC-7AEC412739C5}"/>
          </ac:spMkLst>
        </pc:spChg>
        <pc:graphicFrameChg chg="mod modGraphic">
          <ac:chgData name="Embedded Development" userId="97690703-89ef-4183-8a66-0c81b6c8ace9" providerId="ADAL" clId="{52FC1D83-52FC-4CEA-A7D4-C082855AEAB7}" dt="2024-03-18T10:09:34.171" v="3679" actId="20577"/>
          <ac:graphicFrameMkLst>
            <pc:docMk/>
            <pc:sldMk cId="2573466333" sldId="290"/>
            <ac:graphicFrameMk id="23" creationId="{C176855F-2745-899B-65DD-8FE4B0F29EF7}"/>
          </ac:graphicFrameMkLst>
        </pc:graphicFrameChg>
        <pc:graphicFrameChg chg="mod modGraphic">
          <ac:chgData name="Embedded Development" userId="97690703-89ef-4183-8a66-0c81b6c8ace9" providerId="ADAL" clId="{52FC1D83-52FC-4CEA-A7D4-C082855AEAB7}" dt="2024-03-18T10:11:10.966" v="3690"/>
          <ac:graphicFrameMkLst>
            <pc:docMk/>
            <pc:sldMk cId="2573466333" sldId="290"/>
            <ac:graphicFrameMk id="25" creationId="{D1DF67F7-4321-AA05-41E5-32AA63E5F901}"/>
          </ac:graphicFrameMkLst>
        </pc:graphicFrameChg>
        <pc:graphicFrameChg chg="del modGraphic">
          <ac:chgData name="Embedded Development" userId="97690703-89ef-4183-8a66-0c81b6c8ace9" providerId="ADAL" clId="{52FC1D83-52FC-4CEA-A7D4-C082855AEAB7}" dt="2024-03-27T07:51:09.277" v="6092" actId="478"/>
          <ac:graphicFrameMkLst>
            <pc:docMk/>
            <pc:sldMk cId="2573466333" sldId="290"/>
            <ac:graphicFrameMk id="27" creationId="{753A4EE5-7355-27A6-49BB-58F8E939B1AF}"/>
          </ac:graphicFrameMkLst>
        </pc:graphicFrameChg>
      </pc:sldChg>
      <pc:sldChg chg="modSp mod">
        <pc:chgData name="Embedded Development" userId="97690703-89ef-4183-8a66-0c81b6c8ace9" providerId="ADAL" clId="{52FC1D83-52FC-4CEA-A7D4-C082855AEAB7}" dt="2024-03-27T07:24:06.983" v="3931" actId="20577"/>
        <pc:sldMkLst>
          <pc:docMk/>
          <pc:sldMk cId="158012657" sldId="296"/>
        </pc:sldMkLst>
        <pc:graphicFrameChg chg="mod modGraphic">
          <ac:chgData name="Embedded Development" userId="97690703-89ef-4183-8a66-0c81b6c8ace9" providerId="ADAL" clId="{52FC1D83-52FC-4CEA-A7D4-C082855AEAB7}" dt="2024-03-27T07:24:06.983" v="3931" actId="20577"/>
          <ac:graphicFrameMkLst>
            <pc:docMk/>
            <pc:sldMk cId="158012657" sldId="296"/>
            <ac:graphicFrameMk id="6" creationId="{D0B3CF8D-EE3C-F54D-65D6-92307FFE4426}"/>
          </ac:graphicFrameMkLst>
        </pc:graphicFrameChg>
      </pc:sldChg>
      <pc:sldChg chg="del">
        <pc:chgData name="Embedded Development" userId="97690703-89ef-4183-8a66-0c81b6c8ace9" providerId="ADAL" clId="{52FC1D83-52FC-4CEA-A7D4-C082855AEAB7}" dt="2024-03-22T09:42:26.174" v="3827" actId="47"/>
        <pc:sldMkLst>
          <pc:docMk/>
          <pc:sldMk cId="2240676421" sldId="297"/>
        </pc:sldMkLst>
      </pc:sldChg>
      <pc:sldChg chg="delSp modSp mod ord">
        <pc:chgData name="Embedded Development" userId="97690703-89ef-4183-8a66-0c81b6c8ace9" providerId="ADAL" clId="{52FC1D83-52FC-4CEA-A7D4-C082855AEAB7}" dt="2024-03-27T07:50:44.994" v="6087" actId="478"/>
        <pc:sldMkLst>
          <pc:docMk/>
          <pc:sldMk cId="3170319073" sldId="300"/>
        </pc:sldMkLst>
        <pc:spChg chg="mod">
          <ac:chgData name="Embedded Development" userId="97690703-89ef-4183-8a66-0c81b6c8ace9" providerId="ADAL" clId="{52FC1D83-52FC-4CEA-A7D4-C082855AEAB7}" dt="2024-03-27T07:50:25.900" v="6086" actId="20577"/>
          <ac:spMkLst>
            <pc:docMk/>
            <pc:sldMk cId="3170319073" sldId="300"/>
            <ac:spMk id="7" creationId="{9AF3B61A-CF9C-469C-F578-307C77C50F2E}"/>
          </ac:spMkLst>
        </pc:spChg>
        <pc:spChg chg="del">
          <ac:chgData name="Embedded Development" userId="97690703-89ef-4183-8a66-0c81b6c8ace9" providerId="ADAL" clId="{52FC1D83-52FC-4CEA-A7D4-C082855AEAB7}" dt="2024-03-27T07:50:44.994" v="6087" actId="478"/>
          <ac:spMkLst>
            <pc:docMk/>
            <pc:sldMk cId="3170319073" sldId="300"/>
            <ac:spMk id="9" creationId="{40330D83-CD94-62E6-1EF0-8932FE0F1E5F}"/>
          </ac:spMkLst>
        </pc:spChg>
        <pc:spChg chg="mod">
          <ac:chgData name="Embedded Development" userId="97690703-89ef-4183-8a66-0c81b6c8ace9" providerId="ADAL" clId="{52FC1D83-52FC-4CEA-A7D4-C082855AEAB7}" dt="2024-03-27T07:46:02.768" v="5440" actId="20577"/>
          <ac:spMkLst>
            <pc:docMk/>
            <pc:sldMk cId="3170319073" sldId="300"/>
            <ac:spMk id="10" creationId="{4EABFFD0-3A10-E202-CD95-B472FF558042}"/>
          </ac:spMkLst>
        </pc:spChg>
        <pc:spChg chg="mod">
          <ac:chgData name="Embedded Development" userId="97690703-89ef-4183-8a66-0c81b6c8ace9" providerId="ADAL" clId="{52FC1D83-52FC-4CEA-A7D4-C082855AEAB7}" dt="2024-03-27T07:45:15.398" v="5380" actId="20577"/>
          <ac:spMkLst>
            <pc:docMk/>
            <pc:sldMk cId="3170319073" sldId="300"/>
            <ac:spMk id="16" creationId="{D233CC87-56A8-9668-09DD-FE12B051896B}"/>
          </ac:spMkLst>
        </pc:spChg>
        <pc:spChg chg="mod">
          <ac:chgData name="Embedded Development" userId="97690703-89ef-4183-8a66-0c81b6c8ace9" providerId="ADAL" clId="{52FC1D83-52FC-4CEA-A7D4-C082855AEAB7}" dt="2024-03-27T07:45:28.788" v="5404" actId="20577"/>
          <ac:spMkLst>
            <pc:docMk/>
            <pc:sldMk cId="3170319073" sldId="300"/>
            <ac:spMk id="17" creationId="{CA5AE7D2-7ADA-1C99-972E-F0424F32A1AB}"/>
          </ac:spMkLst>
        </pc:spChg>
        <pc:spChg chg="mod">
          <ac:chgData name="Embedded Development" userId="97690703-89ef-4183-8a66-0c81b6c8ace9" providerId="ADAL" clId="{52FC1D83-52FC-4CEA-A7D4-C082855AEAB7}" dt="2024-03-27T07:45:36.283" v="5428" actId="20577"/>
          <ac:spMkLst>
            <pc:docMk/>
            <pc:sldMk cId="3170319073" sldId="300"/>
            <ac:spMk id="20" creationId="{48770EBA-5744-CD57-394A-A73373A8D526}"/>
          </ac:spMkLst>
        </pc:spChg>
        <pc:graphicFrameChg chg="modGraphic">
          <ac:chgData name="Embedded Development" userId="97690703-89ef-4183-8a66-0c81b6c8ace9" providerId="ADAL" clId="{52FC1D83-52FC-4CEA-A7D4-C082855AEAB7}" dt="2024-03-27T07:46:08.099" v="5446" actId="20577"/>
          <ac:graphicFrameMkLst>
            <pc:docMk/>
            <pc:sldMk cId="3170319073" sldId="300"/>
            <ac:graphicFrameMk id="2" creationId="{F503B7D6-E6F4-D512-CCF0-454F4E6E7C03}"/>
          </ac:graphicFrameMkLst>
        </pc:graphicFrameChg>
        <pc:graphicFrameChg chg="modGraphic">
          <ac:chgData name="Embedded Development" userId="97690703-89ef-4183-8a66-0c81b6c8ace9" providerId="ADAL" clId="{52FC1D83-52FC-4CEA-A7D4-C082855AEAB7}" dt="2024-03-27T07:46:05.836" v="5443" actId="20577"/>
          <ac:graphicFrameMkLst>
            <pc:docMk/>
            <pc:sldMk cId="3170319073" sldId="300"/>
            <ac:graphicFrameMk id="3" creationId="{F30AF6ED-71BE-8392-02B1-C407B766F588}"/>
          </ac:graphicFrameMkLst>
        </pc:graphicFrameChg>
        <pc:graphicFrameChg chg="del">
          <ac:chgData name="Embedded Development" userId="97690703-89ef-4183-8a66-0c81b6c8ace9" providerId="ADAL" clId="{52FC1D83-52FC-4CEA-A7D4-C082855AEAB7}" dt="2024-03-27T07:50:44.994" v="6087" actId="478"/>
          <ac:graphicFrameMkLst>
            <pc:docMk/>
            <pc:sldMk cId="3170319073" sldId="300"/>
            <ac:graphicFrameMk id="8" creationId="{C5963705-530E-CFC5-3BEB-CB431041B6B0}"/>
          </ac:graphicFrameMkLst>
        </pc:graphicFrameChg>
      </pc:sldChg>
      <pc:sldChg chg="addSp delSp modSp mod">
        <pc:chgData name="Embedded Development" userId="97690703-89ef-4183-8a66-0c81b6c8ace9" providerId="ADAL" clId="{52FC1D83-52FC-4CEA-A7D4-C082855AEAB7}" dt="2024-03-27T07:44:21.623" v="5365" actId="20577"/>
        <pc:sldMkLst>
          <pc:docMk/>
          <pc:sldMk cId="535636504" sldId="301"/>
        </pc:sldMkLst>
        <pc:spChg chg="mod">
          <ac:chgData name="Embedded Development" userId="97690703-89ef-4183-8a66-0c81b6c8ace9" providerId="ADAL" clId="{52FC1D83-52FC-4CEA-A7D4-C082855AEAB7}" dt="2024-03-27T07:44:21.623" v="5365" actId="20577"/>
          <ac:spMkLst>
            <pc:docMk/>
            <pc:sldMk cId="535636504" sldId="301"/>
            <ac:spMk id="2" creationId="{DB1C3DED-55BA-9D67-B430-0EECA3DD52F4}"/>
          </ac:spMkLst>
        </pc:spChg>
        <pc:spChg chg="add del mod">
          <ac:chgData name="Embedded Development" userId="97690703-89ef-4183-8a66-0c81b6c8ace9" providerId="ADAL" clId="{52FC1D83-52FC-4CEA-A7D4-C082855AEAB7}" dt="2024-03-27T07:43:59.426" v="5333" actId="478"/>
          <ac:spMkLst>
            <pc:docMk/>
            <pc:sldMk cId="535636504" sldId="301"/>
            <ac:spMk id="8" creationId="{7DF833CC-4903-BF71-25D6-0864C50F2049}"/>
          </ac:spMkLst>
        </pc:spChg>
        <pc:spChg chg="mod">
          <ac:chgData name="Embedded Development" userId="97690703-89ef-4183-8a66-0c81b6c8ace9" providerId="ADAL" clId="{52FC1D83-52FC-4CEA-A7D4-C082855AEAB7}" dt="2024-03-27T07:42:39.506" v="5271" actId="20577"/>
          <ac:spMkLst>
            <pc:docMk/>
            <pc:sldMk cId="535636504" sldId="301"/>
            <ac:spMk id="122" creationId="{5A091EEF-2230-F3FB-9A3B-610A1EB6318F}"/>
          </ac:spMkLst>
        </pc:spChg>
        <pc:cxnChg chg="del">
          <ac:chgData name="Embedded Development" userId="97690703-89ef-4183-8a66-0c81b6c8ace9" providerId="ADAL" clId="{52FC1D83-52FC-4CEA-A7D4-C082855AEAB7}" dt="2024-03-27T07:42:52.805" v="5272" actId="478"/>
          <ac:cxnSpMkLst>
            <pc:docMk/>
            <pc:sldMk cId="535636504" sldId="301"/>
            <ac:cxnSpMk id="105" creationId="{F6FCB173-1C9E-3414-5C6A-2E593AC8D0A0}"/>
          </ac:cxnSpMkLst>
        </pc:cxnChg>
        <pc:cxnChg chg="del">
          <ac:chgData name="Embedded Development" userId="97690703-89ef-4183-8a66-0c81b6c8ace9" providerId="ADAL" clId="{52FC1D83-52FC-4CEA-A7D4-C082855AEAB7}" dt="2024-03-27T07:42:54.798" v="5273" actId="478"/>
          <ac:cxnSpMkLst>
            <pc:docMk/>
            <pc:sldMk cId="535636504" sldId="301"/>
            <ac:cxnSpMk id="107" creationId="{928D8F6D-ED12-3296-25B5-C160C4C8F0D8}"/>
          </ac:cxnSpMkLst>
        </pc:cxnChg>
      </pc:sldChg>
      <pc:sldChg chg="addSp delSp modSp mod">
        <pc:chgData name="Embedded Development" userId="97690703-89ef-4183-8a66-0c81b6c8ace9" providerId="ADAL" clId="{52FC1D83-52FC-4CEA-A7D4-C082855AEAB7}" dt="2024-03-27T07:25:04.871" v="4074" actId="20577"/>
        <pc:sldMkLst>
          <pc:docMk/>
          <pc:sldMk cId="3445988338" sldId="302"/>
        </pc:sldMkLst>
        <pc:spChg chg="add del mod">
          <ac:chgData name="Embedded Development" userId="97690703-89ef-4183-8a66-0c81b6c8ace9" providerId="ADAL" clId="{52FC1D83-52FC-4CEA-A7D4-C082855AEAB7}" dt="2024-03-16T11:15:58.448" v="979" actId="478"/>
          <ac:spMkLst>
            <pc:docMk/>
            <pc:sldMk cId="3445988338" sldId="302"/>
            <ac:spMk id="2" creationId="{797E7399-0390-B13A-8A43-58EC026E10CB}"/>
          </ac:spMkLst>
        </pc:spChg>
        <pc:spChg chg="add mod">
          <ac:chgData name="Embedded Development" userId="97690703-89ef-4183-8a66-0c81b6c8ace9" providerId="ADAL" clId="{52FC1D83-52FC-4CEA-A7D4-C082855AEAB7}" dt="2024-03-16T12:52:26.731" v="3222" actId="1036"/>
          <ac:spMkLst>
            <pc:docMk/>
            <pc:sldMk cId="3445988338" sldId="302"/>
            <ac:spMk id="5" creationId="{797E7399-0390-B13A-8A43-58EC026E10CB}"/>
          </ac:spMkLst>
        </pc:spChg>
        <pc:graphicFrameChg chg="add del mod modGraphic">
          <ac:chgData name="Embedded Development" userId="97690703-89ef-4183-8a66-0c81b6c8ace9" providerId="ADAL" clId="{52FC1D83-52FC-4CEA-A7D4-C082855AEAB7}" dt="2024-03-16T11:15:58.448" v="979" actId="478"/>
          <ac:graphicFrameMkLst>
            <pc:docMk/>
            <pc:sldMk cId="3445988338" sldId="302"/>
            <ac:graphicFrameMk id="3" creationId="{3F1F59D9-6954-8202-0A9C-B72BFF4C8B09}"/>
          </ac:graphicFrameMkLst>
        </pc:graphicFrameChg>
        <pc:graphicFrameChg chg="mod modGraphic">
          <ac:chgData name="Embedded Development" userId="97690703-89ef-4183-8a66-0c81b6c8ace9" providerId="ADAL" clId="{52FC1D83-52FC-4CEA-A7D4-C082855AEAB7}" dt="2024-03-16T12:52:42.550" v="3274" actId="20577"/>
          <ac:graphicFrameMkLst>
            <pc:docMk/>
            <pc:sldMk cId="3445988338" sldId="302"/>
            <ac:graphicFrameMk id="6" creationId="{3F1F59D9-6954-8202-0A9C-B72BFF4C8B09}"/>
          </ac:graphicFrameMkLst>
        </pc:graphicFrameChg>
        <pc:graphicFrameChg chg="add mod modGraphic">
          <ac:chgData name="Embedded Development" userId="97690703-89ef-4183-8a66-0c81b6c8ace9" providerId="ADAL" clId="{52FC1D83-52FC-4CEA-A7D4-C082855AEAB7}" dt="2024-03-27T07:25:04.871" v="4074" actId="20577"/>
          <ac:graphicFrameMkLst>
            <pc:docMk/>
            <pc:sldMk cId="3445988338" sldId="302"/>
            <ac:graphicFrameMk id="7" creationId="{3F1F59D9-6954-8202-0A9C-B72BFF4C8B09}"/>
          </ac:graphicFrameMkLst>
        </pc:graphicFrameChg>
      </pc:sldChg>
      <pc:sldChg chg="delSp del mod">
        <pc:chgData name="Embedded Development" userId="97690703-89ef-4183-8a66-0c81b6c8ace9" providerId="ADAL" clId="{52FC1D83-52FC-4CEA-A7D4-C082855AEAB7}" dt="2024-03-16T10:43:41.850" v="3" actId="47"/>
        <pc:sldMkLst>
          <pc:docMk/>
          <pc:sldMk cId="3133467473" sldId="303"/>
        </pc:sldMkLst>
        <pc:spChg chg="del">
          <ac:chgData name="Embedded Development" userId="97690703-89ef-4183-8a66-0c81b6c8ace9" providerId="ADAL" clId="{52FC1D83-52FC-4CEA-A7D4-C082855AEAB7}" dt="2024-03-16T10:43:32.678" v="0" actId="21"/>
          <ac:spMkLst>
            <pc:docMk/>
            <pc:sldMk cId="3133467473" sldId="303"/>
            <ac:spMk id="4" creationId="{797E7399-0390-B13A-8A43-58EC026E10CB}"/>
          </ac:spMkLst>
        </pc:spChg>
        <pc:graphicFrameChg chg="del">
          <ac:chgData name="Embedded Development" userId="97690703-89ef-4183-8a66-0c81b6c8ace9" providerId="ADAL" clId="{52FC1D83-52FC-4CEA-A7D4-C082855AEAB7}" dt="2024-03-16T10:43:32.678" v="0" actId="21"/>
          <ac:graphicFrameMkLst>
            <pc:docMk/>
            <pc:sldMk cId="3133467473" sldId="303"/>
            <ac:graphicFrameMk id="6" creationId="{3F1F59D9-6954-8202-0A9C-B72BFF4C8B09}"/>
          </ac:graphicFrameMkLst>
        </pc:graphicFrameChg>
      </pc:sldChg>
      <pc:sldChg chg="addSp modSp mod">
        <pc:chgData name="Embedded Development" userId="97690703-89ef-4183-8a66-0c81b6c8ace9" providerId="ADAL" clId="{52FC1D83-52FC-4CEA-A7D4-C082855AEAB7}" dt="2024-03-27T07:27:53.585" v="4247" actId="20577"/>
        <pc:sldMkLst>
          <pc:docMk/>
          <pc:sldMk cId="403999486" sldId="304"/>
        </pc:sldMkLst>
        <pc:spChg chg="add mod">
          <ac:chgData name="Embedded Development" userId="97690703-89ef-4183-8a66-0c81b6c8ace9" providerId="ADAL" clId="{52FC1D83-52FC-4CEA-A7D4-C082855AEAB7}" dt="2024-03-16T10:49:01.696" v="967" actId="1076"/>
          <ac:spMkLst>
            <pc:docMk/>
            <pc:sldMk cId="403999486" sldId="304"/>
            <ac:spMk id="2" creationId="{797E7399-0390-B13A-8A43-58EC026E10CB}"/>
          </ac:spMkLst>
        </pc:spChg>
        <pc:spChg chg="mod">
          <ac:chgData name="Embedded Development" userId="97690703-89ef-4183-8a66-0c81b6c8ace9" providerId="ADAL" clId="{52FC1D83-52FC-4CEA-A7D4-C082855AEAB7}" dt="2024-03-16T10:49:01.696" v="967" actId="1076"/>
          <ac:spMkLst>
            <pc:docMk/>
            <pc:sldMk cId="403999486" sldId="304"/>
            <ac:spMk id="4" creationId="{797E7399-0390-B13A-8A43-58EC026E10CB}"/>
          </ac:spMkLst>
        </pc:spChg>
        <pc:graphicFrameChg chg="add mod modGraphic">
          <ac:chgData name="Embedded Development" userId="97690703-89ef-4183-8a66-0c81b6c8ace9" providerId="ADAL" clId="{52FC1D83-52FC-4CEA-A7D4-C082855AEAB7}" dt="2024-03-27T07:27:53.585" v="4247" actId="20577"/>
          <ac:graphicFrameMkLst>
            <pc:docMk/>
            <pc:sldMk cId="403999486" sldId="304"/>
            <ac:graphicFrameMk id="3" creationId="{3F1F59D9-6954-8202-0A9C-B72BFF4C8B09}"/>
          </ac:graphicFrameMkLst>
        </pc:graphicFrameChg>
        <pc:graphicFrameChg chg="mod modGraphic">
          <ac:chgData name="Embedded Development" userId="97690703-89ef-4183-8a66-0c81b6c8ace9" providerId="ADAL" clId="{52FC1D83-52FC-4CEA-A7D4-C082855AEAB7}" dt="2024-03-27T07:27:17.449" v="4224" actId="20577"/>
          <ac:graphicFrameMkLst>
            <pc:docMk/>
            <pc:sldMk cId="403999486" sldId="304"/>
            <ac:graphicFrameMk id="6" creationId="{3F1F59D9-6954-8202-0A9C-B72BFF4C8B09}"/>
          </ac:graphicFrameMkLst>
        </pc:graphicFrameChg>
      </pc:sldChg>
      <pc:sldChg chg="addSp modSp mod">
        <pc:chgData name="Embedded Development" userId="97690703-89ef-4183-8a66-0c81b6c8ace9" providerId="ADAL" clId="{52FC1D83-52FC-4CEA-A7D4-C082855AEAB7}" dt="2024-03-27T07:32:22.575" v="4619" actId="13926"/>
        <pc:sldMkLst>
          <pc:docMk/>
          <pc:sldMk cId="1894512781" sldId="305"/>
        </pc:sldMkLst>
        <pc:spChg chg="add mod">
          <ac:chgData name="Embedded Development" userId="97690703-89ef-4183-8a66-0c81b6c8ace9" providerId="ADAL" clId="{52FC1D83-52FC-4CEA-A7D4-C082855AEAB7}" dt="2024-03-27T07:32:22.575" v="4619" actId="13926"/>
          <ac:spMkLst>
            <pc:docMk/>
            <pc:sldMk cId="1894512781" sldId="305"/>
            <ac:spMk id="3" creationId="{4AF74E5E-55B7-0076-C51D-6D370D173FDE}"/>
          </ac:spMkLst>
        </pc:spChg>
        <pc:graphicFrameChg chg="mod modGraphic">
          <ac:chgData name="Embedded Development" userId="97690703-89ef-4183-8a66-0c81b6c8ace9" providerId="ADAL" clId="{52FC1D83-52FC-4CEA-A7D4-C082855AEAB7}" dt="2024-03-27T07:32:01.700" v="4582" actId="1035"/>
          <ac:graphicFrameMkLst>
            <pc:docMk/>
            <pc:sldMk cId="1894512781" sldId="305"/>
            <ac:graphicFrameMk id="2" creationId="{11DA96DE-C69E-6EFD-DEBB-24C0FF5581E0}"/>
          </ac:graphicFrameMkLst>
        </pc:graphicFrameChg>
        <pc:graphicFrameChg chg="mod modGraphic">
          <ac:chgData name="Embedded Development" userId="97690703-89ef-4183-8a66-0c81b6c8ace9" providerId="ADAL" clId="{52FC1D83-52FC-4CEA-A7D4-C082855AEAB7}" dt="2024-03-27T07:32:01.700" v="4582" actId="1035"/>
          <ac:graphicFrameMkLst>
            <pc:docMk/>
            <pc:sldMk cId="1894512781" sldId="305"/>
            <ac:graphicFrameMk id="6" creationId="{3F1F59D9-6954-8202-0A9C-B72BFF4C8B09}"/>
          </ac:graphicFrameMkLst>
        </pc:graphicFrameChg>
      </pc:sldChg>
      <pc:sldChg chg="delSp modSp add mod ord">
        <pc:chgData name="Embedded Development" userId="97690703-89ef-4183-8a66-0c81b6c8ace9" providerId="ADAL" clId="{52FC1D83-52FC-4CEA-A7D4-C082855AEAB7}" dt="2024-03-16T13:30:56.235" v="3644" actId="5793"/>
        <pc:sldMkLst>
          <pc:docMk/>
          <pc:sldMk cId="445608198" sldId="306"/>
        </pc:sldMkLst>
        <pc:spChg chg="mod">
          <ac:chgData name="Embedded Development" userId="97690703-89ef-4183-8a66-0c81b6c8ace9" providerId="ADAL" clId="{52FC1D83-52FC-4CEA-A7D4-C082855AEAB7}" dt="2024-03-16T12:43:15.493" v="1804" actId="20577"/>
          <ac:spMkLst>
            <pc:docMk/>
            <pc:sldMk cId="445608198" sldId="306"/>
            <ac:spMk id="4" creationId="{797E7399-0390-B13A-8A43-58EC026E10CB}"/>
          </ac:spMkLst>
        </pc:spChg>
        <pc:spChg chg="del mod">
          <ac:chgData name="Embedded Development" userId="97690703-89ef-4183-8a66-0c81b6c8ace9" providerId="ADAL" clId="{52FC1D83-52FC-4CEA-A7D4-C082855AEAB7}" dt="2024-03-16T12:42:56.373" v="1783" actId="478"/>
          <ac:spMkLst>
            <pc:docMk/>
            <pc:sldMk cId="445608198" sldId="306"/>
            <ac:spMk id="5" creationId="{797E7399-0390-B13A-8A43-58EC026E10CB}"/>
          </ac:spMkLst>
        </pc:spChg>
        <pc:graphicFrameChg chg="modGraphic">
          <ac:chgData name="Embedded Development" userId="97690703-89ef-4183-8a66-0c81b6c8ace9" providerId="ADAL" clId="{52FC1D83-52FC-4CEA-A7D4-C082855AEAB7}" dt="2024-03-16T13:30:56.235" v="3644" actId="5793"/>
          <ac:graphicFrameMkLst>
            <pc:docMk/>
            <pc:sldMk cId="445608198" sldId="306"/>
            <ac:graphicFrameMk id="6" creationId="{3F1F59D9-6954-8202-0A9C-B72BFF4C8B09}"/>
          </ac:graphicFrameMkLst>
        </pc:graphicFrameChg>
        <pc:graphicFrameChg chg="del modGraphic">
          <ac:chgData name="Embedded Development" userId="97690703-89ef-4183-8a66-0c81b6c8ace9" providerId="ADAL" clId="{52FC1D83-52FC-4CEA-A7D4-C082855AEAB7}" dt="2024-03-16T12:42:48.024" v="1781" actId="478"/>
          <ac:graphicFrameMkLst>
            <pc:docMk/>
            <pc:sldMk cId="445608198" sldId="306"/>
            <ac:graphicFrameMk id="7" creationId="{3F1F59D9-6954-8202-0A9C-B72BFF4C8B09}"/>
          </ac:graphicFrameMkLst>
        </pc:graphicFrameChg>
      </pc:sldChg>
      <pc:sldChg chg="delSp modSp add del mod">
        <pc:chgData name="Embedded Development" userId="97690703-89ef-4183-8a66-0c81b6c8ace9" providerId="ADAL" clId="{52FC1D83-52FC-4CEA-A7D4-C082855AEAB7}" dt="2024-03-16T12:38:12.767" v="1698" actId="47"/>
        <pc:sldMkLst>
          <pc:docMk/>
          <pc:sldMk cId="1733758297" sldId="306"/>
        </pc:sldMkLst>
        <pc:spChg chg="del mod">
          <ac:chgData name="Embedded Development" userId="97690703-89ef-4183-8a66-0c81b6c8ace9" providerId="ADAL" clId="{52FC1D83-52FC-4CEA-A7D4-C082855AEAB7}" dt="2024-03-16T12:38:07.141" v="1695" actId="21"/>
          <ac:spMkLst>
            <pc:docMk/>
            <pc:sldMk cId="1733758297" sldId="306"/>
            <ac:spMk id="2" creationId="{797E7399-0390-B13A-8A43-58EC026E10CB}"/>
          </ac:spMkLst>
        </pc:spChg>
        <pc:spChg chg="del">
          <ac:chgData name="Embedded Development" userId="97690703-89ef-4183-8a66-0c81b6c8ace9" providerId="ADAL" clId="{52FC1D83-52FC-4CEA-A7D4-C082855AEAB7}" dt="2024-03-16T11:15:51.196" v="977" actId="478"/>
          <ac:spMkLst>
            <pc:docMk/>
            <pc:sldMk cId="1733758297" sldId="306"/>
            <ac:spMk id="4" creationId="{797E7399-0390-B13A-8A43-58EC026E10CB}"/>
          </ac:spMkLst>
        </pc:spChg>
        <pc:graphicFrameChg chg="del mod">
          <ac:chgData name="Embedded Development" userId="97690703-89ef-4183-8a66-0c81b6c8ace9" providerId="ADAL" clId="{52FC1D83-52FC-4CEA-A7D4-C082855AEAB7}" dt="2024-03-16T12:38:07.141" v="1695" actId="21"/>
          <ac:graphicFrameMkLst>
            <pc:docMk/>
            <pc:sldMk cId="1733758297" sldId="306"/>
            <ac:graphicFrameMk id="3" creationId="{3F1F59D9-6954-8202-0A9C-B72BFF4C8B09}"/>
          </ac:graphicFrameMkLst>
        </pc:graphicFrameChg>
        <pc:graphicFrameChg chg="del">
          <ac:chgData name="Embedded Development" userId="97690703-89ef-4183-8a66-0c81b6c8ace9" providerId="ADAL" clId="{52FC1D83-52FC-4CEA-A7D4-C082855AEAB7}" dt="2024-03-16T11:15:51.196" v="977" actId="478"/>
          <ac:graphicFrameMkLst>
            <pc:docMk/>
            <pc:sldMk cId="1733758297" sldId="306"/>
            <ac:graphicFrameMk id="6" creationId="{3F1F59D9-6954-8202-0A9C-B72BFF4C8B09}"/>
          </ac:graphicFrameMkLst>
        </pc:graphicFrameChg>
      </pc:sldChg>
      <pc:sldChg chg="delSp del mod">
        <pc:chgData name="Embedded Development" userId="97690703-89ef-4183-8a66-0c81b6c8ace9" providerId="ADAL" clId="{52FC1D83-52FC-4CEA-A7D4-C082855AEAB7}" dt="2024-03-16T10:43:57.337" v="8" actId="47"/>
        <pc:sldMkLst>
          <pc:docMk/>
          <pc:sldMk cId="2812928499" sldId="306"/>
        </pc:sldMkLst>
        <pc:spChg chg="del">
          <ac:chgData name="Embedded Development" userId="97690703-89ef-4183-8a66-0c81b6c8ace9" providerId="ADAL" clId="{52FC1D83-52FC-4CEA-A7D4-C082855AEAB7}" dt="2024-03-16T10:43:47.225" v="4" actId="21"/>
          <ac:spMkLst>
            <pc:docMk/>
            <pc:sldMk cId="2812928499" sldId="306"/>
            <ac:spMk id="4" creationId="{797E7399-0390-B13A-8A43-58EC026E10CB}"/>
          </ac:spMkLst>
        </pc:spChg>
        <pc:graphicFrameChg chg="del">
          <ac:chgData name="Embedded Development" userId="97690703-89ef-4183-8a66-0c81b6c8ace9" providerId="ADAL" clId="{52FC1D83-52FC-4CEA-A7D4-C082855AEAB7}" dt="2024-03-16T10:43:47.225" v="4" actId="21"/>
          <ac:graphicFrameMkLst>
            <pc:docMk/>
            <pc:sldMk cId="2812928499" sldId="306"/>
            <ac:graphicFrameMk id="6" creationId="{3F1F59D9-6954-8202-0A9C-B72BFF4C8B09}"/>
          </ac:graphicFrameMkLst>
        </pc:graphicFrameChg>
      </pc:sldChg>
      <pc:sldChg chg="delSp modSp add mod">
        <pc:chgData name="Embedded Development" userId="97690703-89ef-4183-8a66-0c81b6c8ace9" providerId="ADAL" clId="{52FC1D83-52FC-4CEA-A7D4-C082855AEAB7}" dt="2024-03-27T07:42:23.297" v="5266" actId="1076"/>
        <pc:sldMkLst>
          <pc:docMk/>
          <pc:sldMk cId="3806611265" sldId="309"/>
        </pc:sldMkLst>
        <pc:spChg chg="del">
          <ac:chgData name="Embedded Development" userId="97690703-89ef-4183-8a66-0c81b6c8ace9" providerId="ADAL" clId="{52FC1D83-52FC-4CEA-A7D4-C082855AEAB7}" dt="2024-03-27T07:37:18.437" v="4715" actId="478"/>
          <ac:spMkLst>
            <pc:docMk/>
            <pc:sldMk cId="3806611265" sldId="309"/>
            <ac:spMk id="2" creationId="{6FCFFFBB-FD12-BCE3-AC08-0B6348B28DB2}"/>
          </ac:spMkLst>
        </pc:spChg>
        <pc:spChg chg="mod">
          <ac:chgData name="Embedded Development" userId="97690703-89ef-4183-8a66-0c81b6c8ace9" providerId="ADAL" clId="{52FC1D83-52FC-4CEA-A7D4-C082855AEAB7}" dt="2024-03-27T07:37:35.267" v="4800" actId="20577"/>
          <ac:spMkLst>
            <pc:docMk/>
            <pc:sldMk cId="3806611265" sldId="309"/>
            <ac:spMk id="3" creationId="{D36AD96A-B6B6-4FBD-CB1C-4FBBC8F5FED1}"/>
          </ac:spMkLst>
        </pc:spChg>
        <pc:spChg chg="del">
          <ac:chgData name="Embedded Development" userId="97690703-89ef-4183-8a66-0c81b6c8ace9" providerId="ADAL" clId="{52FC1D83-52FC-4CEA-A7D4-C082855AEAB7}" dt="2024-03-27T07:37:10.068" v="4714" actId="478"/>
          <ac:spMkLst>
            <pc:docMk/>
            <pc:sldMk cId="3806611265" sldId="309"/>
            <ac:spMk id="8" creationId="{90CC67C2-CB1E-C508-8368-1CE2A1438667}"/>
          </ac:spMkLst>
        </pc:spChg>
        <pc:spChg chg="mod">
          <ac:chgData name="Embedded Development" userId="97690703-89ef-4183-8a66-0c81b6c8ace9" providerId="ADAL" clId="{52FC1D83-52FC-4CEA-A7D4-C082855AEAB7}" dt="2024-03-27T07:36:58.934" v="4709" actId="20577"/>
          <ac:spMkLst>
            <pc:docMk/>
            <pc:sldMk cId="3806611265" sldId="309"/>
            <ac:spMk id="9" creationId="{57D152C9-9F45-84F8-DF2E-2B3100CF981B}"/>
          </ac:spMkLst>
        </pc:spChg>
        <pc:spChg chg="mod">
          <ac:chgData name="Embedded Development" userId="97690703-89ef-4183-8a66-0c81b6c8ace9" providerId="ADAL" clId="{52FC1D83-52FC-4CEA-A7D4-C082855AEAB7}" dt="2024-03-27T07:39:18.307" v="4930" actId="1076"/>
          <ac:spMkLst>
            <pc:docMk/>
            <pc:sldMk cId="3806611265" sldId="309"/>
            <ac:spMk id="10" creationId="{F3B60005-86D9-997C-5AA9-D61357BC6605}"/>
          </ac:spMkLst>
        </pc:spChg>
        <pc:spChg chg="mod">
          <ac:chgData name="Embedded Development" userId="97690703-89ef-4183-8a66-0c81b6c8ace9" providerId="ADAL" clId="{52FC1D83-52FC-4CEA-A7D4-C082855AEAB7}" dt="2024-03-27T07:39:30.497" v="4932" actId="1076"/>
          <ac:spMkLst>
            <pc:docMk/>
            <pc:sldMk cId="3806611265" sldId="309"/>
            <ac:spMk id="14" creationId="{3FB4CC92-8966-E8EE-91CF-2BB150A81C83}"/>
          </ac:spMkLst>
        </pc:spChg>
        <pc:spChg chg="mod">
          <ac:chgData name="Embedded Development" userId="97690703-89ef-4183-8a66-0c81b6c8ace9" providerId="ADAL" clId="{52FC1D83-52FC-4CEA-A7D4-C082855AEAB7}" dt="2024-03-27T07:37:46.532" v="4861" actId="20577"/>
          <ac:spMkLst>
            <pc:docMk/>
            <pc:sldMk cId="3806611265" sldId="309"/>
            <ac:spMk id="22" creationId="{A7EBC4B6-2074-EFA3-D290-302136BB0427}"/>
          </ac:spMkLst>
        </pc:spChg>
        <pc:spChg chg="mod">
          <ac:chgData name="Embedded Development" userId="97690703-89ef-4183-8a66-0c81b6c8ace9" providerId="ADAL" clId="{52FC1D83-52FC-4CEA-A7D4-C082855AEAB7}" dt="2024-03-27T07:38:08.377" v="4928" actId="20577"/>
          <ac:spMkLst>
            <pc:docMk/>
            <pc:sldMk cId="3806611265" sldId="309"/>
            <ac:spMk id="32" creationId="{B06FA246-6FE9-4F00-C178-9E8A4B3D9B07}"/>
          </ac:spMkLst>
        </pc:spChg>
        <pc:spChg chg="mod">
          <ac:chgData name="Embedded Development" userId="97690703-89ef-4183-8a66-0c81b6c8ace9" providerId="ADAL" clId="{52FC1D83-52FC-4CEA-A7D4-C082855AEAB7}" dt="2024-03-27T07:41:27.746" v="5157" actId="14100"/>
          <ac:spMkLst>
            <pc:docMk/>
            <pc:sldMk cId="3806611265" sldId="309"/>
            <ac:spMk id="72" creationId="{DE676257-09E9-078D-7D1F-89FF304A36E4}"/>
          </ac:spMkLst>
        </pc:spChg>
        <pc:spChg chg="del">
          <ac:chgData name="Embedded Development" userId="97690703-89ef-4183-8a66-0c81b6c8ace9" providerId="ADAL" clId="{52FC1D83-52FC-4CEA-A7D4-C082855AEAB7}" dt="2024-03-27T07:41:39.497" v="5158" actId="478"/>
          <ac:spMkLst>
            <pc:docMk/>
            <pc:sldMk cId="3806611265" sldId="309"/>
            <ac:spMk id="78" creationId="{2F1AE13C-13C9-79F4-CA90-BCFFE8716A60}"/>
          </ac:spMkLst>
        </pc:spChg>
        <pc:spChg chg="del">
          <ac:chgData name="Embedded Development" userId="97690703-89ef-4183-8a66-0c81b6c8ace9" providerId="ADAL" clId="{52FC1D83-52FC-4CEA-A7D4-C082855AEAB7}" dt="2024-03-27T07:41:44.640" v="5160" actId="478"/>
          <ac:spMkLst>
            <pc:docMk/>
            <pc:sldMk cId="3806611265" sldId="309"/>
            <ac:spMk id="82" creationId="{19964CED-A676-82F1-8C0D-6A0FC61EF51D}"/>
          </ac:spMkLst>
        </pc:spChg>
        <pc:spChg chg="mod">
          <ac:chgData name="Embedded Development" userId="97690703-89ef-4183-8a66-0c81b6c8ace9" providerId="ADAL" clId="{52FC1D83-52FC-4CEA-A7D4-C082855AEAB7}" dt="2024-03-27T07:42:23.297" v="5266" actId="1076"/>
          <ac:spMkLst>
            <pc:docMk/>
            <pc:sldMk cId="3806611265" sldId="309"/>
            <ac:spMk id="94" creationId="{18E11639-1EC5-4BE5-64FA-02EA034FAE16}"/>
          </ac:spMkLst>
        </pc:spChg>
        <pc:spChg chg="mod">
          <ac:chgData name="Embedded Development" userId="97690703-89ef-4183-8a66-0c81b6c8ace9" providerId="ADAL" clId="{52FC1D83-52FC-4CEA-A7D4-C082855AEAB7}" dt="2024-03-27T07:42:16.280" v="5265" actId="20577"/>
          <ac:spMkLst>
            <pc:docMk/>
            <pc:sldMk cId="3806611265" sldId="309"/>
            <ac:spMk id="95" creationId="{C51A533A-FEE5-B9B1-6E3E-A5F5FCB5AEDD}"/>
          </ac:spMkLst>
        </pc:spChg>
        <pc:spChg chg="mod">
          <ac:chgData name="Embedded Development" userId="97690703-89ef-4183-8a66-0c81b6c8ace9" providerId="ADAL" clId="{52FC1D83-52FC-4CEA-A7D4-C082855AEAB7}" dt="2024-03-27T07:39:37.438" v="4933" actId="1076"/>
          <ac:spMkLst>
            <pc:docMk/>
            <pc:sldMk cId="3806611265" sldId="309"/>
            <ac:spMk id="122" creationId="{8C6C0829-278F-0229-CA89-B3D29A06CBC7}"/>
          </ac:spMkLst>
        </pc:spChg>
        <pc:spChg chg="mod">
          <ac:chgData name="Embedded Development" userId="97690703-89ef-4183-8a66-0c81b6c8ace9" providerId="ADAL" clId="{52FC1D83-52FC-4CEA-A7D4-C082855AEAB7}" dt="2024-03-27T07:39:24.977" v="4931" actId="1076"/>
          <ac:spMkLst>
            <pc:docMk/>
            <pc:sldMk cId="3806611265" sldId="309"/>
            <ac:spMk id="123" creationId="{23968ACF-83F8-A31C-9842-9E45832B11BF}"/>
          </ac:spMkLst>
        </pc:spChg>
        <pc:spChg chg="mod">
          <ac:chgData name="Embedded Development" userId="97690703-89ef-4183-8a66-0c81b6c8ace9" providerId="ADAL" clId="{52FC1D83-52FC-4CEA-A7D4-C082855AEAB7}" dt="2024-03-27T07:36:53.669" v="4707" actId="1076"/>
          <ac:spMkLst>
            <pc:docMk/>
            <pc:sldMk cId="3806611265" sldId="309"/>
            <ac:spMk id="125" creationId="{FED5462D-3A2A-BD09-A72A-696B4315AF0E}"/>
          </ac:spMkLst>
        </pc:spChg>
        <pc:cxnChg chg="del mod">
          <ac:chgData name="Embedded Development" userId="97690703-89ef-4183-8a66-0c81b6c8ace9" providerId="ADAL" clId="{52FC1D83-52FC-4CEA-A7D4-C082855AEAB7}" dt="2024-03-27T07:37:19.581" v="4716" actId="478"/>
          <ac:cxnSpMkLst>
            <pc:docMk/>
            <pc:sldMk cId="3806611265" sldId="309"/>
            <ac:cxnSpMk id="4" creationId="{DB082AC6-1C30-8920-3AA8-2DFF11246A9D}"/>
          </ac:cxnSpMkLst>
        </pc:cxnChg>
        <pc:cxnChg chg="mod">
          <ac:chgData name="Embedded Development" userId="97690703-89ef-4183-8a66-0c81b6c8ace9" providerId="ADAL" clId="{52FC1D83-52FC-4CEA-A7D4-C082855AEAB7}" dt="2024-03-27T07:41:27.746" v="5157" actId="14100"/>
          <ac:cxnSpMkLst>
            <pc:docMk/>
            <pc:sldMk cId="3806611265" sldId="309"/>
            <ac:cxnSpMk id="74" creationId="{F6E80763-0144-36F1-40C1-B24F23225A15}"/>
          </ac:cxnSpMkLst>
        </pc:cxnChg>
        <pc:cxnChg chg="del mod">
          <ac:chgData name="Embedded Development" userId="97690703-89ef-4183-8a66-0c81b6c8ace9" providerId="ADAL" clId="{52FC1D83-52FC-4CEA-A7D4-C082855AEAB7}" dt="2024-03-27T07:41:41.841" v="5159" actId="478"/>
          <ac:cxnSpMkLst>
            <pc:docMk/>
            <pc:sldMk cId="3806611265" sldId="309"/>
            <ac:cxnSpMk id="79" creationId="{97908812-1AE8-127F-D358-07AB6EC6D84D}"/>
          </ac:cxnSpMkLst>
        </pc:cxnChg>
        <pc:cxnChg chg="del">
          <ac:chgData name="Embedded Development" userId="97690703-89ef-4183-8a66-0c81b6c8ace9" providerId="ADAL" clId="{52FC1D83-52FC-4CEA-A7D4-C082855AEAB7}" dt="2024-03-27T07:41:45.562" v="5161" actId="478"/>
          <ac:cxnSpMkLst>
            <pc:docMk/>
            <pc:sldMk cId="3806611265" sldId="309"/>
            <ac:cxnSpMk id="88" creationId="{2B8CF9FD-D058-764B-8C8E-22CF76D00699}"/>
          </ac:cxnSpMkLst>
        </pc:cxnChg>
        <pc:cxnChg chg="mod">
          <ac:chgData name="Embedded Development" userId="97690703-89ef-4183-8a66-0c81b6c8ace9" providerId="ADAL" clId="{52FC1D83-52FC-4CEA-A7D4-C082855AEAB7}" dt="2024-03-27T07:42:23.297" v="5266" actId="1076"/>
          <ac:cxnSpMkLst>
            <pc:docMk/>
            <pc:sldMk cId="3806611265" sldId="309"/>
            <ac:cxnSpMk id="96" creationId="{621E8535-553A-0570-CE3D-8909F19AF61F}"/>
          </ac:cxnSpMkLst>
        </pc:cxnChg>
      </pc:sldChg>
      <pc:sldChg chg="addSp delSp modSp add mod">
        <pc:chgData name="Embedded Development" userId="97690703-89ef-4183-8a66-0c81b6c8ace9" providerId="ADAL" clId="{52FC1D83-52FC-4CEA-A7D4-C082855AEAB7}" dt="2024-03-27T08:04:51.575" v="7435" actId="20577"/>
        <pc:sldMkLst>
          <pc:docMk/>
          <pc:sldMk cId="996090382" sldId="310"/>
        </pc:sldMkLst>
        <pc:spChg chg="del">
          <ac:chgData name="Embedded Development" userId="97690703-89ef-4183-8a66-0c81b6c8ace9" providerId="ADAL" clId="{52FC1D83-52FC-4CEA-A7D4-C082855AEAB7}" dt="2024-03-27T07:57:33.941" v="6293" actId="478"/>
          <ac:spMkLst>
            <pc:docMk/>
            <pc:sldMk cId="996090382" sldId="310"/>
            <ac:spMk id="2" creationId="{61A667B9-2A59-01D8-359B-167453FD38C0}"/>
          </ac:spMkLst>
        </pc:spChg>
        <pc:spChg chg="del mod">
          <ac:chgData name="Embedded Development" userId="97690703-89ef-4183-8a66-0c81b6c8ace9" providerId="ADAL" clId="{52FC1D83-52FC-4CEA-A7D4-C082855AEAB7}" dt="2024-03-27T07:57:36.337" v="6296" actId="478"/>
          <ac:spMkLst>
            <pc:docMk/>
            <pc:sldMk cId="996090382" sldId="310"/>
            <ac:spMk id="3" creationId="{3D8ED9A8-A617-F747-6A77-685DCDEE69B5}"/>
          </ac:spMkLst>
        </pc:spChg>
        <pc:spChg chg="mod">
          <ac:chgData name="Embedded Development" userId="97690703-89ef-4183-8a66-0c81b6c8ace9" providerId="ADAL" clId="{52FC1D83-52FC-4CEA-A7D4-C082855AEAB7}" dt="2024-03-27T07:59:22.185" v="6599" actId="1035"/>
          <ac:spMkLst>
            <pc:docMk/>
            <pc:sldMk cId="996090382" sldId="310"/>
            <ac:spMk id="7" creationId="{1B9E2CA3-B910-0DB6-303D-4DA1EB8580A6}"/>
          </ac:spMkLst>
        </pc:spChg>
        <pc:spChg chg="add mod">
          <ac:chgData name="Embedded Development" userId="97690703-89ef-4183-8a66-0c81b6c8ace9" providerId="ADAL" clId="{52FC1D83-52FC-4CEA-A7D4-C082855AEAB7}" dt="2024-03-27T07:59:22.185" v="6599" actId="1035"/>
          <ac:spMkLst>
            <pc:docMk/>
            <pc:sldMk cId="996090382" sldId="310"/>
            <ac:spMk id="8" creationId="{92A484D7-A9B3-A395-53CC-C4DADEDBDC02}"/>
          </ac:spMkLst>
        </pc:spChg>
        <pc:spChg chg="add mod">
          <ac:chgData name="Embedded Development" userId="97690703-89ef-4183-8a66-0c81b6c8ace9" providerId="ADAL" clId="{52FC1D83-52FC-4CEA-A7D4-C082855AEAB7}" dt="2024-03-27T08:03:26.720" v="7004" actId="20577"/>
          <ac:spMkLst>
            <pc:docMk/>
            <pc:sldMk cId="996090382" sldId="310"/>
            <ac:spMk id="14" creationId="{8639034B-2E4B-A58B-39A2-86092DB0A3B3}"/>
          </ac:spMkLst>
        </pc:spChg>
        <pc:spChg chg="add mod">
          <ac:chgData name="Embedded Development" userId="97690703-89ef-4183-8a66-0c81b6c8ace9" providerId="ADAL" clId="{52FC1D83-52FC-4CEA-A7D4-C082855AEAB7}" dt="2024-03-27T08:03:38.160" v="7080" actId="20577"/>
          <ac:spMkLst>
            <pc:docMk/>
            <pc:sldMk cId="996090382" sldId="310"/>
            <ac:spMk id="16" creationId="{BAD6E777-2995-302A-848E-2251AA2256C2}"/>
          </ac:spMkLst>
        </pc:spChg>
        <pc:spChg chg="add mod">
          <ac:chgData name="Embedded Development" userId="97690703-89ef-4183-8a66-0c81b6c8ace9" providerId="ADAL" clId="{52FC1D83-52FC-4CEA-A7D4-C082855AEAB7}" dt="2024-03-27T08:04:18.100" v="7224" actId="14100"/>
          <ac:spMkLst>
            <pc:docMk/>
            <pc:sldMk cId="996090382" sldId="310"/>
            <ac:spMk id="21" creationId="{63903576-B535-AA2F-6979-AED1F41B6C6D}"/>
          </ac:spMkLst>
        </pc:spChg>
        <pc:spChg chg="mod">
          <ac:chgData name="Embedded Development" userId="97690703-89ef-4183-8a66-0c81b6c8ace9" providerId="ADAL" clId="{52FC1D83-52FC-4CEA-A7D4-C082855AEAB7}" dt="2024-03-27T07:59:00.246" v="6514" actId="20577"/>
          <ac:spMkLst>
            <pc:docMk/>
            <pc:sldMk cId="996090382" sldId="310"/>
            <ac:spMk id="22" creationId="{0A93650C-D406-0DFE-7829-814408BACC7B}"/>
          </ac:spMkLst>
        </pc:spChg>
        <pc:spChg chg="mod">
          <ac:chgData name="Embedded Development" userId="97690703-89ef-4183-8a66-0c81b6c8ace9" providerId="ADAL" clId="{52FC1D83-52FC-4CEA-A7D4-C082855AEAB7}" dt="2024-03-27T07:57:30.833" v="6292" actId="20577"/>
          <ac:spMkLst>
            <pc:docMk/>
            <pc:sldMk cId="996090382" sldId="310"/>
            <ac:spMk id="31" creationId="{61F19318-A720-3CCC-1A7C-1087809FA1D2}"/>
          </ac:spMkLst>
        </pc:spChg>
        <pc:spChg chg="mod">
          <ac:chgData name="Embedded Development" userId="97690703-89ef-4183-8a66-0c81b6c8ace9" providerId="ADAL" clId="{52FC1D83-52FC-4CEA-A7D4-C082855AEAB7}" dt="2024-03-27T07:59:10.471" v="6576" actId="20577"/>
          <ac:spMkLst>
            <pc:docMk/>
            <pc:sldMk cId="996090382" sldId="310"/>
            <ac:spMk id="32" creationId="{2C483494-70B0-5E51-C893-94C2FEE4AE48}"/>
          </ac:spMkLst>
        </pc:spChg>
        <pc:spChg chg="mod">
          <ac:chgData name="Embedded Development" userId="97690703-89ef-4183-8a66-0c81b6c8ace9" providerId="ADAL" clId="{52FC1D83-52FC-4CEA-A7D4-C082855AEAB7}" dt="2024-03-27T08:01:11.573" v="6646" actId="20577"/>
          <ac:spMkLst>
            <pc:docMk/>
            <pc:sldMk cId="996090382" sldId="310"/>
            <ac:spMk id="33" creationId="{81444F1D-DA17-0EC7-C7B2-B0BF5EDBEA0E}"/>
          </ac:spMkLst>
        </pc:spChg>
        <pc:spChg chg="mod">
          <ac:chgData name="Embedded Development" userId="97690703-89ef-4183-8a66-0c81b6c8ace9" providerId="ADAL" clId="{52FC1D83-52FC-4CEA-A7D4-C082855AEAB7}" dt="2024-03-27T08:01:14.569" v="6648" actId="20577"/>
          <ac:spMkLst>
            <pc:docMk/>
            <pc:sldMk cId="996090382" sldId="310"/>
            <ac:spMk id="34" creationId="{462D8C6D-29E6-6BDC-65D1-66935BA9750A}"/>
          </ac:spMkLst>
        </pc:spChg>
        <pc:spChg chg="del">
          <ac:chgData name="Embedded Development" userId="97690703-89ef-4183-8a66-0c81b6c8ace9" providerId="ADAL" clId="{52FC1D83-52FC-4CEA-A7D4-C082855AEAB7}" dt="2024-03-27T07:57:38.638" v="6298" actId="478"/>
          <ac:spMkLst>
            <pc:docMk/>
            <pc:sldMk cId="996090382" sldId="310"/>
            <ac:spMk id="44" creationId="{7A7AADAC-39E2-AA73-32C3-63DDFA1CD3D5}"/>
          </ac:spMkLst>
        </pc:spChg>
        <pc:spChg chg="del mod">
          <ac:chgData name="Embedded Development" userId="97690703-89ef-4183-8a66-0c81b6c8ace9" providerId="ADAL" clId="{52FC1D83-52FC-4CEA-A7D4-C082855AEAB7}" dt="2024-03-27T08:00:14.864" v="6612" actId="478"/>
          <ac:spMkLst>
            <pc:docMk/>
            <pc:sldMk cId="996090382" sldId="310"/>
            <ac:spMk id="62" creationId="{EFADCA73-E8F8-DADE-8293-D05BF8F7D2DB}"/>
          </ac:spMkLst>
        </pc:spChg>
        <pc:spChg chg="mod">
          <ac:chgData name="Embedded Development" userId="97690703-89ef-4183-8a66-0c81b6c8ace9" providerId="ADAL" clId="{52FC1D83-52FC-4CEA-A7D4-C082855AEAB7}" dt="2024-03-27T08:04:27.611" v="7276" actId="20577"/>
          <ac:spMkLst>
            <pc:docMk/>
            <pc:sldMk cId="996090382" sldId="310"/>
            <ac:spMk id="69" creationId="{678BCE49-0392-563F-40E9-BD5560F336B7}"/>
          </ac:spMkLst>
        </pc:spChg>
        <pc:spChg chg="mod">
          <ac:chgData name="Embedded Development" userId="97690703-89ef-4183-8a66-0c81b6c8ace9" providerId="ADAL" clId="{52FC1D83-52FC-4CEA-A7D4-C082855AEAB7}" dt="2024-03-27T08:04:40.510" v="7368" actId="20577"/>
          <ac:spMkLst>
            <pc:docMk/>
            <pc:sldMk cId="996090382" sldId="310"/>
            <ac:spMk id="72" creationId="{4DB9CCCA-2CFE-83F7-B5F4-01C323551D29}"/>
          </ac:spMkLst>
        </pc:spChg>
        <pc:spChg chg="mod">
          <ac:chgData name="Embedded Development" userId="97690703-89ef-4183-8a66-0c81b6c8ace9" providerId="ADAL" clId="{52FC1D83-52FC-4CEA-A7D4-C082855AEAB7}" dt="2024-03-27T08:04:51.575" v="7435" actId="20577"/>
          <ac:spMkLst>
            <pc:docMk/>
            <pc:sldMk cId="996090382" sldId="310"/>
            <ac:spMk id="73" creationId="{93B02B51-6990-2243-0A82-5674D948C488}"/>
          </ac:spMkLst>
        </pc:spChg>
        <pc:spChg chg="del">
          <ac:chgData name="Embedded Development" userId="97690703-89ef-4183-8a66-0c81b6c8ace9" providerId="ADAL" clId="{52FC1D83-52FC-4CEA-A7D4-C082855AEAB7}" dt="2024-03-27T08:01:34.170" v="6660" actId="478"/>
          <ac:spMkLst>
            <pc:docMk/>
            <pc:sldMk cId="996090382" sldId="310"/>
            <ac:spMk id="78" creationId="{D9CECB8F-A65F-CF9F-7BEA-99978028A697}"/>
          </ac:spMkLst>
        </pc:spChg>
        <pc:spChg chg="del">
          <ac:chgData name="Embedded Development" userId="97690703-89ef-4183-8a66-0c81b6c8ace9" providerId="ADAL" clId="{52FC1D83-52FC-4CEA-A7D4-C082855AEAB7}" dt="2024-03-27T08:01:34.170" v="6660" actId="478"/>
          <ac:spMkLst>
            <pc:docMk/>
            <pc:sldMk cId="996090382" sldId="310"/>
            <ac:spMk id="82" creationId="{27782D32-5435-4F4B-1628-5C16C0A06822}"/>
          </ac:spMkLst>
        </pc:spChg>
        <pc:spChg chg="del">
          <ac:chgData name="Embedded Development" userId="97690703-89ef-4183-8a66-0c81b6c8ace9" providerId="ADAL" clId="{52FC1D83-52FC-4CEA-A7D4-C082855AEAB7}" dt="2024-03-27T08:01:34.170" v="6660" actId="478"/>
          <ac:spMkLst>
            <pc:docMk/>
            <pc:sldMk cId="996090382" sldId="310"/>
            <ac:spMk id="84" creationId="{696EC376-1ABB-9B20-C8ED-2E6C1E2C2009}"/>
          </ac:spMkLst>
        </pc:spChg>
        <pc:spChg chg="mod">
          <ac:chgData name="Embedded Development" userId="97690703-89ef-4183-8a66-0c81b6c8ace9" providerId="ADAL" clId="{52FC1D83-52FC-4CEA-A7D4-C082855AEAB7}" dt="2024-03-27T08:02:17.824" v="6729" actId="20577"/>
          <ac:spMkLst>
            <pc:docMk/>
            <pc:sldMk cId="996090382" sldId="310"/>
            <ac:spMk id="87" creationId="{0891B39C-CC52-95EC-8B2D-7497800B4BD1}"/>
          </ac:spMkLst>
        </pc:spChg>
        <pc:spChg chg="mod">
          <ac:chgData name="Embedded Development" userId="97690703-89ef-4183-8a66-0c81b6c8ace9" providerId="ADAL" clId="{52FC1D83-52FC-4CEA-A7D4-C082855AEAB7}" dt="2024-03-27T08:02:29.905" v="6804" actId="20577"/>
          <ac:spMkLst>
            <pc:docMk/>
            <pc:sldMk cId="996090382" sldId="310"/>
            <ac:spMk id="94" creationId="{6F400D75-A1C7-664D-D33C-8706F077E2DB}"/>
          </ac:spMkLst>
        </pc:spChg>
        <pc:spChg chg="mod">
          <ac:chgData name="Embedded Development" userId="97690703-89ef-4183-8a66-0c81b6c8ace9" providerId="ADAL" clId="{52FC1D83-52FC-4CEA-A7D4-C082855AEAB7}" dt="2024-03-27T08:02:42.908" v="6848" actId="1076"/>
          <ac:spMkLst>
            <pc:docMk/>
            <pc:sldMk cId="996090382" sldId="310"/>
            <ac:spMk id="95" creationId="{96871C59-CD27-F4E7-B06E-DE74D98DC1B6}"/>
          </ac:spMkLst>
        </pc:spChg>
        <pc:spChg chg="mod">
          <ac:chgData name="Embedded Development" userId="97690703-89ef-4183-8a66-0c81b6c8ace9" providerId="ADAL" clId="{52FC1D83-52FC-4CEA-A7D4-C082855AEAB7}" dt="2024-03-27T07:57:26.490" v="6290" actId="1076"/>
          <ac:spMkLst>
            <pc:docMk/>
            <pc:sldMk cId="996090382" sldId="310"/>
            <ac:spMk id="122" creationId="{10E51DF3-21C2-3BC5-DDD9-139075B99AC6}"/>
          </ac:spMkLst>
        </pc:spChg>
        <pc:spChg chg="mod">
          <ac:chgData name="Embedded Development" userId="97690703-89ef-4183-8a66-0c81b6c8ace9" providerId="ADAL" clId="{52FC1D83-52FC-4CEA-A7D4-C082855AEAB7}" dt="2024-03-27T08:01:09.664" v="6644" actId="1076"/>
          <ac:spMkLst>
            <pc:docMk/>
            <pc:sldMk cId="996090382" sldId="310"/>
            <ac:spMk id="123" creationId="{F18236B9-2A32-0BE3-04F5-53CDD55C42CB}"/>
          </ac:spMkLst>
        </pc:spChg>
        <pc:spChg chg="mod">
          <ac:chgData name="Embedded Development" userId="97690703-89ef-4183-8a66-0c81b6c8ace9" providerId="ADAL" clId="{52FC1D83-52FC-4CEA-A7D4-C082855AEAB7}" dt="2024-03-27T08:01:20.713" v="6659" actId="20577"/>
          <ac:spMkLst>
            <pc:docMk/>
            <pc:sldMk cId="996090382" sldId="310"/>
            <ac:spMk id="125" creationId="{A418E0A6-1C12-1199-CBCF-6F824E75705E}"/>
          </ac:spMkLst>
        </pc:spChg>
        <pc:cxnChg chg="del mod">
          <ac:chgData name="Embedded Development" userId="97690703-89ef-4183-8a66-0c81b6c8ace9" providerId="ADAL" clId="{52FC1D83-52FC-4CEA-A7D4-C082855AEAB7}" dt="2024-03-27T07:57:35.728" v="6295" actId="478"/>
          <ac:cxnSpMkLst>
            <pc:docMk/>
            <pc:sldMk cId="996090382" sldId="310"/>
            <ac:cxnSpMk id="4" creationId="{7AF9F2FE-A196-447F-E71C-FA0B40FF7E10}"/>
          </ac:cxnSpMkLst>
        </pc:cxnChg>
        <pc:cxnChg chg="add mod">
          <ac:chgData name="Embedded Development" userId="97690703-89ef-4183-8a66-0c81b6c8ace9" providerId="ADAL" clId="{52FC1D83-52FC-4CEA-A7D4-C082855AEAB7}" dt="2024-03-27T07:59:22.185" v="6599" actId="1035"/>
          <ac:cxnSpMkLst>
            <pc:docMk/>
            <pc:sldMk cId="996090382" sldId="310"/>
            <ac:cxnSpMk id="5" creationId="{80D27A34-0479-C668-34E1-C4C773415815}"/>
          </ac:cxnSpMkLst>
        </pc:cxnChg>
        <pc:cxnChg chg="del mod">
          <ac:chgData name="Embedded Development" userId="97690703-89ef-4183-8a66-0c81b6c8ace9" providerId="ADAL" clId="{52FC1D83-52FC-4CEA-A7D4-C082855AEAB7}" dt="2024-03-27T07:57:40.214" v="6300" actId="478"/>
          <ac:cxnSpMkLst>
            <pc:docMk/>
            <pc:sldMk cId="996090382" sldId="310"/>
            <ac:cxnSpMk id="11" creationId="{FEDA5676-55BC-2F19-98CE-82555851090E}"/>
          </ac:cxnSpMkLst>
        </pc:cxnChg>
        <pc:cxnChg chg="add mod">
          <ac:chgData name="Embedded Development" userId="97690703-89ef-4183-8a66-0c81b6c8ace9" providerId="ADAL" clId="{52FC1D83-52FC-4CEA-A7D4-C082855AEAB7}" dt="2024-03-27T08:00:37.676" v="6616" actId="1076"/>
          <ac:cxnSpMkLst>
            <pc:docMk/>
            <pc:sldMk cId="996090382" sldId="310"/>
            <ac:cxnSpMk id="15" creationId="{61BA24EA-5102-F016-EBEF-898A616CA372}"/>
          </ac:cxnSpMkLst>
        </pc:cxnChg>
        <pc:cxnChg chg="add mod">
          <ac:chgData name="Embedded Development" userId="97690703-89ef-4183-8a66-0c81b6c8ace9" providerId="ADAL" clId="{52FC1D83-52FC-4CEA-A7D4-C082855AEAB7}" dt="2024-03-27T08:04:18.100" v="7224" actId="14100"/>
          <ac:cxnSpMkLst>
            <pc:docMk/>
            <pc:sldMk cId="996090382" sldId="310"/>
            <ac:cxnSpMk id="29" creationId="{52A17B30-EE4B-0A9E-9703-785D5765A091}"/>
          </ac:cxnSpMkLst>
        </pc:cxnChg>
        <pc:cxnChg chg="add mod">
          <ac:chgData name="Embedded Development" userId="97690703-89ef-4183-8a66-0c81b6c8ace9" providerId="ADAL" clId="{52FC1D83-52FC-4CEA-A7D4-C082855AEAB7}" dt="2024-03-27T08:00:55.681" v="6619" actId="1076"/>
          <ac:cxnSpMkLst>
            <pc:docMk/>
            <pc:sldMk cId="996090382" sldId="310"/>
            <ac:cxnSpMk id="30" creationId="{AF776144-EBDB-ED9C-DD40-FCACE16B7750}"/>
          </ac:cxnSpMkLst>
        </pc:cxnChg>
        <pc:cxnChg chg="del">
          <ac:chgData name="Embedded Development" userId="97690703-89ef-4183-8a66-0c81b6c8ace9" providerId="ADAL" clId="{52FC1D83-52FC-4CEA-A7D4-C082855AEAB7}" dt="2024-03-27T07:57:37.166" v="6297" actId="478"/>
          <ac:cxnSpMkLst>
            <pc:docMk/>
            <pc:sldMk cId="996090382" sldId="310"/>
            <ac:cxnSpMk id="46" creationId="{337C070F-6931-9157-3BF2-7BBAA899FF00}"/>
          </ac:cxnSpMkLst>
        </pc:cxnChg>
        <pc:cxnChg chg="del">
          <ac:chgData name="Embedded Development" userId="97690703-89ef-4183-8a66-0c81b6c8ace9" providerId="ADAL" clId="{52FC1D83-52FC-4CEA-A7D4-C082855AEAB7}" dt="2024-03-27T07:57:39.489" v="6299" actId="478"/>
          <ac:cxnSpMkLst>
            <pc:docMk/>
            <pc:sldMk cId="996090382" sldId="310"/>
            <ac:cxnSpMk id="47" creationId="{818B3CF7-E22F-E255-3296-872BCE73A7D3}"/>
          </ac:cxnSpMkLst>
        </pc:cxnChg>
        <pc:cxnChg chg="mod">
          <ac:chgData name="Embedded Development" userId="97690703-89ef-4183-8a66-0c81b6c8ace9" providerId="ADAL" clId="{52FC1D83-52FC-4CEA-A7D4-C082855AEAB7}" dt="2024-03-27T07:59:26.155" v="6600" actId="14100"/>
          <ac:cxnSpMkLst>
            <pc:docMk/>
            <pc:sldMk cId="996090382" sldId="310"/>
            <ac:cxnSpMk id="57" creationId="{98F396CA-53C9-D72B-6309-A6BEB984258E}"/>
          </ac:cxnSpMkLst>
        </pc:cxnChg>
        <pc:cxnChg chg="del mod">
          <ac:chgData name="Embedded Development" userId="97690703-89ef-4183-8a66-0c81b6c8ace9" providerId="ADAL" clId="{52FC1D83-52FC-4CEA-A7D4-C082855AEAB7}" dt="2024-03-27T08:00:15.739" v="6613" actId="478"/>
          <ac:cxnSpMkLst>
            <pc:docMk/>
            <pc:sldMk cId="996090382" sldId="310"/>
            <ac:cxnSpMk id="71" creationId="{FDB6C65A-5DB1-EA98-5F62-BA11A2657B04}"/>
          </ac:cxnSpMkLst>
        </pc:cxnChg>
        <pc:cxnChg chg="mod">
          <ac:chgData name="Embedded Development" userId="97690703-89ef-4183-8a66-0c81b6c8ace9" providerId="ADAL" clId="{52FC1D83-52FC-4CEA-A7D4-C082855AEAB7}" dt="2024-03-27T08:00:17.748" v="6614" actId="14100"/>
          <ac:cxnSpMkLst>
            <pc:docMk/>
            <pc:sldMk cId="996090382" sldId="310"/>
            <ac:cxnSpMk id="75" creationId="{37FB50F7-2FF9-CE0C-969D-5F9AAD12257E}"/>
          </ac:cxnSpMkLst>
        </pc:cxnChg>
        <pc:cxnChg chg="del mod">
          <ac:chgData name="Embedded Development" userId="97690703-89ef-4183-8a66-0c81b6c8ace9" providerId="ADAL" clId="{52FC1D83-52FC-4CEA-A7D4-C082855AEAB7}" dt="2024-03-27T08:01:34.170" v="6660" actId="478"/>
          <ac:cxnSpMkLst>
            <pc:docMk/>
            <pc:sldMk cId="996090382" sldId="310"/>
            <ac:cxnSpMk id="79" creationId="{EFD944EF-0C8A-A402-B362-610D0740E63E}"/>
          </ac:cxnSpMkLst>
        </pc:cxnChg>
        <pc:cxnChg chg="del">
          <ac:chgData name="Embedded Development" userId="97690703-89ef-4183-8a66-0c81b6c8ace9" providerId="ADAL" clId="{52FC1D83-52FC-4CEA-A7D4-C082855AEAB7}" dt="2024-03-27T08:01:34.170" v="6660" actId="478"/>
          <ac:cxnSpMkLst>
            <pc:docMk/>
            <pc:sldMk cId="996090382" sldId="310"/>
            <ac:cxnSpMk id="85" creationId="{49DD1BE3-A7FB-0FAA-3C62-0060F974F5D1}"/>
          </ac:cxnSpMkLst>
        </pc:cxnChg>
        <pc:cxnChg chg="del">
          <ac:chgData name="Embedded Development" userId="97690703-89ef-4183-8a66-0c81b6c8ace9" providerId="ADAL" clId="{52FC1D83-52FC-4CEA-A7D4-C082855AEAB7}" dt="2024-03-27T08:01:36.502" v="6661" actId="478"/>
          <ac:cxnSpMkLst>
            <pc:docMk/>
            <pc:sldMk cId="996090382" sldId="310"/>
            <ac:cxnSpMk id="88" creationId="{9AB57EF5-2AC7-438D-23C3-DBF2EDC0923B}"/>
          </ac:cxnSpMkLst>
        </pc:cxnChg>
        <pc:cxnChg chg="mod">
          <ac:chgData name="Embedded Development" userId="97690703-89ef-4183-8a66-0c81b6c8ace9" providerId="ADAL" clId="{52FC1D83-52FC-4CEA-A7D4-C082855AEAB7}" dt="2024-03-27T08:02:42.908" v="6848" actId="1076"/>
          <ac:cxnSpMkLst>
            <pc:docMk/>
            <pc:sldMk cId="996090382" sldId="310"/>
            <ac:cxnSpMk id="96" creationId="{57C588FC-E61F-3DFD-F351-5261E21B2880}"/>
          </ac:cxnSpMkLst>
        </pc:cxnChg>
        <pc:cxnChg chg="mod">
          <ac:chgData name="Embedded Development" userId="97690703-89ef-4183-8a66-0c81b6c8ace9" providerId="ADAL" clId="{52FC1D83-52FC-4CEA-A7D4-C082855AEAB7}" dt="2024-03-27T08:02:02.289" v="6666" actId="14100"/>
          <ac:cxnSpMkLst>
            <pc:docMk/>
            <pc:sldMk cId="996090382" sldId="310"/>
            <ac:cxnSpMk id="97" creationId="{7414C478-B0D2-1E3F-2711-2F12C632A410}"/>
          </ac:cxnSpMkLst>
        </pc:cxnChg>
      </pc:sldChg>
      <pc:sldChg chg="addSp delSp modSp add mod">
        <pc:chgData name="Embedded Development" userId="97690703-89ef-4183-8a66-0c81b6c8ace9" providerId="ADAL" clId="{52FC1D83-52FC-4CEA-A7D4-C082855AEAB7}" dt="2024-03-28T04:29:11.942" v="7868" actId="1076"/>
        <pc:sldMkLst>
          <pc:docMk/>
          <pc:sldMk cId="83299075" sldId="311"/>
        </pc:sldMkLst>
        <pc:spChg chg="del mod">
          <ac:chgData name="Embedded Development" userId="97690703-89ef-4183-8a66-0c81b6c8ace9" providerId="ADAL" clId="{52FC1D83-52FC-4CEA-A7D4-C082855AEAB7}" dt="2024-03-27T09:16:10.610" v="7664" actId="478"/>
          <ac:spMkLst>
            <pc:docMk/>
            <pc:sldMk cId="83299075" sldId="311"/>
            <ac:spMk id="2" creationId="{DB1C3DED-55BA-9D67-B430-0EECA3DD52F4}"/>
          </ac:spMkLst>
        </pc:spChg>
        <pc:spChg chg="del">
          <ac:chgData name="Embedded Development" userId="97690703-89ef-4183-8a66-0c81b6c8ace9" providerId="ADAL" clId="{52FC1D83-52FC-4CEA-A7D4-C082855AEAB7}" dt="2024-03-27T09:16:15.599" v="7670" actId="478"/>
          <ac:spMkLst>
            <pc:docMk/>
            <pc:sldMk cId="83299075" sldId="311"/>
            <ac:spMk id="3" creationId="{620FDA17-7384-84F4-40CA-806277A2BEA2}"/>
          </ac:spMkLst>
        </pc:spChg>
        <pc:spChg chg="add mod">
          <ac:chgData name="Embedded Development" userId="97690703-89ef-4183-8a66-0c81b6c8ace9" providerId="ADAL" clId="{52FC1D83-52FC-4CEA-A7D4-C082855AEAB7}" dt="2024-03-28T04:29:02.789" v="7866" actId="1076"/>
          <ac:spMkLst>
            <pc:docMk/>
            <pc:sldMk cId="83299075" sldId="311"/>
            <ac:spMk id="3" creationId="{F19150DD-790E-4AD7-2C61-024E0AE78ECD}"/>
          </ac:spMkLst>
        </pc:spChg>
        <pc:spChg chg="add mod">
          <ac:chgData name="Embedded Development" userId="97690703-89ef-4183-8a66-0c81b6c8ace9" providerId="ADAL" clId="{52FC1D83-52FC-4CEA-A7D4-C082855AEAB7}" dt="2024-03-28T04:29:02.789" v="7866" actId="1076"/>
          <ac:spMkLst>
            <pc:docMk/>
            <pc:sldMk cId="83299075" sldId="311"/>
            <ac:spMk id="4" creationId="{685C9216-536B-FB3B-ACFF-9DB7C32A8FCC}"/>
          </ac:spMkLst>
        </pc:spChg>
        <pc:spChg chg="del">
          <ac:chgData name="Embedded Development" userId="97690703-89ef-4183-8a66-0c81b6c8ace9" providerId="ADAL" clId="{52FC1D83-52FC-4CEA-A7D4-C082855AEAB7}" dt="2024-03-27T09:16:08.857" v="7661" actId="478"/>
          <ac:spMkLst>
            <pc:docMk/>
            <pc:sldMk cId="83299075" sldId="311"/>
            <ac:spMk id="6" creationId="{412A81CE-0A62-5FFE-52FE-F78664275D9F}"/>
          </ac:spMkLst>
        </pc:spChg>
        <pc:spChg chg="add mod">
          <ac:chgData name="Embedded Development" userId="97690703-89ef-4183-8a66-0c81b6c8ace9" providerId="ADAL" clId="{52FC1D83-52FC-4CEA-A7D4-C082855AEAB7}" dt="2024-03-28T04:29:11.942" v="7868" actId="1076"/>
          <ac:spMkLst>
            <pc:docMk/>
            <pc:sldMk cId="83299075" sldId="311"/>
            <ac:spMk id="6" creationId="{A1852FAD-0ACB-B89C-F183-45A61553CE54}"/>
          </ac:spMkLst>
        </pc:spChg>
        <pc:spChg chg="add mod">
          <ac:chgData name="Embedded Development" userId="97690703-89ef-4183-8a66-0c81b6c8ace9" providerId="ADAL" clId="{52FC1D83-52FC-4CEA-A7D4-C082855AEAB7}" dt="2024-03-28T04:29:11.942" v="7868" actId="1076"/>
          <ac:spMkLst>
            <pc:docMk/>
            <pc:sldMk cId="83299075" sldId="311"/>
            <ac:spMk id="7" creationId="{EF0FF9DC-887C-2050-30D2-87D6122EFE5C}"/>
          </ac:spMkLst>
        </pc:spChg>
        <pc:spChg chg="add mod">
          <ac:chgData name="Embedded Development" userId="97690703-89ef-4183-8a66-0c81b6c8ace9" providerId="ADAL" clId="{52FC1D83-52FC-4CEA-A7D4-C082855AEAB7}" dt="2024-03-27T09:24:39.978" v="7811" actId="1076"/>
          <ac:spMkLst>
            <pc:docMk/>
            <pc:sldMk cId="83299075" sldId="311"/>
            <ac:spMk id="8" creationId="{700D9DA1-1404-AE66-6CFB-C5B1D3B997F8}"/>
          </ac:spMkLst>
        </pc:spChg>
        <pc:spChg chg="add mod">
          <ac:chgData name="Embedded Development" userId="97690703-89ef-4183-8a66-0c81b6c8ace9" providerId="ADAL" clId="{52FC1D83-52FC-4CEA-A7D4-C082855AEAB7}" dt="2024-03-27T09:24:39.978" v="7811" actId="1076"/>
          <ac:spMkLst>
            <pc:docMk/>
            <pc:sldMk cId="83299075" sldId="311"/>
            <ac:spMk id="9" creationId="{7BAA947F-94DE-4382-E3DC-BD953A198B26}"/>
          </ac:spMkLst>
        </pc:spChg>
        <pc:spChg chg="add del mod">
          <ac:chgData name="Embedded Development" userId="97690703-89ef-4183-8a66-0c81b6c8ace9" providerId="ADAL" clId="{52FC1D83-52FC-4CEA-A7D4-C082855AEAB7}" dt="2024-03-27T09:17:31.546" v="7683" actId="478"/>
          <ac:spMkLst>
            <pc:docMk/>
            <pc:sldMk cId="83299075" sldId="311"/>
            <ac:spMk id="10" creationId="{63714F76-2E14-EA17-0CBD-038CA30A0758}"/>
          </ac:spMkLst>
        </pc:spChg>
        <pc:spChg chg="del">
          <ac:chgData name="Embedded Development" userId="97690703-89ef-4183-8a66-0c81b6c8ace9" providerId="ADAL" clId="{52FC1D83-52FC-4CEA-A7D4-C082855AEAB7}" dt="2024-03-27T09:16:13.145" v="7667" actId="478"/>
          <ac:spMkLst>
            <pc:docMk/>
            <pc:sldMk cId="83299075" sldId="311"/>
            <ac:spMk id="11" creationId="{1F17FD79-4421-6FF4-C806-2F82EA6DD002}"/>
          </ac:spMkLst>
        </pc:spChg>
        <pc:spChg chg="add mod">
          <ac:chgData name="Embedded Development" userId="97690703-89ef-4183-8a66-0c81b6c8ace9" providerId="ADAL" clId="{52FC1D83-52FC-4CEA-A7D4-C082855AEAB7}" dt="2024-03-27T09:24:39.978" v="7811" actId="1076"/>
          <ac:spMkLst>
            <pc:docMk/>
            <pc:sldMk cId="83299075" sldId="311"/>
            <ac:spMk id="14" creationId="{CAD806B4-F351-7E2E-DB85-B019735BCFEA}"/>
          </ac:spMkLst>
        </pc:spChg>
        <pc:spChg chg="add mod">
          <ac:chgData name="Embedded Development" userId="97690703-89ef-4183-8a66-0c81b6c8ace9" providerId="ADAL" clId="{52FC1D83-52FC-4CEA-A7D4-C082855AEAB7}" dt="2024-03-27T09:24:39.978" v="7811" actId="1076"/>
          <ac:spMkLst>
            <pc:docMk/>
            <pc:sldMk cId="83299075" sldId="311"/>
            <ac:spMk id="15" creationId="{490F6928-9945-D7AD-FCBD-5D80695292B9}"/>
          </ac:spMkLst>
        </pc:spChg>
        <pc:spChg chg="del">
          <ac:chgData name="Embedded Development" userId="97690703-89ef-4183-8a66-0c81b6c8ace9" providerId="ADAL" clId="{52FC1D83-52FC-4CEA-A7D4-C082855AEAB7}" dt="2024-03-27T09:16:15.005" v="7669" actId="478"/>
          <ac:spMkLst>
            <pc:docMk/>
            <pc:sldMk cId="83299075" sldId="311"/>
            <ac:spMk id="18" creationId="{430DC8B7-3B8E-7267-EF96-FAF477E1F797}"/>
          </ac:spMkLst>
        </pc:spChg>
        <pc:spChg chg="del">
          <ac:chgData name="Embedded Development" userId="97690703-89ef-4183-8a66-0c81b6c8ace9" providerId="ADAL" clId="{52FC1D83-52FC-4CEA-A7D4-C082855AEAB7}" dt="2024-03-27T09:16:16.443" v="7671" actId="478"/>
          <ac:spMkLst>
            <pc:docMk/>
            <pc:sldMk cId="83299075" sldId="311"/>
            <ac:spMk id="22" creationId="{E5B627EF-D521-BA0C-B012-806C48D2DF7C}"/>
          </ac:spMkLst>
        </pc:spChg>
        <pc:spChg chg="add mod">
          <ac:chgData name="Embedded Development" userId="97690703-89ef-4183-8a66-0c81b6c8ace9" providerId="ADAL" clId="{52FC1D83-52FC-4CEA-A7D4-C082855AEAB7}" dt="2024-03-27T09:24:39.978" v="7811" actId="1076"/>
          <ac:spMkLst>
            <pc:docMk/>
            <pc:sldMk cId="83299075" sldId="311"/>
            <ac:spMk id="26" creationId="{93223366-F1BA-F136-0583-470280BDC2E0}"/>
          </ac:spMkLst>
        </pc:spChg>
        <pc:spChg chg="add mod">
          <ac:chgData name="Embedded Development" userId="97690703-89ef-4183-8a66-0c81b6c8ace9" providerId="ADAL" clId="{52FC1D83-52FC-4CEA-A7D4-C082855AEAB7}" dt="2024-03-27T09:24:39.978" v="7811" actId="1076"/>
          <ac:spMkLst>
            <pc:docMk/>
            <pc:sldMk cId="83299075" sldId="311"/>
            <ac:spMk id="27" creationId="{BD3F7715-FACB-C86B-6133-52CA18540EE4}"/>
          </ac:spMkLst>
        </pc:spChg>
        <pc:spChg chg="del">
          <ac:chgData name="Embedded Development" userId="97690703-89ef-4183-8a66-0c81b6c8ace9" providerId="ADAL" clId="{52FC1D83-52FC-4CEA-A7D4-C082855AEAB7}" dt="2024-03-27T09:16:07.549" v="7658" actId="478"/>
          <ac:spMkLst>
            <pc:docMk/>
            <pc:sldMk cId="83299075" sldId="311"/>
            <ac:spMk id="32" creationId="{120BE101-4717-6B2E-481E-A757CDBB0AD5}"/>
          </ac:spMkLst>
        </pc:spChg>
        <pc:spChg chg="add mod">
          <ac:chgData name="Embedded Development" userId="97690703-89ef-4183-8a66-0c81b6c8ace9" providerId="ADAL" clId="{52FC1D83-52FC-4CEA-A7D4-C082855AEAB7}" dt="2024-03-27T09:24:39.978" v="7811" actId="1076"/>
          <ac:spMkLst>
            <pc:docMk/>
            <pc:sldMk cId="83299075" sldId="311"/>
            <ac:spMk id="35" creationId="{0917DD43-94D1-738E-A0EB-EBEBCCA559BA}"/>
          </ac:spMkLst>
        </pc:spChg>
        <pc:spChg chg="add mod">
          <ac:chgData name="Embedded Development" userId="97690703-89ef-4183-8a66-0c81b6c8ace9" providerId="ADAL" clId="{52FC1D83-52FC-4CEA-A7D4-C082855AEAB7}" dt="2024-03-27T09:24:39.978" v="7811" actId="1076"/>
          <ac:spMkLst>
            <pc:docMk/>
            <pc:sldMk cId="83299075" sldId="311"/>
            <ac:spMk id="36" creationId="{4B4A2CA2-B0EC-7895-76BB-CF32F0AFD120}"/>
          </ac:spMkLst>
        </pc:spChg>
        <pc:spChg chg="add mod">
          <ac:chgData name="Embedded Development" userId="97690703-89ef-4183-8a66-0c81b6c8ace9" providerId="ADAL" clId="{52FC1D83-52FC-4CEA-A7D4-C082855AEAB7}" dt="2024-03-27T09:24:39.978" v="7811" actId="1076"/>
          <ac:spMkLst>
            <pc:docMk/>
            <pc:sldMk cId="83299075" sldId="311"/>
            <ac:spMk id="37" creationId="{AE2E074E-5FBB-E3B9-6BEE-00EBA1C0444D}"/>
          </ac:spMkLst>
        </pc:spChg>
        <pc:spChg chg="add mod">
          <ac:chgData name="Embedded Development" userId="97690703-89ef-4183-8a66-0c81b6c8ace9" providerId="ADAL" clId="{52FC1D83-52FC-4CEA-A7D4-C082855AEAB7}" dt="2024-03-27T09:24:39.978" v="7811" actId="1076"/>
          <ac:spMkLst>
            <pc:docMk/>
            <pc:sldMk cId="83299075" sldId="311"/>
            <ac:spMk id="38" creationId="{BD722D40-25ED-BE1A-342C-5E6F37562DC1}"/>
          </ac:spMkLst>
        </pc:spChg>
        <pc:spChg chg="add mod">
          <ac:chgData name="Embedded Development" userId="97690703-89ef-4183-8a66-0c81b6c8ace9" providerId="ADAL" clId="{52FC1D83-52FC-4CEA-A7D4-C082855AEAB7}" dt="2024-03-27T09:24:39.978" v="7811" actId="1076"/>
          <ac:spMkLst>
            <pc:docMk/>
            <pc:sldMk cId="83299075" sldId="311"/>
            <ac:spMk id="55" creationId="{40A7EC2E-0647-D08E-9274-267DC7A6B452}"/>
          </ac:spMkLst>
        </pc:spChg>
        <pc:spChg chg="add mod">
          <ac:chgData name="Embedded Development" userId="97690703-89ef-4183-8a66-0c81b6c8ace9" providerId="ADAL" clId="{52FC1D83-52FC-4CEA-A7D4-C082855AEAB7}" dt="2024-03-27T09:24:39.978" v="7811" actId="1076"/>
          <ac:spMkLst>
            <pc:docMk/>
            <pc:sldMk cId="83299075" sldId="311"/>
            <ac:spMk id="56" creationId="{D2FE490C-B59B-1FEF-030A-A918AAAC0D38}"/>
          </ac:spMkLst>
        </pc:spChg>
        <pc:spChg chg="add mod">
          <ac:chgData name="Embedded Development" userId="97690703-89ef-4183-8a66-0c81b6c8ace9" providerId="ADAL" clId="{52FC1D83-52FC-4CEA-A7D4-C082855AEAB7}" dt="2024-03-27T09:24:39.978" v="7811" actId="1076"/>
          <ac:spMkLst>
            <pc:docMk/>
            <pc:sldMk cId="83299075" sldId="311"/>
            <ac:spMk id="57" creationId="{5DBF898A-8288-4DEF-3761-404F6B8BCF4E}"/>
          </ac:spMkLst>
        </pc:spChg>
        <pc:spChg chg="add mod">
          <ac:chgData name="Embedded Development" userId="97690703-89ef-4183-8a66-0c81b6c8ace9" providerId="ADAL" clId="{52FC1D83-52FC-4CEA-A7D4-C082855AEAB7}" dt="2024-03-27T09:24:39.978" v="7811" actId="1076"/>
          <ac:spMkLst>
            <pc:docMk/>
            <pc:sldMk cId="83299075" sldId="311"/>
            <ac:spMk id="58" creationId="{8AA5E64F-8DB8-6204-DE26-AA3829339DBE}"/>
          </ac:spMkLst>
        </pc:spChg>
        <pc:spChg chg="add mod">
          <ac:chgData name="Embedded Development" userId="97690703-89ef-4183-8a66-0c81b6c8ace9" providerId="ADAL" clId="{52FC1D83-52FC-4CEA-A7D4-C082855AEAB7}" dt="2024-03-27T09:24:39.978" v="7811" actId="1076"/>
          <ac:spMkLst>
            <pc:docMk/>
            <pc:sldMk cId="83299075" sldId="311"/>
            <ac:spMk id="59" creationId="{8114BAB4-7B8C-C5AD-BF39-F08056BAD743}"/>
          </ac:spMkLst>
        </pc:spChg>
        <pc:spChg chg="add mod">
          <ac:chgData name="Embedded Development" userId="97690703-89ef-4183-8a66-0c81b6c8ace9" providerId="ADAL" clId="{52FC1D83-52FC-4CEA-A7D4-C082855AEAB7}" dt="2024-03-27T09:24:39.978" v="7811" actId="1076"/>
          <ac:spMkLst>
            <pc:docMk/>
            <pc:sldMk cId="83299075" sldId="311"/>
            <ac:spMk id="60" creationId="{91ED95C5-FE1B-AA10-E13E-B3DE579A08FD}"/>
          </ac:spMkLst>
        </pc:spChg>
        <pc:spChg chg="add mod">
          <ac:chgData name="Embedded Development" userId="97690703-89ef-4183-8a66-0c81b6c8ace9" providerId="ADAL" clId="{52FC1D83-52FC-4CEA-A7D4-C082855AEAB7}" dt="2024-03-27T09:25:21.277" v="7815" actId="20577"/>
          <ac:spMkLst>
            <pc:docMk/>
            <pc:sldMk cId="83299075" sldId="311"/>
            <ac:spMk id="66" creationId="{0FAE796A-7E3C-72C7-6944-89F7CAC52B99}"/>
          </ac:spMkLst>
        </pc:spChg>
        <pc:spChg chg="add mod">
          <ac:chgData name="Embedded Development" userId="97690703-89ef-4183-8a66-0c81b6c8ace9" providerId="ADAL" clId="{52FC1D83-52FC-4CEA-A7D4-C082855AEAB7}" dt="2024-03-27T09:25:27.332" v="7817" actId="1076"/>
          <ac:spMkLst>
            <pc:docMk/>
            <pc:sldMk cId="83299075" sldId="311"/>
            <ac:spMk id="67" creationId="{FCC675C2-80AF-2757-C79B-26BFAC060288}"/>
          </ac:spMkLst>
        </pc:spChg>
        <pc:spChg chg="add mod">
          <ac:chgData name="Embedded Development" userId="97690703-89ef-4183-8a66-0c81b6c8ace9" providerId="ADAL" clId="{52FC1D83-52FC-4CEA-A7D4-C082855AEAB7}" dt="2024-03-27T09:25:31.269" v="7819" actId="1076"/>
          <ac:spMkLst>
            <pc:docMk/>
            <pc:sldMk cId="83299075" sldId="311"/>
            <ac:spMk id="68" creationId="{EBF94A6F-78EE-3E7E-49ED-D1E598AE4272}"/>
          </ac:spMkLst>
        </pc:spChg>
        <pc:spChg chg="add mod">
          <ac:chgData name="Embedded Development" userId="97690703-89ef-4183-8a66-0c81b6c8ace9" providerId="ADAL" clId="{52FC1D83-52FC-4CEA-A7D4-C082855AEAB7}" dt="2024-03-27T09:27:13.035" v="7864" actId="1038"/>
          <ac:spMkLst>
            <pc:docMk/>
            <pc:sldMk cId="83299075" sldId="311"/>
            <ac:spMk id="69" creationId="{71792101-922C-5B3B-A3AF-F9C9AFF5A852}"/>
          </ac:spMkLst>
        </pc:spChg>
        <pc:spChg chg="add mod">
          <ac:chgData name="Embedded Development" userId="97690703-89ef-4183-8a66-0c81b6c8ace9" providerId="ADAL" clId="{52FC1D83-52FC-4CEA-A7D4-C082855AEAB7}" dt="2024-03-27T09:26:39.357" v="7847" actId="255"/>
          <ac:spMkLst>
            <pc:docMk/>
            <pc:sldMk cId="83299075" sldId="311"/>
            <ac:spMk id="70" creationId="{2A22E63B-595E-73A1-85D5-8A521EC54F45}"/>
          </ac:spMkLst>
        </pc:spChg>
        <pc:spChg chg="add mod">
          <ac:chgData name="Embedded Development" userId="97690703-89ef-4183-8a66-0c81b6c8ace9" providerId="ADAL" clId="{52FC1D83-52FC-4CEA-A7D4-C082855AEAB7}" dt="2024-03-27T09:26:44.648" v="7849" actId="255"/>
          <ac:spMkLst>
            <pc:docMk/>
            <pc:sldMk cId="83299075" sldId="311"/>
            <ac:spMk id="71" creationId="{5B5F4A3A-5C50-E4AB-F506-F281083C6158}"/>
          </ac:spMkLst>
        </pc:spChg>
        <pc:spChg chg="add mod">
          <ac:chgData name="Embedded Development" userId="97690703-89ef-4183-8a66-0c81b6c8ace9" providerId="ADAL" clId="{52FC1D83-52FC-4CEA-A7D4-C082855AEAB7}" dt="2024-03-27T09:27:03.250" v="7854" actId="1076"/>
          <ac:spMkLst>
            <pc:docMk/>
            <pc:sldMk cId="83299075" sldId="311"/>
            <ac:spMk id="72" creationId="{4CF54794-636B-C41A-F7BB-66F64FAF5B1D}"/>
          </ac:spMkLst>
        </pc:spChg>
        <pc:spChg chg="add mod">
          <ac:chgData name="Embedded Development" userId="97690703-89ef-4183-8a66-0c81b6c8ace9" providerId="ADAL" clId="{52FC1D83-52FC-4CEA-A7D4-C082855AEAB7}" dt="2024-03-27T09:26:55.214" v="7853" actId="255"/>
          <ac:spMkLst>
            <pc:docMk/>
            <pc:sldMk cId="83299075" sldId="311"/>
            <ac:spMk id="73" creationId="{D7DA9587-F446-387B-114D-F468DCA21CA9}"/>
          </ac:spMkLst>
        </pc:spChg>
        <pc:spChg chg="del">
          <ac:chgData name="Embedded Development" userId="97690703-89ef-4183-8a66-0c81b6c8ace9" providerId="ADAL" clId="{52FC1D83-52FC-4CEA-A7D4-C082855AEAB7}" dt="2024-03-27T09:16:08.482" v="7660" actId="478"/>
          <ac:spMkLst>
            <pc:docMk/>
            <pc:sldMk cId="83299075" sldId="311"/>
            <ac:spMk id="103" creationId="{1701972E-0AFA-5D9C-2914-3A464B77BFCC}"/>
          </ac:spMkLst>
        </pc:spChg>
        <pc:spChg chg="del">
          <ac:chgData name="Embedded Development" userId="97690703-89ef-4183-8a66-0c81b6c8ace9" providerId="ADAL" clId="{52FC1D83-52FC-4CEA-A7D4-C082855AEAB7}" dt="2024-03-27T09:16:09.263" v="7662" actId="478"/>
          <ac:spMkLst>
            <pc:docMk/>
            <pc:sldMk cId="83299075" sldId="311"/>
            <ac:spMk id="122" creationId="{5A091EEF-2230-F3FB-9A3B-610A1EB6318F}"/>
          </ac:spMkLst>
        </pc:spChg>
        <pc:grpChg chg="del">
          <ac:chgData name="Embedded Development" userId="97690703-89ef-4183-8a66-0c81b6c8ace9" providerId="ADAL" clId="{52FC1D83-52FC-4CEA-A7D4-C082855AEAB7}" dt="2024-03-27T09:16:07.935" v="7659" actId="478"/>
          <ac:grpSpMkLst>
            <pc:docMk/>
            <pc:sldMk cId="83299075" sldId="311"/>
            <ac:grpSpMk id="13" creationId="{F91917AC-203D-504A-C325-0FDF416030D5}"/>
          </ac:grpSpMkLst>
        </pc:grpChg>
        <pc:picChg chg="add mod">
          <ac:chgData name="Embedded Development" userId="97690703-89ef-4183-8a66-0c81b6c8ace9" providerId="ADAL" clId="{52FC1D83-52FC-4CEA-A7D4-C082855AEAB7}" dt="2024-03-28T04:29:02.789" v="7866" actId="1076"/>
          <ac:picMkLst>
            <pc:docMk/>
            <pc:sldMk cId="83299075" sldId="311"/>
            <ac:picMk id="2" creationId="{629D8BCF-5B20-7A98-EFED-EDF171EAC297}"/>
          </ac:picMkLst>
        </pc:picChg>
        <pc:picChg chg="add mod">
          <ac:chgData name="Embedded Development" userId="97690703-89ef-4183-8a66-0c81b6c8ace9" providerId="ADAL" clId="{52FC1D83-52FC-4CEA-A7D4-C082855AEAB7}" dt="2024-03-28T04:29:11.942" v="7868" actId="1076"/>
          <ac:picMkLst>
            <pc:docMk/>
            <pc:sldMk cId="83299075" sldId="311"/>
            <ac:picMk id="5" creationId="{50DD34A5-1FDB-6A94-3C9A-9874EE3192F1}"/>
          </ac:picMkLst>
        </pc:picChg>
        <pc:picChg chg="add mod">
          <ac:chgData name="Embedded Development" userId="97690703-89ef-4183-8a66-0c81b6c8ace9" providerId="ADAL" clId="{52FC1D83-52FC-4CEA-A7D4-C082855AEAB7}" dt="2024-03-27T09:24:39.978" v="7811" actId="1076"/>
          <ac:picMkLst>
            <pc:docMk/>
            <pc:sldMk cId="83299075" sldId="311"/>
            <ac:picMk id="62" creationId="{B03E2044-62B8-4833-7A52-1F3A7E48EB89}"/>
          </ac:picMkLst>
        </pc:picChg>
        <pc:picChg chg="add mod">
          <ac:chgData name="Embedded Development" userId="97690703-89ef-4183-8a66-0c81b6c8ace9" providerId="ADAL" clId="{52FC1D83-52FC-4CEA-A7D4-C082855AEAB7}" dt="2024-03-27T09:27:13.035" v="7864" actId="1038"/>
          <ac:picMkLst>
            <pc:docMk/>
            <pc:sldMk cId="83299075" sldId="311"/>
            <ac:picMk id="63" creationId="{3D866A39-6FCE-63F9-E51A-5D6EFBB002F8}"/>
          </ac:picMkLst>
        </pc:picChg>
        <pc:picChg chg="add mod">
          <ac:chgData name="Embedded Development" userId="97690703-89ef-4183-8a66-0c81b6c8ace9" providerId="ADAL" clId="{52FC1D83-52FC-4CEA-A7D4-C082855AEAB7}" dt="2024-03-27T09:24:39.978" v="7811" actId="1076"/>
          <ac:picMkLst>
            <pc:docMk/>
            <pc:sldMk cId="83299075" sldId="311"/>
            <ac:picMk id="64" creationId="{A2BE9564-4D03-DFD7-017F-53A642433494}"/>
          </ac:picMkLst>
        </pc:picChg>
        <pc:picChg chg="add mod">
          <ac:chgData name="Embedded Development" userId="97690703-89ef-4183-8a66-0c81b6c8ace9" providerId="ADAL" clId="{52FC1D83-52FC-4CEA-A7D4-C082855AEAB7}" dt="2024-03-27T09:24:39.978" v="7811" actId="1076"/>
          <ac:picMkLst>
            <pc:docMk/>
            <pc:sldMk cId="83299075" sldId="311"/>
            <ac:picMk id="65" creationId="{D67B8AE1-63B8-D2DA-7F62-D5B978C12FA6}"/>
          </ac:picMkLst>
        </pc:picChg>
        <pc:cxnChg chg="del mod">
          <ac:chgData name="Embedded Development" userId="97690703-89ef-4183-8a66-0c81b6c8ace9" providerId="ADAL" clId="{52FC1D83-52FC-4CEA-A7D4-C082855AEAB7}" dt="2024-03-27T09:16:12.001" v="7666" actId="478"/>
          <ac:cxnSpMkLst>
            <pc:docMk/>
            <pc:sldMk cId="83299075" sldId="311"/>
            <ac:cxnSpMk id="4" creationId="{DC9DE42D-224B-8EB9-BA38-8462926CC6B1}"/>
          </ac:cxnSpMkLst>
        </pc:cxnChg>
        <pc:cxnChg chg="del">
          <ac:chgData name="Embedded Development" userId="97690703-89ef-4183-8a66-0c81b6c8ace9" providerId="ADAL" clId="{52FC1D83-52FC-4CEA-A7D4-C082855AEAB7}" dt="2024-03-27T09:16:13.817" v="7668" actId="478"/>
          <ac:cxnSpMkLst>
            <pc:docMk/>
            <pc:sldMk cId="83299075" sldId="311"/>
            <ac:cxnSpMk id="7" creationId="{BBF60273-9A3A-B280-5C97-082255500BA9}"/>
          </ac:cxnSpMkLst>
        </pc:cxnChg>
        <pc:cxnChg chg="del mod">
          <ac:chgData name="Embedded Development" userId="97690703-89ef-4183-8a66-0c81b6c8ace9" providerId="ADAL" clId="{52FC1D83-52FC-4CEA-A7D4-C082855AEAB7}" dt="2024-03-27T09:16:16.959" v="7672" actId="478"/>
          <ac:cxnSpMkLst>
            <pc:docMk/>
            <pc:sldMk cId="83299075" sldId="311"/>
            <ac:cxnSpMk id="17" creationId="{282D4DF3-FA44-6BAE-1951-F44AB7D6FBDD}"/>
          </ac:cxnSpMkLst>
        </pc:cxnChg>
        <pc:cxnChg chg="add del mod">
          <ac:chgData name="Embedded Development" userId="97690703-89ef-4183-8a66-0c81b6c8ace9" providerId="ADAL" clId="{52FC1D83-52FC-4CEA-A7D4-C082855AEAB7}" dt="2024-03-27T09:18:29.783" v="7695" actId="478"/>
          <ac:cxnSpMkLst>
            <pc:docMk/>
            <pc:sldMk cId="83299075" sldId="311"/>
            <ac:cxnSpMk id="19" creationId="{524E9CA7-6B8B-A9CA-01D6-BECE93E97849}"/>
          </ac:cxnSpMkLst>
        </pc:cxnChg>
        <pc:cxnChg chg="add mod">
          <ac:chgData name="Embedded Development" userId="97690703-89ef-4183-8a66-0c81b6c8ace9" providerId="ADAL" clId="{52FC1D83-52FC-4CEA-A7D4-C082855AEAB7}" dt="2024-03-27T09:24:39.978" v="7811" actId="1076"/>
          <ac:cxnSpMkLst>
            <pc:docMk/>
            <pc:sldMk cId="83299075" sldId="311"/>
            <ac:cxnSpMk id="23" creationId="{D15B22D7-5BAE-05E6-BF20-3DBF03581A3B}"/>
          </ac:cxnSpMkLst>
        </pc:cxnChg>
        <pc:cxnChg chg="add mod">
          <ac:chgData name="Embedded Development" userId="97690703-89ef-4183-8a66-0c81b6c8ace9" providerId="ADAL" clId="{52FC1D83-52FC-4CEA-A7D4-C082855AEAB7}" dt="2024-03-27T09:24:39.978" v="7811" actId="1076"/>
          <ac:cxnSpMkLst>
            <pc:docMk/>
            <pc:sldMk cId="83299075" sldId="311"/>
            <ac:cxnSpMk id="28" creationId="{E761359B-5512-A7DD-D936-FC3E506346C8}"/>
          </ac:cxnSpMkLst>
        </pc:cxnChg>
        <pc:cxnChg chg="add mod">
          <ac:chgData name="Embedded Development" userId="97690703-89ef-4183-8a66-0c81b6c8ace9" providerId="ADAL" clId="{52FC1D83-52FC-4CEA-A7D4-C082855AEAB7}" dt="2024-03-27T09:24:39.978" v="7811" actId="1076"/>
          <ac:cxnSpMkLst>
            <pc:docMk/>
            <pc:sldMk cId="83299075" sldId="311"/>
            <ac:cxnSpMk id="31" creationId="{851B7A07-B29B-D010-255A-B39F4C5988AD}"/>
          </ac:cxnSpMkLst>
        </pc:cxnChg>
        <pc:cxnChg chg="del mod">
          <ac:chgData name="Embedded Development" userId="97690703-89ef-4183-8a66-0c81b6c8ace9" providerId="ADAL" clId="{52FC1D83-52FC-4CEA-A7D4-C082855AEAB7}" dt="2024-03-27T09:16:11.392" v="7665" actId="478"/>
          <ac:cxnSpMkLst>
            <pc:docMk/>
            <pc:sldMk cId="83299075" sldId="311"/>
            <ac:cxnSpMk id="39" creationId="{70B2607D-2098-A0EC-1C8D-C0DEF25B7D4A}"/>
          </ac:cxnSpMkLst>
        </pc:cxnChg>
        <pc:cxnChg chg="add mod">
          <ac:chgData name="Embedded Development" userId="97690703-89ef-4183-8a66-0c81b6c8ace9" providerId="ADAL" clId="{52FC1D83-52FC-4CEA-A7D4-C082855AEAB7}" dt="2024-03-27T09:24:39.978" v="7811" actId="1076"/>
          <ac:cxnSpMkLst>
            <pc:docMk/>
            <pc:sldMk cId="83299075" sldId="311"/>
            <ac:cxnSpMk id="40" creationId="{289074ED-01F2-19A4-082C-D7DC6A72AAF5}"/>
          </ac:cxnSpMkLst>
        </pc:cxnChg>
        <pc:cxnChg chg="add mod">
          <ac:chgData name="Embedded Development" userId="97690703-89ef-4183-8a66-0c81b6c8ace9" providerId="ADAL" clId="{52FC1D83-52FC-4CEA-A7D4-C082855AEAB7}" dt="2024-03-27T09:24:39.978" v="7811" actId="1076"/>
          <ac:cxnSpMkLst>
            <pc:docMk/>
            <pc:sldMk cId="83299075" sldId="311"/>
            <ac:cxnSpMk id="43" creationId="{23195C7F-44ED-F3D1-584E-11E7B6211881}"/>
          </ac:cxnSpMkLst>
        </pc:cxnChg>
        <pc:cxnChg chg="add mod">
          <ac:chgData name="Embedded Development" userId="97690703-89ef-4183-8a66-0c81b6c8ace9" providerId="ADAL" clId="{52FC1D83-52FC-4CEA-A7D4-C082855AEAB7}" dt="2024-03-27T09:24:39.978" v="7811" actId="1076"/>
          <ac:cxnSpMkLst>
            <pc:docMk/>
            <pc:sldMk cId="83299075" sldId="311"/>
            <ac:cxnSpMk id="46" creationId="{CBB66094-673A-DC41-3015-3288B1C8A57A}"/>
          </ac:cxnSpMkLst>
        </pc:cxnChg>
        <pc:cxnChg chg="add mod">
          <ac:chgData name="Embedded Development" userId="97690703-89ef-4183-8a66-0c81b6c8ace9" providerId="ADAL" clId="{52FC1D83-52FC-4CEA-A7D4-C082855AEAB7}" dt="2024-03-27T09:24:39.978" v="7811" actId="1076"/>
          <ac:cxnSpMkLst>
            <pc:docMk/>
            <pc:sldMk cId="83299075" sldId="311"/>
            <ac:cxnSpMk id="47" creationId="{F69A5DE7-EB1F-A69D-6453-C06B4EEA18A2}"/>
          </ac:cxnSpMkLst>
        </pc:cxnChg>
      </pc:sldChg>
      <pc:sldChg chg="addSp delSp modSp new mod">
        <pc:chgData name="Embedded Development" userId="97690703-89ef-4183-8a66-0c81b6c8ace9" providerId="ADAL" clId="{52FC1D83-52FC-4CEA-A7D4-C082855AEAB7}" dt="2024-03-28T09:27:46.705" v="9245" actId="13822"/>
        <pc:sldMkLst>
          <pc:docMk/>
          <pc:sldMk cId="634348126" sldId="312"/>
        </pc:sldMkLst>
        <pc:spChg chg="del">
          <ac:chgData name="Embedded Development" userId="97690703-89ef-4183-8a66-0c81b6c8ace9" providerId="ADAL" clId="{52FC1D83-52FC-4CEA-A7D4-C082855AEAB7}" dt="2024-03-28T07:55:05.296" v="7870" actId="478"/>
          <ac:spMkLst>
            <pc:docMk/>
            <pc:sldMk cId="634348126" sldId="312"/>
            <ac:spMk id="2" creationId="{3B9335EA-F779-87DF-E6CD-A42960360DC2}"/>
          </ac:spMkLst>
        </pc:spChg>
        <pc:spChg chg="del">
          <ac:chgData name="Embedded Development" userId="97690703-89ef-4183-8a66-0c81b6c8ace9" providerId="ADAL" clId="{52FC1D83-52FC-4CEA-A7D4-C082855AEAB7}" dt="2024-03-28T07:55:07.171" v="7871" actId="478"/>
          <ac:spMkLst>
            <pc:docMk/>
            <pc:sldMk cId="634348126" sldId="312"/>
            <ac:spMk id="3" creationId="{30234035-FA9A-0CBA-A22A-B91357CD3EAC}"/>
          </ac:spMkLst>
        </pc:spChg>
        <pc:spChg chg="add mod">
          <ac:chgData name="Embedded Development" userId="97690703-89ef-4183-8a66-0c81b6c8ace9" providerId="ADAL" clId="{52FC1D83-52FC-4CEA-A7D4-C082855AEAB7}" dt="2024-03-28T09:27:46.705" v="9245" actId="13822"/>
          <ac:spMkLst>
            <pc:docMk/>
            <pc:sldMk cId="634348126" sldId="312"/>
            <ac:spMk id="4" creationId="{AABC21D3-4C2A-FEF3-7F60-CDB62FD9D5AC}"/>
          </ac:spMkLst>
        </pc:spChg>
        <pc:spChg chg="add mod">
          <ac:chgData name="Embedded Development" userId="97690703-89ef-4183-8a66-0c81b6c8ace9" providerId="ADAL" clId="{52FC1D83-52FC-4CEA-A7D4-C082855AEAB7}" dt="2024-03-28T09:27:46.705" v="9245" actId="13822"/>
          <ac:spMkLst>
            <pc:docMk/>
            <pc:sldMk cId="634348126" sldId="312"/>
            <ac:spMk id="5" creationId="{B8D098C1-10CA-02FB-C4F3-04290818ECB4}"/>
          </ac:spMkLst>
        </pc:spChg>
        <pc:spChg chg="add mod">
          <ac:chgData name="Embedded Development" userId="97690703-89ef-4183-8a66-0c81b6c8ace9" providerId="ADAL" clId="{52FC1D83-52FC-4CEA-A7D4-C082855AEAB7}" dt="2024-03-28T09:27:46.705" v="9245" actId="13822"/>
          <ac:spMkLst>
            <pc:docMk/>
            <pc:sldMk cId="634348126" sldId="312"/>
            <ac:spMk id="6" creationId="{B79177C4-18AA-55F0-4C74-97B890FCA88A}"/>
          </ac:spMkLst>
        </pc:spChg>
        <pc:spChg chg="add mod">
          <ac:chgData name="Embedded Development" userId="97690703-89ef-4183-8a66-0c81b6c8ace9" providerId="ADAL" clId="{52FC1D83-52FC-4CEA-A7D4-C082855AEAB7}" dt="2024-03-28T09:27:46.705" v="9245" actId="13822"/>
          <ac:spMkLst>
            <pc:docMk/>
            <pc:sldMk cId="634348126" sldId="312"/>
            <ac:spMk id="7" creationId="{AF25EF63-D820-387D-160C-5A017A546801}"/>
          </ac:spMkLst>
        </pc:spChg>
        <pc:spChg chg="add mod">
          <ac:chgData name="Embedded Development" userId="97690703-89ef-4183-8a66-0c81b6c8ace9" providerId="ADAL" clId="{52FC1D83-52FC-4CEA-A7D4-C082855AEAB7}" dt="2024-03-28T09:27:46.705" v="9245" actId="13822"/>
          <ac:spMkLst>
            <pc:docMk/>
            <pc:sldMk cId="634348126" sldId="312"/>
            <ac:spMk id="8" creationId="{6921CB1A-50FD-6C11-B9C0-6CCFD7820D96}"/>
          </ac:spMkLst>
        </pc:spChg>
        <pc:spChg chg="add del mod">
          <ac:chgData name="Embedded Development" userId="97690703-89ef-4183-8a66-0c81b6c8ace9" providerId="ADAL" clId="{52FC1D83-52FC-4CEA-A7D4-C082855AEAB7}" dt="2024-03-28T08:00:16.372" v="8047"/>
          <ac:spMkLst>
            <pc:docMk/>
            <pc:sldMk cId="634348126" sldId="312"/>
            <ac:spMk id="29" creationId="{47BBE410-520A-35BF-48AF-9393D0B37453}"/>
          </ac:spMkLst>
        </pc:spChg>
        <pc:spChg chg="add del mod">
          <ac:chgData name="Embedded Development" userId="97690703-89ef-4183-8a66-0c81b6c8ace9" providerId="ADAL" clId="{52FC1D83-52FC-4CEA-A7D4-C082855AEAB7}" dt="2024-03-28T08:05:28.229" v="8286" actId="478"/>
          <ac:spMkLst>
            <pc:docMk/>
            <pc:sldMk cId="634348126" sldId="312"/>
            <ac:spMk id="30" creationId="{8EF25375-D60D-1826-AA9D-5436816FE260}"/>
          </ac:spMkLst>
        </pc:spChg>
        <pc:spChg chg="add del mod">
          <ac:chgData name="Embedded Development" userId="97690703-89ef-4183-8a66-0c81b6c8ace9" providerId="ADAL" clId="{52FC1D83-52FC-4CEA-A7D4-C082855AEAB7}" dt="2024-03-28T08:05:29.972" v="8287" actId="478"/>
          <ac:spMkLst>
            <pc:docMk/>
            <pc:sldMk cId="634348126" sldId="312"/>
            <ac:spMk id="33" creationId="{0CEC9DEB-0858-8A37-2FB7-C5141BD8F77C}"/>
          </ac:spMkLst>
        </pc:spChg>
        <pc:spChg chg="add del mod">
          <ac:chgData name="Embedded Development" userId="97690703-89ef-4183-8a66-0c81b6c8ace9" providerId="ADAL" clId="{52FC1D83-52FC-4CEA-A7D4-C082855AEAB7}" dt="2024-03-28T08:01:33.766" v="8127" actId="478"/>
          <ac:spMkLst>
            <pc:docMk/>
            <pc:sldMk cId="634348126" sldId="312"/>
            <ac:spMk id="36" creationId="{EB96BC09-B60D-C33F-AE9C-55D9913FA396}"/>
          </ac:spMkLst>
        </pc:spChg>
        <pc:spChg chg="add del mod">
          <ac:chgData name="Embedded Development" userId="97690703-89ef-4183-8a66-0c81b6c8ace9" providerId="ADAL" clId="{52FC1D83-52FC-4CEA-A7D4-C082855AEAB7}" dt="2024-03-28T08:05:31.145" v="8288" actId="478"/>
          <ac:spMkLst>
            <pc:docMk/>
            <pc:sldMk cId="634348126" sldId="312"/>
            <ac:spMk id="40" creationId="{78BA04D1-4561-E6CB-B57E-87BB0E85A6B5}"/>
          </ac:spMkLst>
        </pc:spChg>
        <pc:spChg chg="add del mod">
          <ac:chgData name="Embedded Development" userId="97690703-89ef-4183-8a66-0c81b6c8ace9" providerId="ADAL" clId="{52FC1D83-52FC-4CEA-A7D4-C082855AEAB7}" dt="2024-03-28T08:05:32.386" v="8289" actId="478"/>
          <ac:spMkLst>
            <pc:docMk/>
            <pc:sldMk cId="634348126" sldId="312"/>
            <ac:spMk id="41" creationId="{8C61C314-E004-30D5-327A-C49B304838C8}"/>
          </ac:spMkLst>
        </pc:spChg>
        <pc:spChg chg="add del mod">
          <ac:chgData name="Embedded Development" userId="97690703-89ef-4183-8a66-0c81b6c8ace9" providerId="ADAL" clId="{52FC1D83-52FC-4CEA-A7D4-C082855AEAB7}" dt="2024-03-28T08:13:20.990" v="8956" actId="478"/>
          <ac:spMkLst>
            <pc:docMk/>
            <pc:sldMk cId="634348126" sldId="312"/>
            <ac:spMk id="44" creationId="{CAA079EB-B10F-CF9D-34B8-F73DA3E2E234}"/>
          </ac:spMkLst>
        </pc:spChg>
        <pc:spChg chg="add del mod">
          <ac:chgData name="Embedded Development" userId="97690703-89ef-4183-8a66-0c81b6c8ace9" providerId="ADAL" clId="{52FC1D83-52FC-4CEA-A7D4-C082855AEAB7}" dt="2024-03-28T08:10:29.022" v="8594" actId="478"/>
          <ac:spMkLst>
            <pc:docMk/>
            <pc:sldMk cId="634348126" sldId="312"/>
            <ac:spMk id="46" creationId="{7242C29D-229A-D151-0D89-CBF436EEC826}"/>
          </ac:spMkLst>
        </pc:spChg>
        <pc:spChg chg="add mod">
          <ac:chgData name="Embedded Development" userId="97690703-89ef-4183-8a66-0c81b6c8ace9" providerId="ADAL" clId="{52FC1D83-52FC-4CEA-A7D4-C082855AEAB7}" dt="2024-03-28T08:10:21.694" v="8591" actId="1076"/>
          <ac:spMkLst>
            <pc:docMk/>
            <pc:sldMk cId="634348126" sldId="312"/>
            <ac:spMk id="47" creationId="{55A6ADD3-1F75-1085-E478-A2FFB4E2EFC6}"/>
          </ac:spMkLst>
        </pc:spChg>
        <pc:spChg chg="add del mod">
          <ac:chgData name="Embedded Development" userId="97690703-89ef-4183-8a66-0c81b6c8ace9" providerId="ADAL" clId="{52FC1D83-52FC-4CEA-A7D4-C082855AEAB7}" dt="2024-03-28T08:10:29.726" v="8595" actId="478"/>
          <ac:spMkLst>
            <pc:docMk/>
            <pc:sldMk cId="634348126" sldId="312"/>
            <ac:spMk id="48" creationId="{CD4C7463-441B-AAA7-7992-DFEF1EE1097C}"/>
          </ac:spMkLst>
        </pc:spChg>
        <pc:spChg chg="add mod">
          <ac:chgData name="Embedded Development" userId="97690703-89ef-4183-8a66-0c81b6c8ace9" providerId="ADAL" clId="{52FC1D83-52FC-4CEA-A7D4-C082855AEAB7}" dt="2024-03-28T08:11:11.114" v="8699" actId="1076"/>
          <ac:spMkLst>
            <pc:docMk/>
            <pc:sldMk cId="634348126" sldId="312"/>
            <ac:spMk id="50" creationId="{F93D94B0-C02C-AF97-95C2-84138601C7CA}"/>
          </ac:spMkLst>
        </pc:spChg>
        <pc:spChg chg="add mod">
          <ac:chgData name="Embedded Development" userId="97690703-89ef-4183-8a66-0c81b6c8ace9" providerId="ADAL" clId="{52FC1D83-52FC-4CEA-A7D4-C082855AEAB7}" dt="2024-03-28T08:11:16.177" v="8701" actId="1076"/>
          <ac:spMkLst>
            <pc:docMk/>
            <pc:sldMk cId="634348126" sldId="312"/>
            <ac:spMk id="51" creationId="{F3AF8FD1-1753-A23E-5EC5-B1DC5848B003}"/>
          </ac:spMkLst>
        </pc:spChg>
        <pc:spChg chg="add mod">
          <ac:chgData name="Embedded Development" userId="97690703-89ef-4183-8a66-0c81b6c8ace9" providerId="ADAL" clId="{52FC1D83-52FC-4CEA-A7D4-C082855AEAB7}" dt="2024-03-28T08:12:12.795" v="8803" actId="1076"/>
          <ac:spMkLst>
            <pc:docMk/>
            <pc:sldMk cId="634348126" sldId="312"/>
            <ac:spMk id="52" creationId="{9C5715F9-BAD7-6845-BB77-0BB490EFE17B}"/>
          </ac:spMkLst>
        </pc:spChg>
        <pc:spChg chg="add mod">
          <ac:chgData name="Embedded Development" userId="97690703-89ef-4183-8a66-0c81b6c8ace9" providerId="ADAL" clId="{52FC1D83-52FC-4CEA-A7D4-C082855AEAB7}" dt="2024-03-28T08:12:32.858" v="8813" actId="1076"/>
          <ac:spMkLst>
            <pc:docMk/>
            <pc:sldMk cId="634348126" sldId="312"/>
            <ac:spMk id="53" creationId="{94AD33DB-7B98-6F5F-B5A8-AB40210C785E}"/>
          </ac:spMkLst>
        </pc:spChg>
        <pc:spChg chg="add del mod">
          <ac:chgData name="Embedded Development" userId="97690703-89ef-4183-8a66-0c81b6c8ace9" providerId="ADAL" clId="{52FC1D83-52FC-4CEA-A7D4-C082855AEAB7}" dt="2024-03-28T08:12:52.935" v="8871" actId="21"/>
          <ac:spMkLst>
            <pc:docMk/>
            <pc:sldMk cId="634348126" sldId="312"/>
            <ac:spMk id="56" creationId="{EB6EBE88-CF2E-BFD5-38CA-404577D9020A}"/>
          </ac:spMkLst>
        </pc:spChg>
        <pc:spChg chg="add del mod">
          <ac:chgData name="Embedded Development" userId="97690703-89ef-4183-8a66-0c81b6c8ace9" providerId="ADAL" clId="{52FC1D83-52FC-4CEA-A7D4-C082855AEAB7}" dt="2024-03-28T08:12:52.935" v="8871" actId="21"/>
          <ac:spMkLst>
            <pc:docMk/>
            <pc:sldMk cId="634348126" sldId="312"/>
            <ac:spMk id="57" creationId="{3A6EC3F3-25FC-44AE-B1AD-7ECD22950F84}"/>
          </ac:spMkLst>
        </pc:spChg>
        <pc:spChg chg="add mod">
          <ac:chgData name="Embedded Development" userId="97690703-89ef-4183-8a66-0c81b6c8ace9" providerId="ADAL" clId="{52FC1D83-52FC-4CEA-A7D4-C082855AEAB7}" dt="2024-03-28T08:12:53.075" v="8872"/>
          <ac:spMkLst>
            <pc:docMk/>
            <pc:sldMk cId="634348126" sldId="312"/>
            <ac:spMk id="59" creationId="{EB6EBE88-CF2E-BFD5-38CA-404577D9020A}"/>
          </ac:spMkLst>
        </pc:spChg>
        <pc:spChg chg="add mod">
          <ac:chgData name="Embedded Development" userId="97690703-89ef-4183-8a66-0c81b6c8ace9" providerId="ADAL" clId="{52FC1D83-52FC-4CEA-A7D4-C082855AEAB7}" dt="2024-03-28T08:12:53.075" v="8872"/>
          <ac:spMkLst>
            <pc:docMk/>
            <pc:sldMk cId="634348126" sldId="312"/>
            <ac:spMk id="60" creationId="{3A6EC3F3-25FC-44AE-B1AD-7ECD22950F84}"/>
          </ac:spMkLst>
        </pc:spChg>
        <pc:spChg chg="add mod">
          <ac:chgData name="Embedded Development" userId="97690703-89ef-4183-8a66-0c81b6c8ace9" providerId="ADAL" clId="{52FC1D83-52FC-4CEA-A7D4-C082855AEAB7}" dt="2024-03-28T08:13:18.631" v="8955" actId="20577"/>
          <ac:spMkLst>
            <pc:docMk/>
            <pc:sldMk cId="634348126" sldId="312"/>
            <ac:spMk id="62" creationId="{FEF40015-E740-F353-7F18-7F2AD7AF07C3}"/>
          </ac:spMkLst>
        </pc:spChg>
        <pc:spChg chg="add mod">
          <ac:chgData name="Embedded Development" userId="97690703-89ef-4183-8a66-0c81b6c8ace9" providerId="ADAL" clId="{52FC1D83-52FC-4CEA-A7D4-C082855AEAB7}" dt="2024-03-28T08:13:17.146" v="8953" actId="1076"/>
          <ac:spMkLst>
            <pc:docMk/>
            <pc:sldMk cId="634348126" sldId="312"/>
            <ac:spMk id="63" creationId="{2922AD32-FAC8-29CB-33CF-C250E559B3A8}"/>
          </ac:spMkLst>
        </pc:spChg>
        <pc:cxnChg chg="add mod">
          <ac:chgData name="Embedded Development" userId="97690703-89ef-4183-8a66-0c81b6c8ace9" providerId="ADAL" clId="{52FC1D83-52FC-4CEA-A7D4-C082855AEAB7}" dt="2024-03-28T07:56:44.873" v="7904" actId="1582"/>
          <ac:cxnSpMkLst>
            <pc:docMk/>
            <pc:sldMk cId="634348126" sldId="312"/>
            <ac:cxnSpMk id="10" creationId="{199094F3-D623-7391-65A4-F6A33990DD25}"/>
          </ac:cxnSpMkLst>
        </pc:cxnChg>
        <pc:cxnChg chg="add mod">
          <ac:chgData name="Embedded Development" userId="97690703-89ef-4183-8a66-0c81b6c8ace9" providerId="ADAL" clId="{52FC1D83-52FC-4CEA-A7D4-C082855AEAB7}" dt="2024-03-28T07:56:44.873" v="7904" actId="1582"/>
          <ac:cxnSpMkLst>
            <pc:docMk/>
            <pc:sldMk cId="634348126" sldId="312"/>
            <ac:cxnSpMk id="11" creationId="{F871FA57-0992-8F99-5625-4F47325F7CC8}"/>
          </ac:cxnSpMkLst>
        </pc:cxnChg>
        <pc:cxnChg chg="add mod">
          <ac:chgData name="Embedded Development" userId="97690703-89ef-4183-8a66-0c81b6c8ace9" providerId="ADAL" clId="{52FC1D83-52FC-4CEA-A7D4-C082855AEAB7}" dt="2024-03-28T08:00:44.925" v="8054" actId="1076"/>
          <ac:cxnSpMkLst>
            <pc:docMk/>
            <pc:sldMk cId="634348126" sldId="312"/>
            <ac:cxnSpMk id="16" creationId="{343C9343-4A24-9D3A-85A0-5FD38FBB27DD}"/>
          </ac:cxnSpMkLst>
        </pc:cxnChg>
        <pc:cxnChg chg="add mod">
          <ac:chgData name="Embedded Development" userId="97690703-89ef-4183-8a66-0c81b6c8ace9" providerId="ADAL" clId="{52FC1D83-52FC-4CEA-A7D4-C082855AEAB7}" dt="2024-03-28T08:01:23.793" v="8124" actId="1076"/>
          <ac:cxnSpMkLst>
            <pc:docMk/>
            <pc:sldMk cId="634348126" sldId="312"/>
            <ac:cxnSpMk id="18" creationId="{E339A46D-993E-EE13-DB1E-3FBBE1339059}"/>
          </ac:cxnSpMkLst>
        </pc:cxnChg>
        <pc:cxnChg chg="add mod">
          <ac:chgData name="Embedded Development" userId="97690703-89ef-4183-8a66-0c81b6c8ace9" providerId="ADAL" clId="{52FC1D83-52FC-4CEA-A7D4-C082855AEAB7}" dt="2024-03-28T08:04:07.115" v="8281" actId="1076"/>
          <ac:cxnSpMkLst>
            <pc:docMk/>
            <pc:sldMk cId="634348126" sldId="312"/>
            <ac:cxnSpMk id="21" creationId="{2B4C3E78-1CA5-3CD3-6D8C-6084AC71D1B1}"/>
          </ac:cxnSpMkLst>
        </pc:cxnChg>
        <pc:cxnChg chg="add mod">
          <ac:chgData name="Embedded Development" userId="97690703-89ef-4183-8a66-0c81b6c8ace9" providerId="ADAL" clId="{52FC1D83-52FC-4CEA-A7D4-C082855AEAB7}" dt="2024-03-28T08:05:41.018" v="8293" actId="1076"/>
          <ac:cxnSpMkLst>
            <pc:docMk/>
            <pc:sldMk cId="634348126" sldId="312"/>
            <ac:cxnSpMk id="28" creationId="{13974C00-3D0E-F2F0-AE9D-3777606E1865}"/>
          </ac:cxnSpMkLst>
        </pc:cxnChg>
        <pc:cxnChg chg="add del mod">
          <ac:chgData name="Embedded Development" userId="97690703-89ef-4183-8a66-0c81b6c8ace9" providerId="ADAL" clId="{52FC1D83-52FC-4CEA-A7D4-C082855AEAB7}" dt="2024-03-28T08:05:39.013" v="8292" actId="478"/>
          <ac:cxnSpMkLst>
            <pc:docMk/>
            <pc:sldMk cId="634348126" sldId="312"/>
            <ac:cxnSpMk id="32" creationId="{6FF286C3-7E41-340A-6500-848EF5448DCD}"/>
          </ac:cxnSpMkLst>
        </pc:cxnChg>
        <pc:cxnChg chg="add del mod">
          <ac:chgData name="Embedded Development" userId="97690703-89ef-4183-8a66-0c81b6c8ace9" providerId="ADAL" clId="{52FC1D83-52FC-4CEA-A7D4-C082855AEAB7}" dt="2024-03-28T08:01:33.766" v="8127" actId="478"/>
          <ac:cxnSpMkLst>
            <pc:docMk/>
            <pc:sldMk cId="634348126" sldId="312"/>
            <ac:cxnSpMk id="35" creationId="{5CEF8FF5-C09B-FC97-10C0-5BFF748BDB49}"/>
          </ac:cxnSpMkLst>
        </pc:cxnChg>
        <pc:cxnChg chg="add del mod">
          <ac:chgData name="Embedded Development" userId="97690703-89ef-4183-8a66-0c81b6c8ace9" providerId="ADAL" clId="{52FC1D83-52FC-4CEA-A7D4-C082855AEAB7}" dt="2024-03-28T08:10:27.132" v="8593" actId="478"/>
          <ac:cxnSpMkLst>
            <pc:docMk/>
            <pc:sldMk cId="634348126" sldId="312"/>
            <ac:cxnSpMk id="37" creationId="{D6CA056D-6ADA-8551-4007-A6819699BCE0}"/>
          </ac:cxnSpMkLst>
        </pc:cxnChg>
        <pc:cxnChg chg="add mod">
          <ac:chgData name="Embedded Development" userId="97690703-89ef-4183-8a66-0c81b6c8ace9" providerId="ADAL" clId="{52FC1D83-52FC-4CEA-A7D4-C082855AEAB7}" dt="2024-03-28T08:05:43.102" v="8294" actId="1076"/>
          <ac:cxnSpMkLst>
            <pc:docMk/>
            <pc:sldMk cId="634348126" sldId="312"/>
            <ac:cxnSpMk id="39" creationId="{81744363-FD68-E121-53FC-4709173EAC06}"/>
          </ac:cxnSpMkLst>
        </pc:cxnChg>
        <pc:cxnChg chg="add del mod">
          <ac:chgData name="Embedded Development" userId="97690703-89ef-4183-8a66-0c81b6c8ace9" providerId="ADAL" clId="{52FC1D83-52FC-4CEA-A7D4-C082855AEAB7}" dt="2024-03-28T08:04:11.021" v="8283" actId="478"/>
          <ac:cxnSpMkLst>
            <pc:docMk/>
            <pc:sldMk cId="634348126" sldId="312"/>
            <ac:cxnSpMk id="42" creationId="{EB229928-41A8-DF41-C3B4-E43A0237F65D}"/>
          </ac:cxnSpMkLst>
        </pc:cxnChg>
        <pc:cxnChg chg="add del mod">
          <ac:chgData name="Embedded Development" userId="97690703-89ef-4183-8a66-0c81b6c8ace9" providerId="ADAL" clId="{52FC1D83-52FC-4CEA-A7D4-C082855AEAB7}" dt="2024-03-28T08:05:36.644" v="8291" actId="478"/>
          <ac:cxnSpMkLst>
            <pc:docMk/>
            <pc:sldMk cId="634348126" sldId="312"/>
            <ac:cxnSpMk id="43" creationId="{56A74368-21CA-16C7-B79E-72612FFEA0D0}"/>
          </ac:cxnSpMkLst>
        </pc:cxnChg>
        <pc:cxnChg chg="add del mod">
          <ac:chgData name="Embedded Development" userId="97690703-89ef-4183-8a66-0c81b6c8ace9" providerId="ADAL" clId="{52FC1D83-52FC-4CEA-A7D4-C082855AEAB7}" dt="2024-03-28T08:10:30.538" v="8596" actId="478"/>
          <ac:cxnSpMkLst>
            <pc:docMk/>
            <pc:sldMk cId="634348126" sldId="312"/>
            <ac:cxnSpMk id="45" creationId="{6402DD2A-D503-2C21-D402-A133AB267079}"/>
          </ac:cxnSpMkLst>
        </pc:cxnChg>
        <pc:cxnChg chg="add mod">
          <ac:chgData name="Embedded Development" userId="97690703-89ef-4183-8a66-0c81b6c8ace9" providerId="ADAL" clId="{52FC1D83-52FC-4CEA-A7D4-C082855AEAB7}" dt="2024-03-28T08:10:38.789" v="8598" actId="1076"/>
          <ac:cxnSpMkLst>
            <pc:docMk/>
            <pc:sldMk cId="634348126" sldId="312"/>
            <ac:cxnSpMk id="49" creationId="{B1810694-F167-200B-12D8-5F4389FE1A60}"/>
          </ac:cxnSpMkLst>
        </pc:cxnChg>
        <pc:cxnChg chg="add mod">
          <ac:chgData name="Embedded Development" userId="97690703-89ef-4183-8a66-0c81b6c8ace9" providerId="ADAL" clId="{52FC1D83-52FC-4CEA-A7D4-C082855AEAB7}" dt="2024-03-28T08:11:48.467" v="8709" actId="1076"/>
          <ac:cxnSpMkLst>
            <pc:docMk/>
            <pc:sldMk cId="634348126" sldId="312"/>
            <ac:cxnSpMk id="54" creationId="{9E12320A-26AB-D717-D666-206CC62FBB11}"/>
          </ac:cxnSpMkLst>
        </pc:cxnChg>
        <pc:cxnChg chg="add del mod">
          <ac:chgData name="Embedded Development" userId="97690703-89ef-4183-8a66-0c81b6c8ace9" providerId="ADAL" clId="{52FC1D83-52FC-4CEA-A7D4-C082855AEAB7}" dt="2024-03-28T08:12:52.935" v="8871" actId="21"/>
          <ac:cxnSpMkLst>
            <pc:docMk/>
            <pc:sldMk cId="634348126" sldId="312"/>
            <ac:cxnSpMk id="55" creationId="{AB74CA18-D1C1-AFCA-4E44-16D5F90FC114}"/>
          </ac:cxnSpMkLst>
        </pc:cxnChg>
        <pc:cxnChg chg="add mod">
          <ac:chgData name="Embedded Development" userId="97690703-89ef-4183-8a66-0c81b6c8ace9" providerId="ADAL" clId="{52FC1D83-52FC-4CEA-A7D4-C082855AEAB7}" dt="2024-03-28T08:12:53.075" v="8872"/>
          <ac:cxnSpMkLst>
            <pc:docMk/>
            <pc:sldMk cId="634348126" sldId="312"/>
            <ac:cxnSpMk id="58" creationId="{AB74CA18-D1C1-AFCA-4E44-16D5F90FC114}"/>
          </ac:cxnSpMkLst>
        </pc:cxnChg>
        <pc:cxnChg chg="add mod">
          <ac:chgData name="Embedded Development" userId="97690703-89ef-4183-8a66-0c81b6c8ace9" providerId="ADAL" clId="{52FC1D83-52FC-4CEA-A7D4-C082855AEAB7}" dt="2024-03-28T08:12:59.039" v="8874" actId="1076"/>
          <ac:cxnSpMkLst>
            <pc:docMk/>
            <pc:sldMk cId="634348126" sldId="312"/>
            <ac:cxnSpMk id="61" creationId="{644CCF6A-C949-0C4C-07FD-26B987EC4035}"/>
          </ac:cxnSpMkLst>
        </pc:cxnChg>
      </pc:sldChg>
      <pc:sldChg chg="modSp add mod">
        <pc:chgData name="Embedded Development" userId="97690703-89ef-4183-8a66-0c81b6c8ace9" providerId="ADAL" clId="{52FC1D83-52FC-4CEA-A7D4-C082855AEAB7}" dt="2024-03-28T09:23:39.363" v="9031" actId="13822"/>
        <pc:sldMkLst>
          <pc:docMk/>
          <pc:sldMk cId="1245245371" sldId="313"/>
        </pc:sldMkLst>
        <pc:spChg chg="mod">
          <ac:chgData name="Embedded Development" userId="97690703-89ef-4183-8a66-0c81b6c8ace9" providerId="ADAL" clId="{52FC1D83-52FC-4CEA-A7D4-C082855AEAB7}" dt="2024-03-28T09:23:39.363" v="9031" actId="13822"/>
          <ac:spMkLst>
            <pc:docMk/>
            <pc:sldMk cId="1245245371" sldId="313"/>
            <ac:spMk id="4" creationId="{AABC21D3-4C2A-FEF3-7F60-CDB62FD9D5AC}"/>
          </ac:spMkLst>
        </pc:spChg>
        <pc:spChg chg="mod">
          <ac:chgData name="Embedded Development" userId="97690703-89ef-4183-8a66-0c81b6c8ace9" providerId="ADAL" clId="{52FC1D83-52FC-4CEA-A7D4-C082855AEAB7}" dt="2024-03-28T09:23:39.363" v="9031" actId="13822"/>
          <ac:spMkLst>
            <pc:docMk/>
            <pc:sldMk cId="1245245371" sldId="313"/>
            <ac:spMk id="5" creationId="{B8D098C1-10CA-02FB-C4F3-04290818ECB4}"/>
          </ac:spMkLst>
        </pc:spChg>
        <pc:spChg chg="mod">
          <ac:chgData name="Embedded Development" userId="97690703-89ef-4183-8a66-0c81b6c8ace9" providerId="ADAL" clId="{52FC1D83-52FC-4CEA-A7D4-C082855AEAB7}" dt="2024-03-28T09:23:39.363" v="9031" actId="13822"/>
          <ac:spMkLst>
            <pc:docMk/>
            <pc:sldMk cId="1245245371" sldId="313"/>
            <ac:spMk id="6" creationId="{B79177C4-18AA-55F0-4C74-97B890FCA88A}"/>
          </ac:spMkLst>
        </pc:spChg>
        <pc:spChg chg="mod">
          <ac:chgData name="Embedded Development" userId="97690703-89ef-4183-8a66-0c81b6c8ace9" providerId="ADAL" clId="{52FC1D83-52FC-4CEA-A7D4-C082855AEAB7}" dt="2024-03-28T09:23:39.363" v="9031" actId="13822"/>
          <ac:spMkLst>
            <pc:docMk/>
            <pc:sldMk cId="1245245371" sldId="313"/>
            <ac:spMk id="7" creationId="{AF25EF63-D820-387D-160C-5A017A546801}"/>
          </ac:spMkLst>
        </pc:spChg>
        <pc:spChg chg="mod">
          <ac:chgData name="Embedded Development" userId="97690703-89ef-4183-8a66-0c81b6c8ace9" providerId="ADAL" clId="{52FC1D83-52FC-4CEA-A7D4-C082855AEAB7}" dt="2024-03-28T09:23:39.363" v="9031" actId="13822"/>
          <ac:spMkLst>
            <pc:docMk/>
            <pc:sldMk cId="1245245371" sldId="313"/>
            <ac:spMk id="8" creationId="{6921CB1A-50FD-6C11-B9C0-6CCFD7820D96}"/>
          </ac:spMkLst>
        </pc:spChg>
        <pc:spChg chg="mod">
          <ac:chgData name="Embedded Development" userId="97690703-89ef-4183-8a66-0c81b6c8ace9" providerId="ADAL" clId="{52FC1D83-52FC-4CEA-A7D4-C082855AEAB7}" dt="2024-03-28T09:23:17.743" v="9008" actId="20577"/>
          <ac:spMkLst>
            <pc:docMk/>
            <pc:sldMk cId="1245245371" sldId="313"/>
            <ac:spMk id="50" creationId="{F93D94B0-C02C-AF97-95C2-84138601C7CA}"/>
          </ac:spMkLst>
        </pc:spChg>
        <pc:spChg chg="mod">
          <ac:chgData name="Embedded Development" userId="97690703-89ef-4183-8a66-0c81b6c8ace9" providerId="ADAL" clId="{52FC1D83-52FC-4CEA-A7D4-C082855AEAB7}" dt="2024-03-28T09:23:25.030" v="9026" actId="20577"/>
          <ac:spMkLst>
            <pc:docMk/>
            <pc:sldMk cId="1245245371" sldId="313"/>
            <ac:spMk id="52" creationId="{9C5715F9-BAD7-6845-BB77-0BB490EFE17B}"/>
          </ac:spMkLst>
        </pc:spChg>
        <pc:spChg chg="mod">
          <ac:chgData name="Embedded Development" userId="97690703-89ef-4183-8a66-0c81b6c8ace9" providerId="ADAL" clId="{52FC1D83-52FC-4CEA-A7D4-C082855AEAB7}" dt="2024-03-28T09:23:31.694" v="9030" actId="20577"/>
          <ac:spMkLst>
            <pc:docMk/>
            <pc:sldMk cId="1245245371" sldId="313"/>
            <ac:spMk id="63" creationId="{2922AD32-FAC8-29CB-33CF-C250E559B3A8}"/>
          </ac:spMkLst>
        </pc:spChg>
      </pc:sldChg>
      <pc:sldChg chg="delSp modSp add mod">
        <pc:chgData name="Embedded Development" userId="97690703-89ef-4183-8a66-0c81b6c8ace9" providerId="ADAL" clId="{52FC1D83-52FC-4CEA-A7D4-C082855AEAB7}" dt="2024-04-01T09:31:32.605" v="11560" actId="1076"/>
        <pc:sldMkLst>
          <pc:docMk/>
          <pc:sldMk cId="3134820268" sldId="314"/>
        </pc:sldMkLst>
        <pc:spChg chg="mod">
          <ac:chgData name="Embedded Development" userId="97690703-89ef-4183-8a66-0c81b6c8ace9" providerId="ADAL" clId="{52FC1D83-52FC-4CEA-A7D4-C082855AEAB7}" dt="2024-03-28T09:26:07.289" v="9244" actId="13822"/>
          <ac:spMkLst>
            <pc:docMk/>
            <pc:sldMk cId="3134820268" sldId="314"/>
            <ac:spMk id="4" creationId="{AABC21D3-4C2A-FEF3-7F60-CDB62FD9D5AC}"/>
          </ac:spMkLst>
        </pc:spChg>
        <pc:spChg chg="mod">
          <ac:chgData name="Embedded Development" userId="97690703-89ef-4183-8a66-0c81b6c8ace9" providerId="ADAL" clId="{52FC1D83-52FC-4CEA-A7D4-C082855AEAB7}" dt="2024-03-28T09:26:07.289" v="9244" actId="13822"/>
          <ac:spMkLst>
            <pc:docMk/>
            <pc:sldMk cId="3134820268" sldId="314"/>
            <ac:spMk id="5" creationId="{B8D098C1-10CA-02FB-C4F3-04290818ECB4}"/>
          </ac:spMkLst>
        </pc:spChg>
        <pc:spChg chg="mod">
          <ac:chgData name="Embedded Development" userId="97690703-89ef-4183-8a66-0c81b6c8ace9" providerId="ADAL" clId="{52FC1D83-52FC-4CEA-A7D4-C082855AEAB7}" dt="2024-03-28T09:26:07.289" v="9244" actId="13822"/>
          <ac:spMkLst>
            <pc:docMk/>
            <pc:sldMk cId="3134820268" sldId="314"/>
            <ac:spMk id="6" creationId="{B79177C4-18AA-55F0-4C74-97B890FCA88A}"/>
          </ac:spMkLst>
        </pc:spChg>
        <pc:spChg chg="mod">
          <ac:chgData name="Embedded Development" userId="97690703-89ef-4183-8a66-0c81b6c8ace9" providerId="ADAL" clId="{52FC1D83-52FC-4CEA-A7D4-C082855AEAB7}" dt="2024-03-28T09:26:07.289" v="9244" actId="13822"/>
          <ac:spMkLst>
            <pc:docMk/>
            <pc:sldMk cId="3134820268" sldId="314"/>
            <ac:spMk id="7" creationId="{AF25EF63-D820-387D-160C-5A017A546801}"/>
          </ac:spMkLst>
        </pc:spChg>
        <pc:spChg chg="mod">
          <ac:chgData name="Embedded Development" userId="97690703-89ef-4183-8a66-0c81b6c8ace9" providerId="ADAL" clId="{52FC1D83-52FC-4CEA-A7D4-C082855AEAB7}" dt="2024-03-28T09:26:07.289" v="9244" actId="13822"/>
          <ac:spMkLst>
            <pc:docMk/>
            <pc:sldMk cId="3134820268" sldId="314"/>
            <ac:spMk id="8" creationId="{6921CB1A-50FD-6C11-B9C0-6CCFD7820D96}"/>
          </ac:spMkLst>
        </pc:spChg>
        <pc:spChg chg="del">
          <ac:chgData name="Embedded Development" userId="97690703-89ef-4183-8a66-0c81b6c8ace9" providerId="ADAL" clId="{52FC1D83-52FC-4CEA-A7D4-C082855AEAB7}" dt="2024-03-28T09:25:02.977" v="9033" actId="478"/>
          <ac:spMkLst>
            <pc:docMk/>
            <pc:sldMk cId="3134820268" sldId="314"/>
            <ac:spMk id="50" creationId="{F93D94B0-C02C-AF97-95C2-84138601C7CA}"/>
          </ac:spMkLst>
        </pc:spChg>
        <pc:spChg chg="del">
          <ac:chgData name="Embedded Development" userId="97690703-89ef-4183-8a66-0c81b6c8ace9" providerId="ADAL" clId="{52FC1D83-52FC-4CEA-A7D4-C082855AEAB7}" dt="2024-03-28T09:25:02.977" v="9033" actId="478"/>
          <ac:spMkLst>
            <pc:docMk/>
            <pc:sldMk cId="3134820268" sldId="314"/>
            <ac:spMk id="51" creationId="{F3AF8FD1-1753-A23E-5EC5-B1DC5848B003}"/>
          </ac:spMkLst>
        </pc:spChg>
        <pc:spChg chg="del">
          <ac:chgData name="Embedded Development" userId="97690703-89ef-4183-8a66-0c81b6c8ace9" providerId="ADAL" clId="{52FC1D83-52FC-4CEA-A7D4-C082855AEAB7}" dt="2024-03-28T09:25:02.977" v="9033" actId="478"/>
          <ac:spMkLst>
            <pc:docMk/>
            <pc:sldMk cId="3134820268" sldId="314"/>
            <ac:spMk id="52" creationId="{9C5715F9-BAD7-6845-BB77-0BB490EFE17B}"/>
          </ac:spMkLst>
        </pc:spChg>
        <pc:spChg chg="del">
          <ac:chgData name="Embedded Development" userId="97690703-89ef-4183-8a66-0c81b6c8ace9" providerId="ADAL" clId="{52FC1D83-52FC-4CEA-A7D4-C082855AEAB7}" dt="2024-03-28T09:25:02.977" v="9033" actId="478"/>
          <ac:spMkLst>
            <pc:docMk/>
            <pc:sldMk cId="3134820268" sldId="314"/>
            <ac:spMk id="53" creationId="{94AD33DB-7B98-6F5F-B5A8-AB40210C785E}"/>
          </ac:spMkLst>
        </pc:spChg>
        <pc:spChg chg="mod">
          <ac:chgData name="Embedded Development" userId="97690703-89ef-4183-8a66-0c81b6c8ace9" providerId="ADAL" clId="{52FC1D83-52FC-4CEA-A7D4-C082855AEAB7}" dt="2024-04-01T09:31:22" v="11557" actId="1036"/>
          <ac:spMkLst>
            <pc:docMk/>
            <pc:sldMk cId="3134820268" sldId="314"/>
            <ac:spMk id="59" creationId="{EB6EBE88-CF2E-BFD5-38CA-404577D9020A}"/>
          </ac:spMkLst>
        </pc:spChg>
        <pc:spChg chg="mod">
          <ac:chgData name="Embedded Development" userId="97690703-89ef-4183-8a66-0c81b6c8ace9" providerId="ADAL" clId="{52FC1D83-52FC-4CEA-A7D4-C082855AEAB7}" dt="2024-04-01T09:31:32.605" v="11560" actId="1076"/>
          <ac:spMkLst>
            <pc:docMk/>
            <pc:sldMk cId="3134820268" sldId="314"/>
            <ac:spMk id="60" creationId="{3A6EC3F3-25FC-44AE-B1AD-7ECD22950F84}"/>
          </ac:spMkLst>
        </pc:spChg>
        <pc:spChg chg="mod">
          <ac:chgData name="Embedded Development" userId="97690703-89ef-4183-8a66-0c81b6c8ace9" providerId="ADAL" clId="{52FC1D83-52FC-4CEA-A7D4-C082855AEAB7}" dt="2024-03-28T09:25:53.291" v="9230" actId="20577"/>
          <ac:spMkLst>
            <pc:docMk/>
            <pc:sldMk cId="3134820268" sldId="314"/>
            <ac:spMk id="62" creationId="{FEF40015-E740-F353-7F18-7F2AD7AF07C3}"/>
          </ac:spMkLst>
        </pc:spChg>
        <pc:spChg chg="mod">
          <ac:chgData name="Embedded Development" userId="97690703-89ef-4183-8a66-0c81b6c8ace9" providerId="ADAL" clId="{52FC1D83-52FC-4CEA-A7D4-C082855AEAB7}" dt="2024-03-28T09:25:59.124" v="9243" actId="20577"/>
          <ac:spMkLst>
            <pc:docMk/>
            <pc:sldMk cId="3134820268" sldId="314"/>
            <ac:spMk id="63" creationId="{2922AD32-FAC8-29CB-33CF-C250E559B3A8}"/>
          </ac:spMkLst>
        </pc:spChg>
        <pc:cxnChg chg="del">
          <ac:chgData name="Embedded Development" userId="97690703-89ef-4183-8a66-0c81b6c8ace9" providerId="ADAL" clId="{52FC1D83-52FC-4CEA-A7D4-C082855AEAB7}" dt="2024-03-28T09:25:04.211" v="9034" actId="478"/>
          <ac:cxnSpMkLst>
            <pc:docMk/>
            <pc:sldMk cId="3134820268" sldId="314"/>
            <ac:cxnSpMk id="49" creationId="{B1810694-F167-200B-12D8-5F4389FE1A60}"/>
          </ac:cxnSpMkLst>
        </pc:cxnChg>
        <pc:cxnChg chg="del">
          <ac:chgData name="Embedded Development" userId="97690703-89ef-4183-8a66-0c81b6c8ace9" providerId="ADAL" clId="{52FC1D83-52FC-4CEA-A7D4-C082855AEAB7}" dt="2024-03-28T09:25:02.977" v="9033" actId="478"/>
          <ac:cxnSpMkLst>
            <pc:docMk/>
            <pc:sldMk cId="3134820268" sldId="314"/>
            <ac:cxnSpMk id="54" creationId="{9E12320A-26AB-D717-D666-206CC62FBB11}"/>
          </ac:cxnSpMkLst>
        </pc:cxnChg>
        <pc:cxnChg chg="mod">
          <ac:chgData name="Embedded Development" userId="97690703-89ef-4183-8a66-0c81b6c8ace9" providerId="ADAL" clId="{52FC1D83-52FC-4CEA-A7D4-C082855AEAB7}" dt="2024-04-01T09:31:29.134" v="11559" actId="1076"/>
          <ac:cxnSpMkLst>
            <pc:docMk/>
            <pc:sldMk cId="3134820268" sldId="314"/>
            <ac:cxnSpMk id="58" creationId="{AB74CA18-D1C1-AFCA-4E44-16D5F90FC114}"/>
          </ac:cxnSpMkLst>
        </pc:cxnChg>
        <pc:cxnChg chg="mod">
          <ac:chgData name="Embedded Development" userId="97690703-89ef-4183-8a66-0c81b6c8ace9" providerId="ADAL" clId="{52FC1D83-52FC-4CEA-A7D4-C082855AEAB7}" dt="2024-03-28T09:25:16.352" v="9085" actId="1035"/>
          <ac:cxnSpMkLst>
            <pc:docMk/>
            <pc:sldMk cId="3134820268" sldId="314"/>
            <ac:cxnSpMk id="61" creationId="{644CCF6A-C949-0C4C-07FD-26B987EC4035}"/>
          </ac:cxnSpMkLst>
        </pc:cxnChg>
      </pc:sldChg>
      <pc:sldChg chg="modSp add mod">
        <pc:chgData name="Embedded Development" userId="97690703-89ef-4183-8a66-0c81b6c8ace9" providerId="ADAL" clId="{52FC1D83-52FC-4CEA-A7D4-C082855AEAB7}" dt="2024-03-28T09:35:43.902" v="9325" actId="1076"/>
        <pc:sldMkLst>
          <pc:docMk/>
          <pc:sldMk cId="3441011736" sldId="315"/>
        </pc:sldMkLst>
        <pc:spChg chg="mod">
          <ac:chgData name="Embedded Development" userId="97690703-89ef-4183-8a66-0c81b6c8ace9" providerId="ADAL" clId="{52FC1D83-52FC-4CEA-A7D4-C082855AEAB7}" dt="2024-03-28T09:35:31.639" v="9304" actId="1076"/>
          <ac:spMkLst>
            <pc:docMk/>
            <pc:sldMk cId="3441011736" sldId="315"/>
            <ac:spMk id="50" creationId="{F93D94B0-C02C-AF97-95C2-84138601C7CA}"/>
          </ac:spMkLst>
        </pc:spChg>
        <pc:spChg chg="mod">
          <ac:chgData name="Embedded Development" userId="97690703-89ef-4183-8a66-0c81b6c8ace9" providerId="ADAL" clId="{52FC1D83-52FC-4CEA-A7D4-C082855AEAB7}" dt="2024-03-28T09:35:34.393" v="9314" actId="20577"/>
          <ac:spMkLst>
            <pc:docMk/>
            <pc:sldMk cId="3441011736" sldId="315"/>
            <ac:spMk id="52" creationId="{9C5715F9-BAD7-6845-BB77-0BB490EFE17B}"/>
          </ac:spMkLst>
        </pc:spChg>
        <pc:spChg chg="mod">
          <ac:chgData name="Embedded Development" userId="97690703-89ef-4183-8a66-0c81b6c8ace9" providerId="ADAL" clId="{52FC1D83-52FC-4CEA-A7D4-C082855AEAB7}" dt="2024-03-28T09:35:43.902" v="9325" actId="1076"/>
          <ac:spMkLst>
            <pc:docMk/>
            <pc:sldMk cId="3441011736" sldId="315"/>
            <ac:spMk id="63" creationId="{2922AD32-FAC8-29CB-33CF-C250E559B3A8}"/>
          </ac:spMkLst>
        </pc:spChg>
      </pc:sldChg>
      <pc:sldChg chg="add del">
        <pc:chgData name="Embedded Development" userId="97690703-89ef-4183-8a66-0c81b6c8ace9" providerId="ADAL" clId="{52FC1D83-52FC-4CEA-A7D4-C082855AEAB7}" dt="2024-03-28T09:36:59.852" v="9327" actId="47"/>
        <pc:sldMkLst>
          <pc:docMk/>
          <pc:sldMk cId="2034873231" sldId="316"/>
        </pc:sldMkLst>
      </pc:sldChg>
      <pc:sldChg chg="modSp add mod ord">
        <pc:chgData name="Embedded Development" userId="97690703-89ef-4183-8a66-0c81b6c8ace9" providerId="ADAL" clId="{52FC1D83-52FC-4CEA-A7D4-C082855AEAB7}" dt="2024-04-01T09:47:15.508" v="11578" actId="1076"/>
        <pc:sldMkLst>
          <pc:docMk/>
          <pc:sldMk cId="4153282042" sldId="316"/>
        </pc:sldMkLst>
        <pc:spChg chg="mod">
          <ac:chgData name="Embedded Development" userId="97690703-89ef-4183-8a66-0c81b6c8ace9" providerId="ADAL" clId="{52FC1D83-52FC-4CEA-A7D4-C082855AEAB7}" dt="2024-04-01T09:47:15.508" v="11578" actId="1076"/>
          <ac:spMkLst>
            <pc:docMk/>
            <pc:sldMk cId="4153282042" sldId="316"/>
            <ac:spMk id="60" creationId="{3A6EC3F3-25FC-44AE-B1AD-7ECD22950F84}"/>
          </ac:spMkLst>
        </pc:spChg>
        <pc:spChg chg="mod">
          <ac:chgData name="Embedded Development" userId="97690703-89ef-4183-8a66-0c81b6c8ace9" providerId="ADAL" clId="{52FC1D83-52FC-4CEA-A7D4-C082855AEAB7}" dt="2024-03-28T09:38:03.221" v="9493" actId="20577"/>
          <ac:spMkLst>
            <pc:docMk/>
            <pc:sldMk cId="4153282042" sldId="316"/>
            <ac:spMk id="63" creationId="{2922AD32-FAC8-29CB-33CF-C250E559B3A8}"/>
          </ac:spMkLst>
        </pc:spChg>
      </pc:sldChg>
      <pc:sldChg chg="modSp add mod ord">
        <pc:chgData name="Embedded Development" userId="97690703-89ef-4183-8a66-0c81b6c8ace9" providerId="ADAL" clId="{52FC1D83-52FC-4CEA-A7D4-C082855AEAB7}" dt="2024-04-01T09:50:13.395" v="11602" actId="20577"/>
        <pc:sldMkLst>
          <pc:docMk/>
          <pc:sldMk cId="354381954" sldId="317"/>
        </pc:sldMkLst>
        <pc:spChg chg="mod">
          <ac:chgData name="Embedded Development" userId="97690703-89ef-4183-8a66-0c81b6c8ace9" providerId="ADAL" clId="{52FC1D83-52FC-4CEA-A7D4-C082855AEAB7}" dt="2024-04-01T09:50:05.905" v="11592" actId="20577"/>
          <ac:spMkLst>
            <pc:docMk/>
            <pc:sldMk cId="354381954" sldId="317"/>
            <ac:spMk id="50" creationId="{F93D94B0-C02C-AF97-95C2-84138601C7CA}"/>
          </ac:spMkLst>
        </pc:spChg>
        <pc:spChg chg="mod">
          <ac:chgData name="Embedded Development" userId="97690703-89ef-4183-8a66-0c81b6c8ace9" providerId="ADAL" clId="{52FC1D83-52FC-4CEA-A7D4-C082855AEAB7}" dt="2024-04-01T09:50:13.395" v="11602" actId="20577"/>
          <ac:spMkLst>
            <pc:docMk/>
            <pc:sldMk cId="354381954" sldId="317"/>
            <ac:spMk id="52" creationId="{9C5715F9-BAD7-6845-BB77-0BB490EFE17B}"/>
          </ac:spMkLst>
        </pc:spChg>
        <pc:spChg chg="mod">
          <ac:chgData name="Embedded Development" userId="97690703-89ef-4183-8a66-0c81b6c8ace9" providerId="ADAL" clId="{52FC1D83-52FC-4CEA-A7D4-C082855AEAB7}" dt="2024-03-28T09:43:12.258" v="9541" actId="20577"/>
          <ac:spMkLst>
            <pc:docMk/>
            <pc:sldMk cId="354381954" sldId="317"/>
            <ac:spMk id="63" creationId="{2922AD32-FAC8-29CB-33CF-C250E559B3A8}"/>
          </ac:spMkLst>
        </pc:spChg>
      </pc:sldChg>
      <pc:sldChg chg="modSp add mod ord">
        <pc:chgData name="Embedded Development" userId="97690703-89ef-4183-8a66-0c81b6c8ace9" providerId="ADAL" clId="{52FC1D83-52FC-4CEA-A7D4-C082855AEAB7}" dt="2024-03-28T09:47:17.806" v="9734" actId="20577"/>
        <pc:sldMkLst>
          <pc:docMk/>
          <pc:sldMk cId="1534590755" sldId="318"/>
        </pc:sldMkLst>
        <pc:spChg chg="mod">
          <ac:chgData name="Embedded Development" userId="97690703-89ef-4183-8a66-0c81b6c8ace9" providerId="ADAL" clId="{52FC1D83-52FC-4CEA-A7D4-C082855AEAB7}" dt="2024-03-28T09:46:36.833" v="9610" actId="1076"/>
          <ac:spMkLst>
            <pc:docMk/>
            <pc:sldMk cId="1534590755" sldId="318"/>
            <ac:spMk id="60" creationId="{3A6EC3F3-25FC-44AE-B1AD-7ECD22950F84}"/>
          </ac:spMkLst>
        </pc:spChg>
        <pc:spChg chg="mod">
          <ac:chgData name="Embedded Development" userId="97690703-89ef-4183-8a66-0c81b6c8ace9" providerId="ADAL" clId="{52FC1D83-52FC-4CEA-A7D4-C082855AEAB7}" dt="2024-03-28T09:47:17.806" v="9734" actId="20577"/>
          <ac:spMkLst>
            <pc:docMk/>
            <pc:sldMk cId="1534590755" sldId="318"/>
            <ac:spMk id="63" creationId="{2922AD32-FAC8-29CB-33CF-C250E559B3A8}"/>
          </ac:spMkLst>
        </pc:spChg>
      </pc:sldChg>
      <pc:sldChg chg="add del">
        <pc:chgData name="Embedded Development" userId="97690703-89ef-4183-8a66-0c81b6c8ace9" providerId="ADAL" clId="{52FC1D83-52FC-4CEA-A7D4-C082855AEAB7}" dt="2024-03-28T09:46:17.521" v="9543" actId="47"/>
        <pc:sldMkLst>
          <pc:docMk/>
          <pc:sldMk cId="3605730212" sldId="318"/>
        </pc:sldMkLst>
      </pc:sldChg>
      <pc:sldChg chg="modSp add mod ord">
        <pc:chgData name="Embedded Development" userId="97690703-89ef-4183-8a66-0c81b6c8ace9" providerId="ADAL" clId="{52FC1D83-52FC-4CEA-A7D4-C082855AEAB7}" dt="2024-04-01T09:52:53.587" v="11670" actId="20577"/>
        <pc:sldMkLst>
          <pc:docMk/>
          <pc:sldMk cId="165112348" sldId="319"/>
        </pc:sldMkLst>
        <pc:spChg chg="mod">
          <ac:chgData name="Embedded Development" userId="97690703-89ef-4183-8a66-0c81b6c8ace9" providerId="ADAL" clId="{52FC1D83-52FC-4CEA-A7D4-C082855AEAB7}" dt="2024-04-01T09:52:29.307" v="11626" actId="20577"/>
          <ac:spMkLst>
            <pc:docMk/>
            <pc:sldMk cId="165112348" sldId="319"/>
            <ac:spMk id="50" creationId="{F93D94B0-C02C-AF97-95C2-84138601C7CA}"/>
          </ac:spMkLst>
        </pc:spChg>
        <pc:spChg chg="mod">
          <ac:chgData name="Embedded Development" userId="97690703-89ef-4183-8a66-0c81b6c8ace9" providerId="ADAL" clId="{52FC1D83-52FC-4CEA-A7D4-C082855AEAB7}" dt="2024-04-01T09:52:25.153" v="11614" actId="20577"/>
          <ac:spMkLst>
            <pc:docMk/>
            <pc:sldMk cId="165112348" sldId="319"/>
            <ac:spMk id="52" creationId="{9C5715F9-BAD7-6845-BB77-0BB490EFE17B}"/>
          </ac:spMkLst>
        </pc:spChg>
        <pc:spChg chg="mod">
          <ac:chgData name="Embedded Development" userId="97690703-89ef-4183-8a66-0c81b6c8ace9" providerId="ADAL" clId="{52FC1D83-52FC-4CEA-A7D4-C082855AEAB7}" dt="2024-04-01T09:52:53.587" v="11670" actId="20577"/>
          <ac:spMkLst>
            <pc:docMk/>
            <pc:sldMk cId="165112348" sldId="319"/>
            <ac:spMk id="63" creationId="{2922AD32-FAC8-29CB-33CF-C250E559B3A8}"/>
          </ac:spMkLst>
        </pc:spChg>
      </pc:sldChg>
      <pc:sldChg chg="modSp add mod ord">
        <pc:chgData name="Embedded Development" userId="97690703-89ef-4183-8a66-0c81b6c8ace9" providerId="ADAL" clId="{52FC1D83-52FC-4CEA-A7D4-C082855AEAB7}" dt="2024-03-28T09:49:18.813" v="9973" actId="1076"/>
        <pc:sldMkLst>
          <pc:docMk/>
          <pc:sldMk cId="961153457" sldId="320"/>
        </pc:sldMkLst>
        <pc:spChg chg="mod">
          <ac:chgData name="Embedded Development" userId="97690703-89ef-4183-8a66-0c81b6c8ace9" providerId="ADAL" clId="{52FC1D83-52FC-4CEA-A7D4-C082855AEAB7}" dt="2024-03-28T09:49:18.813" v="9973" actId="1076"/>
          <ac:spMkLst>
            <pc:docMk/>
            <pc:sldMk cId="961153457" sldId="320"/>
            <ac:spMk id="60" creationId="{3A6EC3F3-25FC-44AE-B1AD-7ECD22950F84}"/>
          </ac:spMkLst>
        </pc:spChg>
        <pc:spChg chg="mod">
          <ac:chgData name="Embedded Development" userId="97690703-89ef-4183-8a66-0c81b6c8ace9" providerId="ADAL" clId="{52FC1D83-52FC-4CEA-A7D4-C082855AEAB7}" dt="2024-03-28T09:49:12.851" v="9972" actId="1076"/>
          <ac:spMkLst>
            <pc:docMk/>
            <pc:sldMk cId="961153457" sldId="320"/>
            <ac:spMk id="63" creationId="{2922AD32-FAC8-29CB-33CF-C250E559B3A8}"/>
          </ac:spMkLst>
        </pc:spChg>
      </pc:sldChg>
      <pc:sldChg chg="modSp add mod ord">
        <pc:chgData name="Embedded Development" userId="97690703-89ef-4183-8a66-0c81b6c8ace9" providerId="ADAL" clId="{52FC1D83-52FC-4CEA-A7D4-C082855AEAB7}" dt="2024-03-28T09:50:08.726" v="10001" actId="20577"/>
        <pc:sldMkLst>
          <pc:docMk/>
          <pc:sldMk cId="3008564377" sldId="321"/>
        </pc:sldMkLst>
        <pc:spChg chg="mod">
          <ac:chgData name="Embedded Development" userId="97690703-89ef-4183-8a66-0c81b6c8ace9" providerId="ADAL" clId="{52FC1D83-52FC-4CEA-A7D4-C082855AEAB7}" dt="2024-03-28T09:50:01.264" v="9992" actId="20577"/>
          <ac:spMkLst>
            <pc:docMk/>
            <pc:sldMk cId="3008564377" sldId="321"/>
            <ac:spMk id="50" creationId="{F93D94B0-C02C-AF97-95C2-84138601C7CA}"/>
          </ac:spMkLst>
        </pc:spChg>
        <pc:spChg chg="mod">
          <ac:chgData name="Embedded Development" userId="97690703-89ef-4183-8a66-0c81b6c8ace9" providerId="ADAL" clId="{52FC1D83-52FC-4CEA-A7D4-C082855AEAB7}" dt="2024-03-28T09:50:08.726" v="10001" actId="20577"/>
          <ac:spMkLst>
            <pc:docMk/>
            <pc:sldMk cId="3008564377" sldId="321"/>
            <ac:spMk id="52" creationId="{9C5715F9-BAD7-6845-BB77-0BB490EFE17B}"/>
          </ac:spMkLst>
        </pc:spChg>
      </pc:sldChg>
      <pc:sldChg chg="addSp modSp add mod">
        <pc:chgData name="Embedded Development" userId="97690703-89ef-4183-8a66-0c81b6c8ace9" providerId="ADAL" clId="{52FC1D83-52FC-4CEA-A7D4-C082855AEAB7}" dt="2024-03-28T10:19:03.482" v="10390"/>
        <pc:sldMkLst>
          <pc:docMk/>
          <pc:sldMk cId="2152090863" sldId="322"/>
        </pc:sldMkLst>
        <pc:spChg chg="add mod">
          <ac:chgData name="Embedded Development" userId="97690703-89ef-4183-8a66-0c81b6c8ace9" providerId="ADAL" clId="{52FC1D83-52FC-4CEA-A7D4-C082855AEAB7}" dt="2024-03-28T10:16:05.235" v="10220" actId="20577"/>
          <ac:spMkLst>
            <pc:docMk/>
            <pc:sldMk cId="2152090863" sldId="322"/>
            <ac:spMk id="2" creationId="{ED85E716-5A33-A7AC-B877-1C949674B015}"/>
          </ac:spMkLst>
        </pc:spChg>
        <pc:spChg chg="add mod">
          <ac:chgData name="Embedded Development" userId="97690703-89ef-4183-8a66-0c81b6c8ace9" providerId="ADAL" clId="{52FC1D83-52FC-4CEA-A7D4-C082855AEAB7}" dt="2024-03-28T10:16:41.905" v="10284" actId="20577"/>
          <ac:spMkLst>
            <pc:docMk/>
            <pc:sldMk cId="2152090863" sldId="322"/>
            <ac:spMk id="3" creationId="{ED23D15A-B307-F337-4552-BA4242732627}"/>
          </ac:spMkLst>
        </pc:spChg>
        <pc:spChg chg="add mod">
          <ac:chgData name="Embedded Development" userId="97690703-89ef-4183-8a66-0c81b6c8ace9" providerId="ADAL" clId="{52FC1D83-52FC-4CEA-A7D4-C082855AEAB7}" dt="2024-03-28T10:17:15.693" v="10383" actId="20577"/>
          <ac:spMkLst>
            <pc:docMk/>
            <pc:sldMk cId="2152090863" sldId="322"/>
            <ac:spMk id="13" creationId="{531952C2-B572-6DCA-D5C5-2AABC0999366}"/>
          </ac:spMkLst>
        </pc:spChg>
        <pc:spChg chg="add mod">
          <ac:chgData name="Embedded Development" userId="97690703-89ef-4183-8a66-0c81b6c8ace9" providerId="ADAL" clId="{52FC1D83-52FC-4CEA-A7D4-C082855AEAB7}" dt="2024-03-28T10:17:28.347" v="10388" actId="1076"/>
          <ac:spMkLst>
            <pc:docMk/>
            <pc:sldMk cId="2152090863" sldId="322"/>
            <ac:spMk id="14" creationId="{905023E6-4A22-6B72-9D4A-6C54D12D57E3}"/>
          </ac:spMkLst>
        </pc:spChg>
        <pc:spChg chg="mod">
          <ac:chgData name="Embedded Development" userId="97690703-89ef-4183-8a66-0c81b6c8ace9" providerId="ADAL" clId="{52FC1D83-52FC-4CEA-A7D4-C082855AEAB7}" dt="2024-03-28T10:15:19.020" v="10076" actId="20577"/>
          <ac:spMkLst>
            <pc:docMk/>
            <pc:sldMk cId="2152090863" sldId="322"/>
            <ac:spMk id="50" creationId="{F93D94B0-C02C-AF97-95C2-84138601C7CA}"/>
          </ac:spMkLst>
        </pc:spChg>
        <pc:spChg chg="mod">
          <ac:chgData name="Embedded Development" userId="97690703-89ef-4183-8a66-0c81b6c8ace9" providerId="ADAL" clId="{52FC1D83-52FC-4CEA-A7D4-C082855AEAB7}" dt="2024-03-28T10:15:27.032" v="10095" actId="20577"/>
          <ac:spMkLst>
            <pc:docMk/>
            <pc:sldMk cId="2152090863" sldId="322"/>
            <ac:spMk id="52" creationId="{9C5715F9-BAD7-6845-BB77-0BB490EFE17B}"/>
          </ac:spMkLst>
        </pc:spChg>
        <pc:spChg chg="mod">
          <ac:chgData name="Embedded Development" userId="97690703-89ef-4183-8a66-0c81b6c8ace9" providerId="ADAL" clId="{52FC1D83-52FC-4CEA-A7D4-C082855AEAB7}" dt="2024-03-28T10:17:18.128" v="10385" actId="20577"/>
          <ac:spMkLst>
            <pc:docMk/>
            <pc:sldMk cId="2152090863" sldId="322"/>
            <ac:spMk id="59" creationId="{EB6EBE88-CF2E-BFD5-38CA-404577D9020A}"/>
          </ac:spMkLst>
        </pc:spChg>
        <pc:spChg chg="mod">
          <ac:chgData name="Embedded Development" userId="97690703-89ef-4183-8a66-0c81b6c8ace9" providerId="ADAL" clId="{52FC1D83-52FC-4CEA-A7D4-C082855AEAB7}" dt="2024-03-28T10:16:37.612" v="10282" actId="1036"/>
          <ac:spMkLst>
            <pc:docMk/>
            <pc:sldMk cId="2152090863" sldId="322"/>
            <ac:spMk id="60" creationId="{3A6EC3F3-25FC-44AE-B1AD-7ECD22950F84}"/>
          </ac:spMkLst>
        </pc:spChg>
        <pc:spChg chg="mod">
          <ac:chgData name="Embedded Development" userId="97690703-89ef-4183-8a66-0c81b6c8ace9" providerId="ADAL" clId="{52FC1D83-52FC-4CEA-A7D4-C082855AEAB7}" dt="2024-03-28T10:17:20.238" v="10387" actId="20577"/>
          <ac:spMkLst>
            <pc:docMk/>
            <pc:sldMk cId="2152090863" sldId="322"/>
            <ac:spMk id="62" creationId="{FEF40015-E740-F353-7F18-7F2AD7AF07C3}"/>
          </ac:spMkLst>
        </pc:spChg>
        <pc:spChg chg="mod">
          <ac:chgData name="Embedded Development" userId="97690703-89ef-4183-8a66-0c81b6c8ace9" providerId="ADAL" clId="{52FC1D83-52FC-4CEA-A7D4-C082855AEAB7}" dt="2024-03-28T10:17:10.331" v="10381" actId="1076"/>
          <ac:spMkLst>
            <pc:docMk/>
            <pc:sldMk cId="2152090863" sldId="322"/>
            <ac:spMk id="63" creationId="{2922AD32-FAC8-29CB-33CF-C250E559B3A8}"/>
          </ac:spMkLst>
        </pc:spChg>
        <pc:picChg chg="add mod">
          <ac:chgData name="Embedded Development" userId="97690703-89ef-4183-8a66-0c81b6c8ace9" providerId="ADAL" clId="{52FC1D83-52FC-4CEA-A7D4-C082855AEAB7}" dt="2024-03-28T10:19:03.482" v="10390"/>
          <ac:picMkLst>
            <pc:docMk/>
            <pc:sldMk cId="2152090863" sldId="322"/>
            <ac:picMk id="15" creationId="{CBF2547B-C810-215A-1CC1-19EB5ABC1602}"/>
          </ac:picMkLst>
        </pc:picChg>
        <pc:cxnChg chg="add mod">
          <ac:chgData name="Embedded Development" userId="97690703-89ef-4183-8a66-0c81b6c8ace9" providerId="ADAL" clId="{52FC1D83-52FC-4CEA-A7D4-C082855AEAB7}" dt="2024-03-28T10:15:36.286" v="10097" actId="1076"/>
          <ac:cxnSpMkLst>
            <pc:docMk/>
            <pc:sldMk cId="2152090863" sldId="322"/>
            <ac:cxnSpMk id="9" creationId="{EEEA0E8A-F4D8-867E-E9BB-E3EFD2347F4F}"/>
          </ac:cxnSpMkLst>
        </pc:cxnChg>
        <pc:cxnChg chg="add mod">
          <ac:chgData name="Embedded Development" userId="97690703-89ef-4183-8a66-0c81b6c8ace9" providerId="ADAL" clId="{52FC1D83-52FC-4CEA-A7D4-C082855AEAB7}" dt="2024-03-28T10:16:25.063" v="10250" actId="1076"/>
          <ac:cxnSpMkLst>
            <pc:docMk/>
            <pc:sldMk cId="2152090863" sldId="322"/>
            <ac:cxnSpMk id="12" creationId="{9D05DE12-417A-86A4-6256-730DC68A289E}"/>
          </ac:cxnSpMkLst>
        </pc:cxnChg>
        <pc:cxnChg chg="mod">
          <ac:chgData name="Embedded Development" userId="97690703-89ef-4183-8a66-0c81b6c8ace9" providerId="ADAL" clId="{52FC1D83-52FC-4CEA-A7D4-C082855AEAB7}" dt="2024-03-28T10:16:37.612" v="10282" actId="1036"/>
          <ac:cxnSpMkLst>
            <pc:docMk/>
            <pc:sldMk cId="2152090863" sldId="322"/>
            <ac:cxnSpMk id="58" creationId="{AB74CA18-D1C1-AFCA-4E44-16D5F90FC114}"/>
          </ac:cxnSpMkLst>
        </pc:cxnChg>
        <pc:cxnChg chg="mod">
          <ac:chgData name="Embedded Development" userId="97690703-89ef-4183-8a66-0c81b6c8ace9" providerId="ADAL" clId="{52FC1D83-52FC-4CEA-A7D4-C082855AEAB7}" dt="2024-03-28T10:16:31.970" v="10272" actId="1036"/>
          <ac:cxnSpMkLst>
            <pc:docMk/>
            <pc:sldMk cId="2152090863" sldId="322"/>
            <ac:cxnSpMk id="61" creationId="{644CCF6A-C949-0C4C-07FD-26B987EC4035}"/>
          </ac:cxnSpMkLst>
        </pc:cxnChg>
      </pc:sldChg>
      <pc:sldChg chg="delSp modSp add mod">
        <pc:chgData name="Embedded Development" userId="97690703-89ef-4183-8a66-0c81b6c8ace9" providerId="ADAL" clId="{52FC1D83-52FC-4CEA-A7D4-C082855AEAB7}" dt="2024-03-28T10:15:00.865" v="10004" actId="478"/>
        <pc:sldMkLst>
          <pc:docMk/>
          <pc:sldMk cId="3129143064" sldId="323"/>
        </pc:sldMkLst>
        <pc:spChg chg="del">
          <ac:chgData name="Embedded Development" userId="97690703-89ef-4183-8a66-0c81b6c8ace9" providerId="ADAL" clId="{52FC1D83-52FC-4CEA-A7D4-C082855AEAB7}" dt="2024-03-28T10:15:00.865" v="10004" actId="478"/>
          <ac:spMkLst>
            <pc:docMk/>
            <pc:sldMk cId="3129143064" sldId="323"/>
            <ac:spMk id="4" creationId="{AABC21D3-4C2A-FEF3-7F60-CDB62FD9D5AC}"/>
          </ac:spMkLst>
        </pc:spChg>
        <pc:spChg chg="del">
          <ac:chgData name="Embedded Development" userId="97690703-89ef-4183-8a66-0c81b6c8ace9" providerId="ADAL" clId="{52FC1D83-52FC-4CEA-A7D4-C082855AEAB7}" dt="2024-03-28T10:15:00.865" v="10004" actId="478"/>
          <ac:spMkLst>
            <pc:docMk/>
            <pc:sldMk cId="3129143064" sldId="323"/>
            <ac:spMk id="5" creationId="{B8D098C1-10CA-02FB-C4F3-04290818ECB4}"/>
          </ac:spMkLst>
        </pc:spChg>
        <pc:spChg chg="del">
          <ac:chgData name="Embedded Development" userId="97690703-89ef-4183-8a66-0c81b6c8ace9" providerId="ADAL" clId="{52FC1D83-52FC-4CEA-A7D4-C082855AEAB7}" dt="2024-03-28T10:15:00.865" v="10004" actId="478"/>
          <ac:spMkLst>
            <pc:docMk/>
            <pc:sldMk cId="3129143064" sldId="323"/>
            <ac:spMk id="6" creationId="{B79177C4-18AA-55F0-4C74-97B890FCA88A}"/>
          </ac:spMkLst>
        </pc:spChg>
        <pc:spChg chg="del">
          <ac:chgData name="Embedded Development" userId="97690703-89ef-4183-8a66-0c81b6c8ace9" providerId="ADAL" clId="{52FC1D83-52FC-4CEA-A7D4-C082855AEAB7}" dt="2024-03-28T10:15:00.865" v="10004" actId="478"/>
          <ac:spMkLst>
            <pc:docMk/>
            <pc:sldMk cId="3129143064" sldId="323"/>
            <ac:spMk id="7" creationId="{AF25EF63-D820-387D-160C-5A017A546801}"/>
          </ac:spMkLst>
        </pc:spChg>
        <pc:spChg chg="del">
          <ac:chgData name="Embedded Development" userId="97690703-89ef-4183-8a66-0c81b6c8ace9" providerId="ADAL" clId="{52FC1D83-52FC-4CEA-A7D4-C082855AEAB7}" dt="2024-03-28T10:15:00.865" v="10004" actId="478"/>
          <ac:spMkLst>
            <pc:docMk/>
            <pc:sldMk cId="3129143064" sldId="323"/>
            <ac:spMk id="8" creationId="{6921CB1A-50FD-6C11-B9C0-6CCFD7820D96}"/>
          </ac:spMkLst>
        </pc:spChg>
        <pc:spChg chg="del">
          <ac:chgData name="Embedded Development" userId="97690703-89ef-4183-8a66-0c81b6c8ace9" providerId="ADAL" clId="{52FC1D83-52FC-4CEA-A7D4-C082855AEAB7}" dt="2024-03-28T10:15:00.865" v="10004" actId="478"/>
          <ac:spMkLst>
            <pc:docMk/>
            <pc:sldMk cId="3129143064" sldId="323"/>
            <ac:spMk id="47" creationId="{55A6ADD3-1F75-1085-E478-A2FFB4E2EFC6}"/>
          </ac:spMkLst>
        </pc:spChg>
        <pc:spChg chg="del">
          <ac:chgData name="Embedded Development" userId="97690703-89ef-4183-8a66-0c81b6c8ace9" providerId="ADAL" clId="{52FC1D83-52FC-4CEA-A7D4-C082855AEAB7}" dt="2024-03-28T10:15:00.865" v="10004" actId="478"/>
          <ac:spMkLst>
            <pc:docMk/>
            <pc:sldMk cId="3129143064" sldId="323"/>
            <ac:spMk id="50" creationId="{F93D94B0-C02C-AF97-95C2-84138601C7CA}"/>
          </ac:spMkLst>
        </pc:spChg>
        <pc:spChg chg="del">
          <ac:chgData name="Embedded Development" userId="97690703-89ef-4183-8a66-0c81b6c8ace9" providerId="ADAL" clId="{52FC1D83-52FC-4CEA-A7D4-C082855AEAB7}" dt="2024-03-28T10:15:00.865" v="10004" actId="478"/>
          <ac:spMkLst>
            <pc:docMk/>
            <pc:sldMk cId="3129143064" sldId="323"/>
            <ac:spMk id="51" creationId="{F3AF8FD1-1753-A23E-5EC5-B1DC5848B003}"/>
          </ac:spMkLst>
        </pc:spChg>
        <pc:spChg chg="del">
          <ac:chgData name="Embedded Development" userId="97690703-89ef-4183-8a66-0c81b6c8ace9" providerId="ADAL" clId="{52FC1D83-52FC-4CEA-A7D4-C082855AEAB7}" dt="2024-03-28T10:15:00.865" v="10004" actId="478"/>
          <ac:spMkLst>
            <pc:docMk/>
            <pc:sldMk cId="3129143064" sldId="323"/>
            <ac:spMk id="52" creationId="{9C5715F9-BAD7-6845-BB77-0BB490EFE17B}"/>
          </ac:spMkLst>
        </pc:spChg>
        <pc:spChg chg="del">
          <ac:chgData name="Embedded Development" userId="97690703-89ef-4183-8a66-0c81b6c8ace9" providerId="ADAL" clId="{52FC1D83-52FC-4CEA-A7D4-C082855AEAB7}" dt="2024-03-28T10:15:00.865" v="10004" actId="478"/>
          <ac:spMkLst>
            <pc:docMk/>
            <pc:sldMk cId="3129143064" sldId="323"/>
            <ac:spMk id="53" creationId="{94AD33DB-7B98-6F5F-B5A8-AB40210C785E}"/>
          </ac:spMkLst>
        </pc:spChg>
        <pc:spChg chg="del">
          <ac:chgData name="Embedded Development" userId="97690703-89ef-4183-8a66-0c81b6c8ace9" providerId="ADAL" clId="{52FC1D83-52FC-4CEA-A7D4-C082855AEAB7}" dt="2024-03-28T10:15:00.865" v="10004" actId="478"/>
          <ac:spMkLst>
            <pc:docMk/>
            <pc:sldMk cId="3129143064" sldId="323"/>
            <ac:spMk id="59" creationId="{EB6EBE88-CF2E-BFD5-38CA-404577D9020A}"/>
          </ac:spMkLst>
        </pc:spChg>
        <pc:spChg chg="del">
          <ac:chgData name="Embedded Development" userId="97690703-89ef-4183-8a66-0c81b6c8ace9" providerId="ADAL" clId="{52FC1D83-52FC-4CEA-A7D4-C082855AEAB7}" dt="2024-03-28T10:15:00.865" v="10004" actId="478"/>
          <ac:spMkLst>
            <pc:docMk/>
            <pc:sldMk cId="3129143064" sldId="323"/>
            <ac:spMk id="60" creationId="{3A6EC3F3-25FC-44AE-B1AD-7ECD22950F84}"/>
          </ac:spMkLst>
        </pc:spChg>
        <pc:spChg chg="del">
          <ac:chgData name="Embedded Development" userId="97690703-89ef-4183-8a66-0c81b6c8ace9" providerId="ADAL" clId="{52FC1D83-52FC-4CEA-A7D4-C082855AEAB7}" dt="2024-03-28T10:15:00.865" v="10004" actId="478"/>
          <ac:spMkLst>
            <pc:docMk/>
            <pc:sldMk cId="3129143064" sldId="323"/>
            <ac:spMk id="62" creationId="{FEF40015-E740-F353-7F18-7F2AD7AF07C3}"/>
          </ac:spMkLst>
        </pc:spChg>
        <pc:spChg chg="del">
          <ac:chgData name="Embedded Development" userId="97690703-89ef-4183-8a66-0c81b6c8ace9" providerId="ADAL" clId="{52FC1D83-52FC-4CEA-A7D4-C082855AEAB7}" dt="2024-03-28T10:15:00.865" v="10004" actId="478"/>
          <ac:spMkLst>
            <pc:docMk/>
            <pc:sldMk cId="3129143064" sldId="323"/>
            <ac:spMk id="63" creationId="{2922AD32-FAC8-29CB-33CF-C250E559B3A8}"/>
          </ac:spMkLst>
        </pc:spChg>
        <pc:cxnChg chg="del mod">
          <ac:chgData name="Embedded Development" userId="97690703-89ef-4183-8a66-0c81b6c8ace9" providerId="ADAL" clId="{52FC1D83-52FC-4CEA-A7D4-C082855AEAB7}" dt="2024-03-28T10:15:00.865" v="10004" actId="478"/>
          <ac:cxnSpMkLst>
            <pc:docMk/>
            <pc:sldMk cId="3129143064" sldId="323"/>
            <ac:cxnSpMk id="10" creationId="{199094F3-D623-7391-65A4-F6A33990DD25}"/>
          </ac:cxnSpMkLst>
        </pc:cxnChg>
        <pc:cxnChg chg="del mod">
          <ac:chgData name="Embedded Development" userId="97690703-89ef-4183-8a66-0c81b6c8ace9" providerId="ADAL" clId="{52FC1D83-52FC-4CEA-A7D4-C082855AEAB7}" dt="2024-03-28T10:15:00.865" v="10004" actId="478"/>
          <ac:cxnSpMkLst>
            <pc:docMk/>
            <pc:sldMk cId="3129143064" sldId="323"/>
            <ac:cxnSpMk id="11" creationId="{F871FA57-0992-8F99-5625-4F47325F7CC8}"/>
          </ac:cxnSpMkLst>
        </pc:cxnChg>
        <pc:cxnChg chg="del">
          <ac:chgData name="Embedded Development" userId="97690703-89ef-4183-8a66-0c81b6c8ace9" providerId="ADAL" clId="{52FC1D83-52FC-4CEA-A7D4-C082855AEAB7}" dt="2024-03-28T10:15:00.865" v="10004" actId="478"/>
          <ac:cxnSpMkLst>
            <pc:docMk/>
            <pc:sldMk cId="3129143064" sldId="323"/>
            <ac:cxnSpMk id="16" creationId="{343C9343-4A24-9D3A-85A0-5FD38FBB27DD}"/>
          </ac:cxnSpMkLst>
        </pc:cxnChg>
        <pc:cxnChg chg="del">
          <ac:chgData name="Embedded Development" userId="97690703-89ef-4183-8a66-0c81b6c8ace9" providerId="ADAL" clId="{52FC1D83-52FC-4CEA-A7D4-C082855AEAB7}" dt="2024-03-28T10:15:00.865" v="10004" actId="478"/>
          <ac:cxnSpMkLst>
            <pc:docMk/>
            <pc:sldMk cId="3129143064" sldId="323"/>
            <ac:cxnSpMk id="18" creationId="{E339A46D-993E-EE13-DB1E-3FBBE1339059}"/>
          </ac:cxnSpMkLst>
        </pc:cxnChg>
        <pc:cxnChg chg="del">
          <ac:chgData name="Embedded Development" userId="97690703-89ef-4183-8a66-0c81b6c8ace9" providerId="ADAL" clId="{52FC1D83-52FC-4CEA-A7D4-C082855AEAB7}" dt="2024-03-28T10:15:00.865" v="10004" actId="478"/>
          <ac:cxnSpMkLst>
            <pc:docMk/>
            <pc:sldMk cId="3129143064" sldId="323"/>
            <ac:cxnSpMk id="21" creationId="{2B4C3E78-1CA5-3CD3-6D8C-6084AC71D1B1}"/>
          </ac:cxnSpMkLst>
        </pc:cxnChg>
        <pc:cxnChg chg="del">
          <ac:chgData name="Embedded Development" userId="97690703-89ef-4183-8a66-0c81b6c8ace9" providerId="ADAL" clId="{52FC1D83-52FC-4CEA-A7D4-C082855AEAB7}" dt="2024-03-28T10:15:00.865" v="10004" actId="478"/>
          <ac:cxnSpMkLst>
            <pc:docMk/>
            <pc:sldMk cId="3129143064" sldId="323"/>
            <ac:cxnSpMk id="28" creationId="{13974C00-3D0E-F2F0-AE9D-3777606E1865}"/>
          </ac:cxnSpMkLst>
        </pc:cxnChg>
        <pc:cxnChg chg="del">
          <ac:chgData name="Embedded Development" userId="97690703-89ef-4183-8a66-0c81b6c8ace9" providerId="ADAL" clId="{52FC1D83-52FC-4CEA-A7D4-C082855AEAB7}" dt="2024-03-28T10:15:00.865" v="10004" actId="478"/>
          <ac:cxnSpMkLst>
            <pc:docMk/>
            <pc:sldMk cId="3129143064" sldId="323"/>
            <ac:cxnSpMk id="39" creationId="{81744363-FD68-E121-53FC-4709173EAC06}"/>
          </ac:cxnSpMkLst>
        </pc:cxnChg>
        <pc:cxnChg chg="del">
          <ac:chgData name="Embedded Development" userId="97690703-89ef-4183-8a66-0c81b6c8ace9" providerId="ADAL" clId="{52FC1D83-52FC-4CEA-A7D4-C082855AEAB7}" dt="2024-03-28T10:15:00.865" v="10004" actId="478"/>
          <ac:cxnSpMkLst>
            <pc:docMk/>
            <pc:sldMk cId="3129143064" sldId="323"/>
            <ac:cxnSpMk id="49" creationId="{B1810694-F167-200B-12D8-5F4389FE1A60}"/>
          </ac:cxnSpMkLst>
        </pc:cxnChg>
        <pc:cxnChg chg="del">
          <ac:chgData name="Embedded Development" userId="97690703-89ef-4183-8a66-0c81b6c8ace9" providerId="ADAL" clId="{52FC1D83-52FC-4CEA-A7D4-C082855AEAB7}" dt="2024-03-28T10:15:00.865" v="10004" actId="478"/>
          <ac:cxnSpMkLst>
            <pc:docMk/>
            <pc:sldMk cId="3129143064" sldId="323"/>
            <ac:cxnSpMk id="54" creationId="{9E12320A-26AB-D717-D666-206CC62FBB11}"/>
          </ac:cxnSpMkLst>
        </pc:cxnChg>
        <pc:cxnChg chg="del">
          <ac:chgData name="Embedded Development" userId="97690703-89ef-4183-8a66-0c81b6c8ace9" providerId="ADAL" clId="{52FC1D83-52FC-4CEA-A7D4-C082855AEAB7}" dt="2024-03-28T10:15:00.865" v="10004" actId="478"/>
          <ac:cxnSpMkLst>
            <pc:docMk/>
            <pc:sldMk cId="3129143064" sldId="323"/>
            <ac:cxnSpMk id="58" creationId="{AB74CA18-D1C1-AFCA-4E44-16D5F90FC114}"/>
          </ac:cxnSpMkLst>
        </pc:cxnChg>
        <pc:cxnChg chg="del">
          <ac:chgData name="Embedded Development" userId="97690703-89ef-4183-8a66-0c81b6c8ace9" providerId="ADAL" clId="{52FC1D83-52FC-4CEA-A7D4-C082855AEAB7}" dt="2024-03-28T10:15:00.865" v="10004" actId="478"/>
          <ac:cxnSpMkLst>
            <pc:docMk/>
            <pc:sldMk cId="3129143064" sldId="323"/>
            <ac:cxnSpMk id="61" creationId="{644CCF6A-C949-0C4C-07FD-26B987EC4035}"/>
          </ac:cxnSpMkLst>
        </pc:cxnChg>
      </pc:sldChg>
      <pc:sldChg chg="addSp delSp modSp add mod">
        <pc:chgData name="Embedded Development" userId="97690703-89ef-4183-8a66-0c81b6c8ace9" providerId="ADAL" clId="{52FC1D83-52FC-4CEA-A7D4-C082855AEAB7}" dt="2024-03-28T10:23:11.364" v="10703" actId="20577"/>
        <pc:sldMkLst>
          <pc:docMk/>
          <pc:sldMk cId="1715473544" sldId="324"/>
        </pc:sldMkLst>
        <pc:spChg chg="del">
          <ac:chgData name="Embedded Development" userId="97690703-89ef-4183-8a66-0c81b6c8ace9" providerId="ADAL" clId="{52FC1D83-52FC-4CEA-A7D4-C082855AEAB7}" dt="2024-03-28T10:19:12.703" v="10394" actId="478"/>
          <ac:spMkLst>
            <pc:docMk/>
            <pc:sldMk cId="1715473544" sldId="324"/>
            <ac:spMk id="2" creationId="{ED85E716-5A33-A7AC-B877-1C949674B015}"/>
          </ac:spMkLst>
        </pc:spChg>
        <pc:spChg chg="del">
          <ac:chgData name="Embedded Development" userId="97690703-89ef-4183-8a66-0c81b6c8ace9" providerId="ADAL" clId="{52FC1D83-52FC-4CEA-A7D4-C082855AEAB7}" dt="2024-03-28T10:19:10.750" v="10392" actId="478"/>
          <ac:spMkLst>
            <pc:docMk/>
            <pc:sldMk cId="1715473544" sldId="324"/>
            <ac:spMk id="3" creationId="{ED23D15A-B307-F337-4552-BA4242732627}"/>
          </ac:spMkLst>
        </pc:spChg>
        <pc:spChg chg="mod">
          <ac:chgData name="Embedded Development" userId="97690703-89ef-4183-8a66-0c81b6c8ace9" providerId="ADAL" clId="{52FC1D83-52FC-4CEA-A7D4-C082855AEAB7}" dt="2024-03-28T10:20:19.214" v="10577" actId="20577"/>
          <ac:spMkLst>
            <pc:docMk/>
            <pc:sldMk cId="1715473544" sldId="324"/>
            <ac:spMk id="13" creationId="{531952C2-B572-6DCA-D5C5-2AABC0999366}"/>
          </ac:spMkLst>
        </pc:spChg>
        <pc:spChg chg="mod">
          <ac:chgData name="Embedded Development" userId="97690703-89ef-4183-8a66-0c81b6c8ace9" providerId="ADAL" clId="{52FC1D83-52FC-4CEA-A7D4-C082855AEAB7}" dt="2024-03-28T10:20:33.547" v="10633" actId="1076"/>
          <ac:spMkLst>
            <pc:docMk/>
            <pc:sldMk cId="1715473544" sldId="324"/>
            <ac:spMk id="14" creationId="{905023E6-4A22-6B72-9D4A-6C54D12D57E3}"/>
          </ac:spMkLst>
        </pc:spChg>
        <pc:spChg chg="del">
          <ac:chgData name="Embedded Development" userId="97690703-89ef-4183-8a66-0c81b6c8ace9" providerId="ADAL" clId="{52FC1D83-52FC-4CEA-A7D4-C082855AEAB7}" dt="2024-03-28T10:19:18.484" v="10400" actId="478"/>
          <ac:spMkLst>
            <pc:docMk/>
            <pc:sldMk cId="1715473544" sldId="324"/>
            <ac:spMk id="50" creationId="{F93D94B0-C02C-AF97-95C2-84138601C7CA}"/>
          </ac:spMkLst>
        </pc:spChg>
        <pc:spChg chg="del">
          <ac:chgData name="Embedded Development" userId="97690703-89ef-4183-8a66-0c81b6c8ace9" providerId="ADAL" clId="{52FC1D83-52FC-4CEA-A7D4-C082855AEAB7}" dt="2024-03-28T10:19:17.141" v="10398" actId="478"/>
          <ac:spMkLst>
            <pc:docMk/>
            <pc:sldMk cId="1715473544" sldId="324"/>
            <ac:spMk id="51" creationId="{F3AF8FD1-1753-A23E-5EC5-B1DC5848B003}"/>
          </ac:spMkLst>
        </pc:spChg>
        <pc:spChg chg="del">
          <ac:chgData name="Embedded Development" userId="97690703-89ef-4183-8a66-0c81b6c8ace9" providerId="ADAL" clId="{52FC1D83-52FC-4CEA-A7D4-C082855AEAB7}" dt="2024-03-28T10:19:15.672" v="10397" actId="478"/>
          <ac:spMkLst>
            <pc:docMk/>
            <pc:sldMk cId="1715473544" sldId="324"/>
            <ac:spMk id="52" creationId="{9C5715F9-BAD7-6845-BB77-0BB490EFE17B}"/>
          </ac:spMkLst>
        </pc:spChg>
        <pc:spChg chg="del">
          <ac:chgData name="Embedded Development" userId="97690703-89ef-4183-8a66-0c81b6c8ace9" providerId="ADAL" clId="{52FC1D83-52FC-4CEA-A7D4-C082855AEAB7}" dt="2024-03-28T10:19:13.875" v="10395" actId="478"/>
          <ac:spMkLst>
            <pc:docMk/>
            <pc:sldMk cId="1715473544" sldId="324"/>
            <ac:spMk id="53" creationId="{94AD33DB-7B98-6F5F-B5A8-AB40210C785E}"/>
          </ac:spMkLst>
        </pc:spChg>
        <pc:spChg chg="mod">
          <ac:chgData name="Embedded Development" userId="97690703-89ef-4183-8a66-0c81b6c8ace9" providerId="ADAL" clId="{52FC1D83-52FC-4CEA-A7D4-C082855AEAB7}" dt="2024-03-28T10:23:09.437" v="10701" actId="20577"/>
          <ac:spMkLst>
            <pc:docMk/>
            <pc:sldMk cId="1715473544" sldId="324"/>
            <ac:spMk id="59" creationId="{EB6EBE88-CF2E-BFD5-38CA-404577D9020A}"/>
          </ac:spMkLst>
        </pc:spChg>
        <pc:spChg chg="mod">
          <ac:chgData name="Embedded Development" userId="97690703-89ef-4183-8a66-0c81b6c8ace9" providerId="ADAL" clId="{52FC1D83-52FC-4CEA-A7D4-C082855AEAB7}" dt="2024-03-28T10:23:01.678" v="10676" actId="1036"/>
          <ac:spMkLst>
            <pc:docMk/>
            <pc:sldMk cId="1715473544" sldId="324"/>
            <ac:spMk id="60" creationId="{3A6EC3F3-25FC-44AE-B1AD-7ECD22950F84}"/>
          </ac:spMkLst>
        </pc:spChg>
        <pc:spChg chg="mod">
          <ac:chgData name="Embedded Development" userId="97690703-89ef-4183-8a66-0c81b6c8ace9" providerId="ADAL" clId="{52FC1D83-52FC-4CEA-A7D4-C082855AEAB7}" dt="2024-03-28T10:23:11.364" v="10703" actId="20577"/>
          <ac:spMkLst>
            <pc:docMk/>
            <pc:sldMk cId="1715473544" sldId="324"/>
            <ac:spMk id="62" creationId="{FEF40015-E740-F353-7F18-7F2AD7AF07C3}"/>
          </ac:spMkLst>
        </pc:spChg>
        <pc:spChg chg="mod">
          <ac:chgData name="Embedded Development" userId="97690703-89ef-4183-8a66-0c81b6c8ace9" providerId="ADAL" clId="{52FC1D83-52FC-4CEA-A7D4-C082855AEAB7}" dt="2024-03-28T10:23:07.199" v="10699" actId="1036"/>
          <ac:spMkLst>
            <pc:docMk/>
            <pc:sldMk cId="1715473544" sldId="324"/>
            <ac:spMk id="63" creationId="{2922AD32-FAC8-29CB-33CF-C250E559B3A8}"/>
          </ac:spMkLst>
        </pc:spChg>
        <pc:cxnChg chg="del">
          <ac:chgData name="Embedded Development" userId="97690703-89ef-4183-8a66-0c81b6c8ace9" providerId="ADAL" clId="{52FC1D83-52FC-4CEA-A7D4-C082855AEAB7}" dt="2024-03-28T10:19:11.469" v="10393" actId="478"/>
          <ac:cxnSpMkLst>
            <pc:docMk/>
            <pc:sldMk cId="1715473544" sldId="324"/>
            <ac:cxnSpMk id="9" creationId="{EEEA0E8A-F4D8-867E-E9BB-E3EFD2347F4F}"/>
          </ac:cxnSpMkLst>
        </pc:cxnChg>
        <pc:cxnChg chg="mod">
          <ac:chgData name="Embedded Development" userId="97690703-89ef-4183-8a66-0c81b6c8ace9" providerId="ADAL" clId="{52FC1D83-52FC-4CEA-A7D4-C082855AEAB7}" dt="2024-03-28T10:20:41.851" v="10634" actId="1076"/>
          <ac:cxnSpMkLst>
            <pc:docMk/>
            <pc:sldMk cId="1715473544" sldId="324"/>
            <ac:cxnSpMk id="12" creationId="{9D05DE12-417A-86A4-6256-730DC68A289E}"/>
          </ac:cxnSpMkLst>
        </pc:cxnChg>
        <pc:cxnChg chg="add mod">
          <ac:chgData name="Embedded Development" userId="97690703-89ef-4183-8a66-0c81b6c8ace9" providerId="ADAL" clId="{52FC1D83-52FC-4CEA-A7D4-C082855AEAB7}" dt="2024-03-28T10:23:07.199" v="10699" actId="1036"/>
          <ac:cxnSpMkLst>
            <pc:docMk/>
            <pc:sldMk cId="1715473544" sldId="324"/>
            <ac:cxnSpMk id="15" creationId="{9F7D001B-E628-13DF-5FD4-8BB3526ABAB9}"/>
          </ac:cxnSpMkLst>
        </pc:cxnChg>
        <pc:cxnChg chg="del">
          <ac:chgData name="Embedded Development" userId="97690703-89ef-4183-8a66-0c81b6c8ace9" providerId="ADAL" clId="{52FC1D83-52FC-4CEA-A7D4-C082855AEAB7}" dt="2024-03-28T10:19:17.828" v="10399" actId="478"/>
          <ac:cxnSpMkLst>
            <pc:docMk/>
            <pc:sldMk cId="1715473544" sldId="324"/>
            <ac:cxnSpMk id="49" creationId="{B1810694-F167-200B-12D8-5F4389FE1A60}"/>
          </ac:cxnSpMkLst>
        </pc:cxnChg>
        <pc:cxnChg chg="del">
          <ac:chgData name="Embedded Development" userId="97690703-89ef-4183-8a66-0c81b6c8ace9" providerId="ADAL" clId="{52FC1D83-52FC-4CEA-A7D4-C082855AEAB7}" dt="2024-03-28T10:19:14.516" v="10396" actId="478"/>
          <ac:cxnSpMkLst>
            <pc:docMk/>
            <pc:sldMk cId="1715473544" sldId="324"/>
            <ac:cxnSpMk id="54" creationId="{9E12320A-26AB-D717-D666-206CC62FBB11}"/>
          </ac:cxnSpMkLst>
        </pc:cxnChg>
        <pc:cxnChg chg="mod">
          <ac:chgData name="Embedded Development" userId="97690703-89ef-4183-8a66-0c81b6c8ace9" providerId="ADAL" clId="{52FC1D83-52FC-4CEA-A7D4-C082855AEAB7}" dt="2024-03-28T10:23:01.678" v="10676" actId="1036"/>
          <ac:cxnSpMkLst>
            <pc:docMk/>
            <pc:sldMk cId="1715473544" sldId="324"/>
            <ac:cxnSpMk id="58" creationId="{AB74CA18-D1C1-AFCA-4E44-16D5F90FC114}"/>
          </ac:cxnSpMkLst>
        </pc:cxnChg>
        <pc:cxnChg chg="del">
          <ac:chgData name="Embedded Development" userId="97690703-89ef-4183-8a66-0c81b6c8ace9" providerId="ADAL" clId="{52FC1D83-52FC-4CEA-A7D4-C082855AEAB7}" dt="2024-03-28T10:19:39.251" v="10455" actId="478"/>
          <ac:cxnSpMkLst>
            <pc:docMk/>
            <pc:sldMk cId="1715473544" sldId="324"/>
            <ac:cxnSpMk id="61" creationId="{644CCF6A-C949-0C4C-07FD-26B987EC4035}"/>
          </ac:cxnSpMkLst>
        </pc:cxnChg>
      </pc:sldChg>
      <pc:sldChg chg="delSp modSp add mod ord">
        <pc:chgData name="Embedded Development" userId="97690703-89ef-4183-8a66-0c81b6c8ace9" providerId="ADAL" clId="{52FC1D83-52FC-4CEA-A7D4-C082855AEAB7}" dt="2024-03-28T10:31:47.536" v="10842" actId="20577"/>
        <pc:sldMkLst>
          <pc:docMk/>
          <pc:sldMk cId="2656022385" sldId="325"/>
        </pc:sldMkLst>
        <pc:spChg chg="mod">
          <ac:chgData name="Embedded Development" userId="97690703-89ef-4183-8a66-0c81b6c8ace9" providerId="ADAL" clId="{52FC1D83-52FC-4CEA-A7D4-C082855AEAB7}" dt="2024-03-28T10:31:26.607" v="10821" actId="1035"/>
          <ac:spMkLst>
            <pc:docMk/>
            <pc:sldMk cId="2656022385" sldId="325"/>
            <ac:spMk id="2" creationId="{ED85E716-5A33-A7AC-B877-1C949674B015}"/>
          </ac:spMkLst>
        </pc:spChg>
        <pc:spChg chg="mod">
          <ac:chgData name="Embedded Development" userId="97690703-89ef-4183-8a66-0c81b6c8ace9" providerId="ADAL" clId="{52FC1D83-52FC-4CEA-A7D4-C082855AEAB7}" dt="2024-03-28T10:31:26.607" v="10821" actId="1035"/>
          <ac:spMkLst>
            <pc:docMk/>
            <pc:sldMk cId="2656022385" sldId="325"/>
            <ac:spMk id="3" creationId="{ED23D15A-B307-F337-4552-BA4242732627}"/>
          </ac:spMkLst>
        </pc:spChg>
        <pc:spChg chg="del">
          <ac:chgData name="Embedded Development" userId="97690703-89ef-4183-8a66-0c81b6c8ace9" providerId="ADAL" clId="{52FC1D83-52FC-4CEA-A7D4-C082855AEAB7}" dt="2024-03-28T10:31:15.873" v="10791" actId="478"/>
          <ac:spMkLst>
            <pc:docMk/>
            <pc:sldMk cId="2656022385" sldId="325"/>
            <ac:spMk id="13" creationId="{531952C2-B572-6DCA-D5C5-2AABC0999366}"/>
          </ac:spMkLst>
        </pc:spChg>
        <pc:spChg chg="del mod">
          <ac:chgData name="Embedded Development" userId="97690703-89ef-4183-8a66-0c81b6c8ace9" providerId="ADAL" clId="{52FC1D83-52FC-4CEA-A7D4-C082855AEAB7}" dt="2024-03-28T10:31:15.232" v="10790" actId="478"/>
          <ac:spMkLst>
            <pc:docMk/>
            <pc:sldMk cId="2656022385" sldId="325"/>
            <ac:spMk id="14" creationId="{905023E6-4A22-6B72-9D4A-6C54D12D57E3}"/>
          </ac:spMkLst>
        </pc:spChg>
        <pc:spChg chg="mod">
          <ac:chgData name="Embedded Development" userId="97690703-89ef-4183-8a66-0c81b6c8ace9" providerId="ADAL" clId="{52FC1D83-52FC-4CEA-A7D4-C082855AEAB7}" dt="2024-03-28T10:30:52.038" v="10777" actId="20577"/>
          <ac:spMkLst>
            <pc:docMk/>
            <pc:sldMk cId="2656022385" sldId="325"/>
            <ac:spMk id="50" creationId="{F93D94B0-C02C-AF97-95C2-84138601C7CA}"/>
          </ac:spMkLst>
        </pc:spChg>
        <pc:spChg chg="mod">
          <ac:chgData name="Embedded Development" userId="97690703-89ef-4183-8a66-0c81b6c8ace9" providerId="ADAL" clId="{52FC1D83-52FC-4CEA-A7D4-C082855AEAB7}" dt="2024-03-28T10:30:57.432" v="10785" actId="20577"/>
          <ac:spMkLst>
            <pc:docMk/>
            <pc:sldMk cId="2656022385" sldId="325"/>
            <ac:spMk id="52" creationId="{9C5715F9-BAD7-6845-BB77-0BB490EFE17B}"/>
          </ac:spMkLst>
        </pc:spChg>
        <pc:spChg chg="mod">
          <ac:chgData name="Embedded Development" userId="97690703-89ef-4183-8a66-0c81b6c8ace9" providerId="ADAL" clId="{52FC1D83-52FC-4CEA-A7D4-C082855AEAB7}" dt="2024-03-28T10:31:35.383" v="10838" actId="20577"/>
          <ac:spMkLst>
            <pc:docMk/>
            <pc:sldMk cId="2656022385" sldId="325"/>
            <ac:spMk id="59" creationId="{EB6EBE88-CF2E-BFD5-38CA-404577D9020A}"/>
          </ac:spMkLst>
        </pc:spChg>
        <pc:spChg chg="mod">
          <ac:chgData name="Embedded Development" userId="97690703-89ef-4183-8a66-0c81b6c8ace9" providerId="ADAL" clId="{52FC1D83-52FC-4CEA-A7D4-C082855AEAB7}" dt="2024-03-28T10:31:20.107" v="10810" actId="1035"/>
          <ac:spMkLst>
            <pc:docMk/>
            <pc:sldMk cId="2656022385" sldId="325"/>
            <ac:spMk id="60" creationId="{3A6EC3F3-25FC-44AE-B1AD-7ECD22950F84}"/>
          </ac:spMkLst>
        </pc:spChg>
        <pc:spChg chg="mod">
          <ac:chgData name="Embedded Development" userId="97690703-89ef-4183-8a66-0c81b6c8ace9" providerId="ADAL" clId="{52FC1D83-52FC-4CEA-A7D4-C082855AEAB7}" dt="2024-03-28T10:31:37.947" v="10840" actId="20577"/>
          <ac:spMkLst>
            <pc:docMk/>
            <pc:sldMk cId="2656022385" sldId="325"/>
            <ac:spMk id="62" creationId="{FEF40015-E740-F353-7F18-7F2AD7AF07C3}"/>
          </ac:spMkLst>
        </pc:spChg>
        <pc:spChg chg="mod">
          <ac:chgData name="Embedded Development" userId="97690703-89ef-4183-8a66-0c81b6c8ace9" providerId="ADAL" clId="{52FC1D83-52FC-4CEA-A7D4-C082855AEAB7}" dt="2024-03-28T10:31:47.536" v="10842" actId="20577"/>
          <ac:spMkLst>
            <pc:docMk/>
            <pc:sldMk cId="2656022385" sldId="325"/>
            <ac:spMk id="63" creationId="{2922AD32-FAC8-29CB-33CF-C250E559B3A8}"/>
          </ac:spMkLst>
        </pc:spChg>
        <pc:cxnChg chg="mod">
          <ac:chgData name="Embedded Development" userId="97690703-89ef-4183-8a66-0c81b6c8ace9" providerId="ADAL" clId="{52FC1D83-52FC-4CEA-A7D4-C082855AEAB7}" dt="2024-03-28T10:31:26.607" v="10821" actId="1035"/>
          <ac:cxnSpMkLst>
            <pc:docMk/>
            <pc:sldMk cId="2656022385" sldId="325"/>
            <ac:cxnSpMk id="9" creationId="{EEEA0E8A-F4D8-867E-E9BB-E3EFD2347F4F}"/>
          </ac:cxnSpMkLst>
        </pc:cxnChg>
        <pc:cxnChg chg="del">
          <ac:chgData name="Embedded Development" userId="97690703-89ef-4183-8a66-0c81b6c8ace9" providerId="ADAL" clId="{52FC1D83-52FC-4CEA-A7D4-C082855AEAB7}" dt="2024-03-28T10:31:12.170" v="10788" actId="478"/>
          <ac:cxnSpMkLst>
            <pc:docMk/>
            <pc:sldMk cId="2656022385" sldId="325"/>
            <ac:cxnSpMk id="12" creationId="{9D05DE12-417A-86A4-6256-730DC68A289E}"/>
          </ac:cxnSpMkLst>
        </pc:cxnChg>
        <pc:cxnChg chg="mod">
          <ac:chgData name="Embedded Development" userId="97690703-89ef-4183-8a66-0c81b6c8ace9" providerId="ADAL" clId="{52FC1D83-52FC-4CEA-A7D4-C082855AEAB7}" dt="2024-03-28T10:31:20.107" v="10810" actId="1035"/>
          <ac:cxnSpMkLst>
            <pc:docMk/>
            <pc:sldMk cId="2656022385" sldId="325"/>
            <ac:cxnSpMk id="58" creationId="{AB74CA18-D1C1-AFCA-4E44-16D5F90FC114}"/>
          </ac:cxnSpMkLst>
        </pc:cxnChg>
        <pc:cxnChg chg="mod">
          <ac:chgData name="Embedded Development" userId="97690703-89ef-4183-8a66-0c81b6c8ace9" providerId="ADAL" clId="{52FC1D83-52FC-4CEA-A7D4-C082855AEAB7}" dt="2024-03-28T10:31:31.191" v="10834" actId="1035"/>
          <ac:cxnSpMkLst>
            <pc:docMk/>
            <pc:sldMk cId="2656022385" sldId="325"/>
            <ac:cxnSpMk id="61" creationId="{644CCF6A-C949-0C4C-07FD-26B987EC4035}"/>
          </ac:cxnSpMkLst>
        </pc:cxnChg>
      </pc:sldChg>
      <pc:sldChg chg="modSp add mod ord">
        <pc:chgData name="Embedded Development" userId="97690703-89ef-4183-8a66-0c81b6c8ace9" providerId="ADAL" clId="{52FC1D83-52FC-4CEA-A7D4-C082855AEAB7}" dt="2024-03-28T10:36:55.761" v="11014" actId="20577"/>
        <pc:sldMkLst>
          <pc:docMk/>
          <pc:sldMk cId="1792880624" sldId="326"/>
        </pc:sldMkLst>
        <pc:spChg chg="mod">
          <ac:chgData name="Embedded Development" userId="97690703-89ef-4183-8a66-0c81b6c8ace9" providerId="ADAL" clId="{52FC1D83-52FC-4CEA-A7D4-C082855AEAB7}" dt="2024-03-28T10:36:44.973" v="10978" actId="20577"/>
          <ac:spMkLst>
            <pc:docMk/>
            <pc:sldMk cId="1792880624" sldId="326"/>
            <ac:spMk id="2" creationId="{ED85E716-5A33-A7AC-B877-1C949674B015}"/>
          </ac:spMkLst>
        </pc:spChg>
        <pc:spChg chg="mod">
          <ac:chgData name="Embedded Development" userId="97690703-89ef-4183-8a66-0c81b6c8ace9" providerId="ADAL" clId="{52FC1D83-52FC-4CEA-A7D4-C082855AEAB7}" dt="2024-03-28T10:36:55.761" v="11014" actId="20577"/>
          <ac:spMkLst>
            <pc:docMk/>
            <pc:sldMk cId="1792880624" sldId="326"/>
            <ac:spMk id="14" creationId="{905023E6-4A22-6B72-9D4A-6C54D12D57E3}"/>
          </ac:spMkLst>
        </pc:spChg>
        <pc:spChg chg="mod">
          <ac:chgData name="Embedded Development" userId="97690703-89ef-4183-8a66-0c81b6c8ace9" providerId="ADAL" clId="{52FC1D83-52FC-4CEA-A7D4-C082855AEAB7}" dt="2024-03-28T10:36:19.190" v="10907" actId="1076"/>
          <ac:spMkLst>
            <pc:docMk/>
            <pc:sldMk cId="1792880624" sldId="326"/>
            <ac:spMk id="50" creationId="{F93D94B0-C02C-AF97-95C2-84138601C7CA}"/>
          </ac:spMkLst>
        </pc:spChg>
        <pc:spChg chg="mod">
          <ac:chgData name="Embedded Development" userId="97690703-89ef-4183-8a66-0c81b6c8ace9" providerId="ADAL" clId="{52FC1D83-52FC-4CEA-A7D4-C082855AEAB7}" dt="2024-03-28T10:36:25.003" v="10918" actId="1076"/>
          <ac:spMkLst>
            <pc:docMk/>
            <pc:sldMk cId="1792880624" sldId="326"/>
            <ac:spMk id="52" creationId="{9C5715F9-BAD7-6845-BB77-0BB490EFE17B}"/>
          </ac:spMkLst>
        </pc:spChg>
      </pc:sldChg>
      <pc:sldChg chg="modSp add mod ord">
        <pc:chgData name="Embedded Development" userId="97690703-89ef-4183-8a66-0c81b6c8ace9" providerId="ADAL" clId="{52FC1D83-52FC-4CEA-A7D4-C082855AEAB7}" dt="2024-04-01T09:58:58.540" v="11804" actId="20577"/>
        <pc:sldMkLst>
          <pc:docMk/>
          <pc:sldMk cId="1630882486" sldId="327"/>
        </pc:sldMkLst>
        <pc:spChg chg="mod">
          <ac:chgData name="Embedded Development" userId="97690703-89ef-4183-8a66-0c81b6c8ace9" providerId="ADAL" clId="{52FC1D83-52FC-4CEA-A7D4-C082855AEAB7}" dt="2024-04-01T09:58:21.342" v="11688" actId="1076"/>
          <ac:spMkLst>
            <pc:docMk/>
            <pc:sldMk cId="1630882486" sldId="327"/>
            <ac:spMk id="14" creationId="{905023E6-4A22-6B72-9D4A-6C54D12D57E3}"/>
          </ac:spMkLst>
        </pc:spChg>
        <pc:spChg chg="mod">
          <ac:chgData name="Embedded Development" userId="97690703-89ef-4183-8a66-0c81b6c8ace9" providerId="ADAL" clId="{52FC1D83-52FC-4CEA-A7D4-C082855AEAB7}" dt="2024-04-01T09:58:37.356" v="11715" actId="1076"/>
          <ac:spMkLst>
            <pc:docMk/>
            <pc:sldMk cId="1630882486" sldId="327"/>
            <ac:spMk id="60" creationId="{3A6EC3F3-25FC-44AE-B1AD-7ECD22950F84}"/>
          </ac:spMkLst>
        </pc:spChg>
        <pc:spChg chg="mod">
          <ac:chgData name="Embedded Development" userId="97690703-89ef-4183-8a66-0c81b6c8ace9" providerId="ADAL" clId="{52FC1D83-52FC-4CEA-A7D4-C082855AEAB7}" dt="2024-04-01T09:58:58.540" v="11804" actId="20577"/>
          <ac:spMkLst>
            <pc:docMk/>
            <pc:sldMk cId="1630882486" sldId="327"/>
            <ac:spMk id="63" creationId="{2922AD32-FAC8-29CB-33CF-C250E559B3A8}"/>
          </ac:spMkLst>
        </pc:spChg>
      </pc:sldChg>
      <pc:sldChg chg="modSp add mod ord">
        <pc:chgData name="Embedded Development" userId="97690703-89ef-4183-8a66-0c81b6c8ace9" providerId="ADAL" clId="{52FC1D83-52FC-4CEA-A7D4-C082855AEAB7}" dt="2024-04-01T10:03:25.926" v="11998" actId="1076"/>
        <pc:sldMkLst>
          <pc:docMk/>
          <pc:sldMk cId="1981874303" sldId="328"/>
        </pc:sldMkLst>
        <pc:spChg chg="mod">
          <ac:chgData name="Embedded Development" userId="97690703-89ef-4183-8a66-0c81b6c8ace9" providerId="ADAL" clId="{52FC1D83-52FC-4CEA-A7D4-C082855AEAB7}" dt="2024-04-01T10:02:45.416" v="11871" actId="20577"/>
          <ac:spMkLst>
            <pc:docMk/>
            <pc:sldMk cId="1981874303" sldId="328"/>
            <ac:spMk id="2" creationId="{ED85E716-5A33-A7AC-B877-1C949674B015}"/>
          </ac:spMkLst>
        </pc:spChg>
        <pc:spChg chg="mod">
          <ac:chgData name="Embedded Development" userId="97690703-89ef-4183-8a66-0c81b6c8ace9" providerId="ADAL" clId="{52FC1D83-52FC-4CEA-A7D4-C082855AEAB7}" dt="2024-03-28T10:58:58.690" v="11238" actId="1036"/>
          <ac:spMkLst>
            <pc:docMk/>
            <pc:sldMk cId="1981874303" sldId="328"/>
            <ac:spMk id="13" creationId="{531952C2-B572-6DCA-D5C5-2AABC0999366}"/>
          </ac:spMkLst>
        </pc:spChg>
        <pc:spChg chg="mod">
          <ac:chgData name="Embedded Development" userId="97690703-89ef-4183-8a66-0c81b6c8ace9" providerId="ADAL" clId="{52FC1D83-52FC-4CEA-A7D4-C082855AEAB7}" dt="2024-04-01T10:02:54.104" v="11882" actId="1076"/>
          <ac:spMkLst>
            <pc:docMk/>
            <pc:sldMk cId="1981874303" sldId="328"/>
            <ac:spMk id="14" creationId="{905023E6-4A22-6B72-9D4A-6C54D12D57E3}"/>
          </ac:spMkLst>
        </pc:spChg>
        <pc:spChg chg="mod">
          <ac:chgData name="Embedded Development" userId="97690703-89ef-4183-8a66-0c81b6c8ace9" providerId="ADAL" clId="{52FC1D83-52FC-4CEA-A7D4-C082855AEAB7}" dt="2024-04-01T10:02:33.707" v="11847" actId="1076"/>
          <ac:spMkLst>
            <pc:docMk/>
            <pc:sldMk cId="1981874303" sldId="328"/>
            <ac:spMk id="50" creationId="{F93D94B0-C02C-AF97-95C2-84138601C7CA}"/>
          </ac:spMkLst>
        </pc:spChg>
        <pc:spChg chg="mod">
          <ac:chgData name="Embedded Development" userId="97690703-89ef-4183-8a66-0c81b6c8ace9" providerId="ADAL" clId="{52FC1D83-52FC-4CEA-A7D4-C082855AEAB7}" dt="2024-04-01T10:02:38.821" v="11857" actId="20577"/>
          <ac:spMkLst>
            <pc:docMk/>
            <pc:sldMk cId="1981874303" sldId="328"/>
            <ac:spMk id="52" creationId="{9C5715F9-BAD7-6845-BB77-0BB490EFE17B}"/>
          </ac:spMkLst>
        </pc:spChg>
        <pc:spChg chg="mod">
          <ac:chgData name="Embedded Development" userId="97690703-89ef-4183-8a66-0c81b6c8ace9" providerId="ADAL" clId="{52FC1D83-52FC-4CEA-A7D4-C082855AEAB7}" dt="2024-03-28T10:59:14.951" v="11251" actId="1076"/>
          <ac:spMkLst>
            <pc:docMk/>
            <pc:sldMk cId="1981874303" sldId="328"/>
            <ac:spMk id="60" creationId="{3A6EC3F3-25FC-44AE-B1AD-7ECD22950F84}"/>
          </ac:spMkLst>
        </pc:spChg>
        <pc:spChg chg="mod">
          <ac:chgData name="Embedded Development" userId="97690703-89ef-4183-8a66-0c81b6c8ace9" providerId="ADAL" clId="{52FC1D83-52FC-4CEA-A7D4-C082855AEAB7}" dt="2024-04-01T10:03:25.926" v="11998" actId="1076"/>
          <ac:spMkLst>
            <pc:docMk/>
            <pc:sldMk cId="1981874303" sldId="328"/>
            <ac:spMk id="63" creationId="{2922AD32-FAC8-29CB-33CF-C250E559B3A8}"/>
          </ac:spMkLst>
        </pc:spChg>
        <pc:cxnChg chg="mod">
          <ac:chgData name="Embedded Development" userId="97690703-89ef-4183-8a66-0c81b6c8ace9" providerId="ADAL" clId="{52FC1D83-52FC-4CEA-A7D4-C082855AEAB7}" dt="2024-03-28T10:58:58.690" v="11238" actId="1036"/>
          <ac:cxnSpMkLst>
            <pc:docMk/>
            <pc:sldMk cId="1981874303" sldId="328"/>
            <ac:cxnSpMk id="12" creationId="{9D05DE12-417A-86A4-6256-730DC68A289E}"/>
          </ac:cxnSpMkLst>
        </pc:cxnChg>
      </pc:sldChg>
      <pc:sldChg chg="modSp add mod ord">
        <pc:chgData name="Embedded Development" userId="97690703-89ef-4183-8a66-0c81b6c8ace9" providerId="ADAL" clId="{52FC1D83-52FC-4CEA-A7D4-C082855AEAB7}" dt="2024-03-28T12:21:26.699" v="11534" actId="1076"/>
        <pc:sldMkLst>
          <pc:docMk/>
          <pc:sldMk cId="3995112112" sldId="329"/>
        </pc:sldMkLst>
        <pc:spChg chg="mod">
          <ac:chgData name="Embedded Development" userId="97690703-89ef-4183-8a66-0c81b6c8ace9" providerId="ADAL" clId="{52FC1D83-52FC-4CEA-A7D4-C082855AEAB7}" dt="2024-03-28T11:29:49.019" v="11286" actId="1076"/>
          <ac:spMkLst>
            <pc:docMk/>
            <pc:sldMk cId="3995112112" sldId="329"/>
            <ac:spMk id="14" creationId="{905023E6-4A22-6B72-9D4A-6C54D12D57E3}"/>
          </ac:spMkLst>
        </pc:spChg>
        <pc:spChg chg="mod">
          <ac:chgData name="Embedded Development" userId="97690703-89ef-4183-8a66-0c81b6c8ace9" providerId="ADAL" clId="{52FC1D83-52FC-4CEA-A7D4-C082855AEAB7}" dt="2024-03-28T11:29:53.934" v="11302" actId="20577"/>
          <ac:spMkLst>
            <pc:docMk/>
            <pc:sldMk cId="3995112112" sldId="329"/>
            <ac:spMk id="60" creationId="{3A6EC3F3-25FC-44AE-B1AD-7ECD22950F84}"/>
          </ac:spMkLst>
        </pc:spChg>
        <pc:spChg chg="mod">
          <ac:chgData name="Embedded Development" userId="97690703-89ef-4183-8a66-0c81b6c8ace9" providerId="ADAL" clId="{52FC1D83-52FC-4CEA-A7D4-C082855AEAB7}" dt="2024-03-28T12:21:26.699" v="11534" actId="1076"/>
          <ac:spMkLst>
            <pc:docMk/>
            <pc:sldMk cId="3995112112" sldId="329"/>
            <ac:spMk id="63" creationId="{2922AD32-FAC8-29CB-33CF-C250E559B3A8}"/>
          </ac:spMkLst>
        </pc:spChg>
      </pc:sldChg>
      <pc:sldChg chg="modSp add mod ord">
        <pc:chgData name="Embedded Development" userId="97690703-89ef-4183-8a66-0c81b6c8ace9" providerId="ADAL" clId="{52FC1D83-52FC-4CEA-A7D4-C082855AEAB7}" dt="2024-04-01T10:14:43.028" v="12058" actId="20577"/>
        <pc:sldMkLst>
          <pc:docMk/>
          <pc:sldMk cId="1970221574" sldId="330"/>
        </pc:sldMkLst>
        <pc:spChg chg="mod">
          <ac:chgData name="Embedded Development" userId="97690703-89ef-4183-8a66-0c81b6c8ace9" providerId="ADAL" clId="{52FC1D83-52FC-4CEA-A7D4-C082855AEAB7}" dt="2024-04-01T10:14:31.330" v="12034" actId="20577"/>
          <ac:spMkLst>
            <pc:docMk/>
            <pc:sldMk cId="1970221574" sldId="330"/>
            <ac:spMk id="2" creationId="{ED85E716-5A33-A7AC-B877-1C949674B015}"/>
          </ac:spMkLst>
        </pc:spChg>
        <pc:spChg chg="mod">
          <ac:chgData name="Embedded Development" userId="97690703-89ef-4183-8a66-0c81b6c8ace9" providerId="ADAL" clId="{52FC1D83-52FC-4CEA-A7D4-C082855AEAB7}" dt="2024-04-01T10:14:36.737" v="12046" actId="20577"/>
          <ac:spMkLst>
            <pc:docMk/>
            <pc:sldMk cId="1970221574" sldId="330"/>
            <ac:spMk id="14" creationId="{905023E6-4A22-6B72-9D4A-6C54D12D57E3}"/>
          </ac:spMkLst>
        </pc:spChg>
        <pc:spChg chg="mod">
          <ac:chgData name="Embedded Development" userId="97690703-89ef-4183-8a66-0c81b6c8ace9" providerId="ADAL" clId="{52FC1D83-52FC-4CEA-A7D4-C082855AEAB7}" dt="2024-04-01T10:14:21.895" v="12010" actId="20577"/>
          <ac:spMkLst>
            <pc:docMk/>
            <pc:sldMk cId="1970221574" sldId="330"/>
            <ac:spMk id="50" creationId="{F93D94B0-C02C-AF97-95C2-84138601C7CA}"/>
          </ac:spMkLst>
        </pc:spChg>
        <pc:spChg chg="mod">
          <ac:chgData name="Embedded Development" userId="97690703-89ef-4183-8a66-0c81b6c8ace9" providerId="ADAL" clId="{52FC1D83-52FC-4CEA-A7D4-C082855AEAB7}" dt="2024-04-01T10:14:27.030" v="12022" actId="20577"/>
          <ac:spMkLst>
            <pc:docMk/>
            <pc:sldMk cId="1970221574" sldId="330"/>
            <ac:spMk id="52" creationId="{9C5715F9-BAD7-6845-BB77-0BB490EFE17B}"/>
          </ac:spMkLst>
        </pc:spChg>
        <pc:spChg chg="mod">
          <ac:chgData name="Embedded Development" userId="97690703-89ef-4183-8a66-0c81b6c8ace9" providerId="ADAL" clId="{52FC1D83-52FC-4CEA-A7D4-C082855AEAB7}" dt="2024-04-01T10:14:43.028" v="12058" actId="20577"/>
          <ac:spMkLst>
            <pc:docMk/>
            <pc:sldMk cId="1970221574" sldId="330"/>
            <ac:spMk id="63" creationId="{2922AD32-FAC8-29CB-33CF-C250E559B3A8}"/>
          </ac:spMkLst>
        </pc:spChg>
      </pc:sldChg>
      <pc:sldChg chg="modSp add mod ord">
        <pc:chgData name="Embedded Development" userId="97690703-89ef-4183-8a66-0c81b6c8ace9" providerId="ADAL" clId="{52FC1D83-52FC-4CEA-A7D4-C082855AEAB7}" dt="2024-03-28T12:21:22.569" v="11533" actId="1076"/>
        <pc:sldMkLst>
          <pc:docMk/>
          <pc:sldMk cId="456344015" sldId="331"/>
        </pc:sldMkLst>
        <pc:spChg chg="mod">
          <ac:chgData name="Embedded Development" userId="97690703-89ef-4183-8a66-0c81b6c8ace9" providerId="ADAL" clId="{52FC1D83-52FC-4CEA-A7D4-C082855AEAB7}" dt="2024-03-28T12:21:01.446" v="11496" actId="1076"/>
          <ac:spMkLst>
            <pc:docMk/>
            <pc:sldMk cId="456344015" sldId="331"/>
            <ac:spMk id="14" creationId="{905023E6-4A22-6B72-9D4A-6C54D12D57E3}"/>
          </ac:spMkLst>
        </pc:spChg>
        <pc:spChg chg="mod">
          <ac:chgData name="Embedded Development" userId="97690703-89ef-4183-8a66-0c81b6c8ace9" providerId="ADAL" clId="{52FC1D83-52FC-4CEA-A7D4-C082855AEAB7}" dt="2024-03-28T12:21:08.029" v="11510" actId="20577"/>
          <ac:spMkLst>
            <pc:docMk/>
            <pc:sldMk cId="456344015" sldId="331"/>
            <ac:spMk id="60" creationId="{3A6EC3F3-25FC-44AE-B1AD-7ECD22950F84}"/>
          </ac:spMkLst>
        </pc:spChg>
        <pc:spChg chg="mod">
          <ac:chgData name="Embedded Development" userId="97690703-89ef-4183-8a66-0c81b6c8ace9" providerId="ADAL" clId="{52FC1D83-52FC-4CEA-A7D4-C082855AEAB7}" dt="2024-03-28T12:21:22.569" v="11533" actId="1076"/>
          <ac:spMkLst>
            <pc:docMk/>
            <pc:sldMk cId="456344015" sldId="331"/>
            <ac:spMk id="63" creationId="{2922AD32-FAC8-29CB-33CF-C250E559B3A8}"/>
          </ac:spMkLst>
        </pc:spChg>
      </pc:sldChg>
    </pc:docChg>
  </pc:docChgLst>
  <pc:docChgLst>
    <pc:chgData name="Embedded Development" userId="S::embedded@qmaxsys.com::97690703-89ef-4183-8a66-0c81b6c8ace9" providerId="AD" clId="Web-{CB4E7D85-013E-7C6D-B823-71D831F18460}"/>
    <pc:docChg chg="modSld">
      <pc:chgData name="Embedded Development" userId="S::embedded@qmaxsys.com::97690703-89ef-4183-8a66-0c81b6c8ace9" providerId="AD" clId="Web-{CB4E7D85-013E-7C6D-B823-71D831F18460}" dt="2024-02-09T05:11:07.852" v="21" actId="1076"/>
      <pc:docMkLst>
        <pc:docMk/>
      </pc:docMkLst>
      <pc:sldChg chg="modSp">
        <pc:chgData name="Embedded Development" userId="S::embedded@qmaxsys.com::97690703-89ef-4183-8a66-0c81b6c8ace9" providerId="AD" clId="Web-{CB4E7D85-013E-7C6D-B823-71D831F18460}" dt="2024-02-09T05:11:07.852" v="21" actId="1076"/>
        <pc:sldMkLst>
          <pc:docMk/>
          <pc:sldMk cId="1588761885" sldId="279"/>
        </pc:sldMkLst>
        <pc:spChg chg="mod">
          <ac:chgData name="Embedded Development" userId="S::embedded@qmaxsys.com::97690703-89ef-4183-8a66-0c81b6c8ace9" providerId="AD" clId="Web-{CB4E7D85-013E-7C6D-B823-71D831F18460}" dt="2024-02-09T05:10:37.351" v="6" actId="1076"/>
          <ac:spMkLst>
            <pc:docMk/>
            <pc:sldMk cId="1588761885" sldId="279"/>
            <ac:spMk id="74" creationId="{3C437C14-F2C0-9437-0731-D12F9E4153E6}"/>
          </ac:spMkLst>
        </pc:spChg>
        <pc:spChg chg="mod">
          <ac:chgData name="Embedded Development" userId="S::embedded@qmaxsys.com::97690703-89ef-4183-8a66-0c81b6c8ace9" providerId="AD" clId="Web-{CB4E7D85-013E-7C6D-B823-71D831F18460}" dt="2024-02-09T05:11:07.852" v="21" actId="1076"/>
          <ac:spMkLst>
            <pc:docMk/>
            <pc:sldMk cId="1588761885" sldId="279"/>
            <ac:spMk id="75" creationId="{4E806F7C-7E8A-E106-00E5-6EB3A6CEB7E6}"/>
          </ac:spMkLst>
        </pc:spChg>
        <pc:spChg chg="mod">
          <ac:chgData name="Embedded Development" userId="S::embedded@qmaxsys.com::97690703-89ef-4183-8a66-0c81b6c8ace9" providerId="AD" clId="Web-{CB4E7D85-013E-7C6D-B823-71D831F18460}" dt="2024-02-09T05:10:58.805" v="19" actId="1076"/>
          <ac:spMkLst>
            <pc:docMk/>
            <pc:sldMk cId="1588761885" sldId="279"/>
            <ac:spMk id="76" creationId="{BA4F9672-F0BB-E128-1EFF-36907A0EBB61}"/>
          </ac:spMkLst>
        </pc:spChg>
      </pc:sldChg>
    </pc:docChg>
  </pc:docChgLst>
  <pc:docChgLst>
    <pc:chgData name="Embedded Development" userId="S::embedded@qmaxsys.com::97690703-89ef-4183-8a66-0c81b6c8ace9" providerId="AD" clId="Web-{6F35776A-5165-B4EB-50A7-2DFECDE5E521}"/>
    <pc:docChg chg="modSld">
      <pc:chgData name="Embedded Development" userId="S::embedded@qmaxsys.com::97690703-89ef-4183-8a66-0c81b6c8ace9" providerId="AD" clId="Web-{6F35776A-5165-B4EB-50A7-2DFECDE5E521}" dt="2024-03-08T14:36:16.167" v="9"/>
      <pc:docMkLst>
        <pc:docMk/>
      </pc:docMkLst>
      <pc:sldChg chg="modSp">
        <pc:chgData name="Embedded Development" userId="S::embedded@qmaxsys.com::97690703-89ef-4183-8a66-0c81b6c8ace9" providerId="AD" clId="Web-{6F35776A-5165-B4EB-50A7-2DFECDE5E521}" dt="2024-03-08T14:36:16.167" v="9"/>
        <pc:sldMkLst>
          <pc:docMk/>
          <pc:sldMk cId="1024772808" sldId="292"/>
        </pc:sldMkLst>
        <pc:spChg chg="mod">
          <ac:chgData name="Embedded Development" userId="S::embedded@qmaxsys.com::97690703-89ef-4183-8a66-0c81b6c8ace9" providerId="AD" clId="Web-{6F35776A-5165-B4EB-50A7-2DFECDE5E521}" dt="2024-03-08T14:35:46.183" v="7" actId="20577"/>
          <ac:spMkLst>
            <pc:docMk/>
            <pc:sldMk cId="1024772808" sldId="292"/>
            <ac:spMk id="36" creationId="{A42D33D0-F042-653C-C04C-18E3125A150C}"/>
          </ac:spMkLst>
        </pc:spChg>
        <pc:graphicFrameChg chg="modGraphic">
          <ac:chgData name="Embedded Development" userId="S::embedded@qmaxsys.com::97690703-89ef-4183-8a66-0c81b6c8ace9" providerId="AD" clId="Web-{6F35776A-5165-B4EB-50A7-2DFECDE5E521}" dt="2024-03-08T14:36:16.167" v="9"/>
          <ac:graphicFrameMkLst>
            <pc:docMk/>
            <pc:sldMk cId="1024772808" sldId="292"/>
            <ac:graphicFrameMk id="27" creationId="{01C8304D-DFFB-4E01-D0D0-368E1965B250}"/>
          </ac:graphicFrameMkLst>
        </pc:graphicFrameChg>
      </pc:sldChg>
    </pc:docChg>
  </pc:docChgLst>
  <pc:docChgLst>
    <pc:chgData name="Embedded Development" userId="S::embedded@qmaxsys.com::97690703-89ef-4183-8a66-0c81b6c8ace9" providerId="AD" clId="Web-{7A472C39-C997-53B4-AA34-07F2A2861D8D}"/>
    <pc:docChg chg="modSld">
      <pc:chgData name="Embedded Development" userId="S::embedded@qmaxsys.com::97690703-89ef-4183-8a66-0c81b6c8ace9" providerId="AD" clId="Web-{7A472C39-C997-53B4-AA34-07F2A2861D8D}" dt="2024-02-29T12:49:11.081" v="290"/>
      <pc:docMkLst>
        <pc:docMk/>
      </pc:docMkLst>
      <pc:sldChg chg="modSp">
        <pc:chgData name="Embedded Development" userId="S::embedded@qmaxsys.com::97690703-89ef-4183-8a66-0c81b6c8ace9" providerId="AD" clId="Web-{7A472C39-C997-53B4-AA34-07F2A2861D8D}" dt="2024-02-29T12:46:44.470" v="151"/>
        <pc:sldMkLst>
          <pc:docMk/>
          <pc:sldMk cId="3741343971" sldId="273"/>
        </pc:sldMkLst>
        <pc:spChg chg="mod">
          <ac:chgData name="Embedded Development" userId="S::embedded@qmaxsys.com::97690703-89ef-4183-8a66-0c81b6c8ace9" providerId="AD" clId="Web-{7A472C39-C997-53B4-AA34-07F2A2861D8D}" dt="2024-02-29T12:45:25.657" v="17"/>
          <ac:spMkLst>
            <pc:docMk/>
            <pc:sldMk cId="3741343971" sldId="273"/>
            <ac:spMk id="32" creationId="{7B0537C3-EF86-CE7A-3E86-4A295BF67E6E}"/>
          </ac:spMkLst>
        </pc:spChg>
        <pc:graphicFrameChg chg="mod modGraphic">
          <ac:chgData name="Embedded Development" userId="S::embedded@qmaxsys.com::97690703-89ef-4183-8a66-0c81b6c8ace9" providerId="AD" clId="Web-{7A472C39-C997-53B4-AA34-07F2A2861D8D}" dt="2024-02-29T12:46:44.470" v="151"/>
          <ac:graphicFrameMkLst>
            <pc:docMk/>
            <pc:sldMk cId="3741343971" sldId="273"/>
            <ac:graphicFrameMk id="6" creationId="{66A330D4-0C52-FEDC-33B2-A7500B1855E4}"/>
          </ac:graphicFrameMkLst>
        </pc:graphicFrameChg>
      </pc:sldChg>
      <pc:sldChg chg="modSp">
        <pc:chgData name="Embedded Development" userId="S::embedded@qmaxsys.com::97690703-89ef-4183-8a66-0c81b6c8ace9" providerId="AD" clId="Web-{7A472C39-C997-53B4-AA34-07F2A2861D8D}" dt="2024-02-29T12:46:59.127" v="152" actId="20577"/>
        <pc:sldMkLst>
          <pc:docMk/>
          <pc:sldMk cId="245526943" sldId="274"/>
        </pc:sldMkLst>
        <pc:spChg chg="mod">
          <ac:chgData name="Embedded Development" userId="S::embedded@qmaxsys.com::97690703-89ef-4183-8a66-0c81b6c8ace9" providerId="AD" clId="Web-{7A472C39-C997-53B4-AA34-07F2A2861D8D}" dt="2024-02-29T12:45:25.657" v="17"/>
          <ac:spMkLst>
            <pc:docMk/>
            <pc:sldMk cId="245526943" sldId="274"/>
            <ac:spMk id="2" creationId="{23559517-07AE-D37E-106E-8CAD96122A92}"/>
          </ac:spMkLst>
        </pc:spChg>
        <pc:spChg chg="mod">
          <ac:chgData name="Embedded Development" userId="S::embedded@qmaxsys.com::97690703-89ef-4183-8a66-0c81b6c8ace9" providerId="AD" clId="Web-{7A472C39-C997-53B4-AA34-07F2A2861D8D}" dt="2024-02-29T12:46:59.127" v="152" actId="20577"/>
          <ac:spMkLst>
            <pc:docMk/>
            <pc:sldMk cId="245526943" sldId="274"/>
            <ac:spMk id="22" creationId="{B71B770E-ADB2-184F-0DEA-D237DA9F3EAF}"/>
          </ac:spMkLst>
        </pc:spChg>
        <pc:spChg chg="mod">
          <ac:chgData name="Embedded Development" userId="S::embedded@qmaxsys.com::97690703-89ef-4183-8a66-0c81b6c8ace9" providerId="AD" clId="Web-{7A472C39-C997-53B4-AA34-07F2A2861D8D}" dt="2024-02-29T12:45:25.657" v="17"/>
          <ac:spMkLst>
            <pc:docMk/>
            <pc:sldMk cId="245526943" sldId="274"/>
            <ac:spMk id="30" creationId="{AC884E1E-A0F7-BF4B-A3F3-21040510C328}"/>
          </ac:spMkLst>
        </pc:spChg>
        <pc:graphicFrameChg chg="mod modGraphic">
          <ac:chgData name="Embedded Development" userId="S::embedded@qmaxsys.com::97690703-89ef-4183-8a66-0c81b6c8ace9" providerId="AD" clId="Web-{7A472C39-C997-53B4-AA34-07F2A2861D8D}" dt="2024-02-29T12:46:13.860" v="89"/>
          <ac:graphicFrameMkLst>
            <pc:docMk/>
            <pc:sldMk cId="245526943" sldId="274"/>
            <ac:graphicFrameMk id="4" creationId="{5134EA2D-686E-80A1-F400-C68399D83264}"/>
          </ac:graphicFrameMkLst>
        </pc:graphicFrameChg>
        <pc:graphicFrameChg chg="mod modGraphic">
          <ac:chgData name="Embedded Development" userId="S::embedded@qmaxsys.com::97690703-89ef-4183-8a66-0c81b6c8ace9" providerId="AD" clId="Web-{7A472C39-C997-53B4-AA34-07F2A2861D8D}" dt="2024-02-29T12:46:02.626" v="43"/>
          <ac:graphicFrameMkLst>
            <pc:docMk/>
            <pc:sldMk cId="245526943" sldId="274"/>
            <ac:graphicFrameMk id="6" creationId="{79F00D05-0CA3-5B4A-705B-D30562A25070}"/>
          </ac:graphicFrameMkLst>
        </pc:graphicFrameChg>
      </pc:sldChg>
      <pc:sldChg chg="modSp">
        <pc:chgData name="Embedded Development" userId="S::embedded@qmaxsys.com::97690703-89ef-4183-8a66-0c81b6c8ace9" providerId="AD" clId="Web-{7A472C39-C997-53B4-AA34-07F2A2861D8D}" dt="2024-02-29T12:46:30.220" v="131"/>
        <pc:sldMkLst>
          <pc:docMk/>
          <pc:sldMk cId="3095832009" sldId="275"/>
        </pc:sldMkLst>
        <pc:spChg chg="mod">
          <ac:chgData name="Embedded Development" userId="S::embedded@qmaxsys.com::97690703-89ef-4183-8a66-0c81b6c8ace9" providerId="AD" clId="Web-{7A472C39-C997-53B4-AA34-07F2A2861D8D}" dt="2024-02-29T12:45:25.657" v="17"/>
          <ac:spMkLst>
            <pc:docMk/>
            <pc:sldMk cId="3095832009" sldId="275"/>
            <ac:spMk id="36" creationId="{86D4DE69-35AB-7D8A-4926-FADB258B2C89}"/>
          </ac:spMkLst>
        </pc:spChg>
        <pc:graphicFrameChg chg="mod modGraphic">
          <ac:chgData name="Embedded Development" userId="S::embedded@qmaxsys.com::97690703-89ef-4183-8a66-0c81b6c8ace9" providerId="AD" clId="Web-{7A472C39-C997-53B4-AA34-07F2A2861D8D}" dt="2024-02-29T12:46:30.220" v="131"/>
          <ac:graphicFrameMkLst>
            <pc:docMk/>
            <pc:sldMk cId="3095832009" sldId="275"/>
            <ac:graphicFrameMk id="25" creationId="{E8E13FC1-CC31-DEB2-435A-664694F04B1E}"/>
          </ac:graphicFrameMkLst>
        </pc:graphicFrameChg>
      </pc:sldChg>
      <pc:sldChg chg="modSp">
        <pc:chgData name="Embedded Development" userId="S::embedded@qmaxsys.com::97690703-89ef-4183-8a66-0c81b6c8ace9" providerId="AD" clId="Web-{7A472C39-C997-53B4-AA34-07F2A2861D8D}" dt="2024-02-29T12:48:50.190" v="250"/>
        <pc:sldMkLst>
          <pc:docMk/>
          <pc:sldMk cId="181310961" sldId="278"/>
        </pc:sldMkLst>
        <pc:spChg chg="mod">
          <ac:chgData name="Embedded Development" userId="S::embedded@qmaxsys.com::97690703-89ef-4183-8a66-0c81b6c8ace9" providerId="AD" clId="Web-{7A472C39-C997-53B4-AA34-07F2A2861D8D}" dt="2024-02-29T12:45:25.657" v="17"/>
          <ac:spMkLst>
            <pc:docMk/>
            <pc:sldMk cId="181310961" sldId="278"/>
            <ac:spMk id="21" creationId="{5322282F-2FEE-4899-E15F-1616F4D991F4}"/>
          </ac:spMkLst>
        </pc:spChg>
        <pc:graphicFrameChg chg="mod modGraphic">
          <ac:chgData name="Embedded Development" userId="S::embedded@qmaxsys.com::97690703-89ef-4183-8a66-0c81b6c8ace9" providerId="AD" clId="Web-{7A472C39-C997-53B4-AA34-07F2A2861D8D}" dt="2024-02-29T12:48:50.190" v="250"/>
          <ac:graphicFrameMkLst>
            <pc:docMk/>
            <pc:sldMk cId="181310961" sldId="278"/>
            <ac:graphicFrameMk id="19" creationId="{E4FFD3C2-7C5B-40C4-F443-64DD9437A3DB}"/>
          </ac:graphicFrameMkLst>
        </pc:graphicFrameChg>
      </pc:sldChg>
      <pc:sldChg chg="modSp">
        <pc:chgData name="Embedded Development" userId="S::embedded@qmaxsys.com::97690703-89ef-4183-8a66-0c81b6c8ace9" providerId="AD" clId="Web-{7A472C39-C997-53B4-AA34-07F2A2861D8D}" dt="2024-02-29T12:49:11.081" v="290"/>
        <pc:sldMkLst>
          <pc:docMk/>
          <pc:sldMk cId="4027331707" sldId="282"/>
        </pc:sldMkLst>
        <pc:spChg chg="mod">
          <ac:chgData name="Embedded Development" userId="S::embedded@qmaxsys.com::97690703-89ef-4183-8a66-0c81b6c8ace9" providerId="AD" clId="Web-{7A472C39-C997-53B4-AA34-07F2A2861D8D}" dt="2024-02-29T12:45:25.657" v="17"/>
          <ac:spMkLst>
            <pc:docMk/>
            <pc:sldMk cId="4027331707" sldId="282"/>
            <ac:spMk id="2" creationId="{A1096FDC-184C-3218-A689-8C19FFCA536E}"/>
          </ac:spMkLst>
        </pc:spChg>
        <pc:spChg chg="mod">
          <ac:chgData name="Embedded Development" userId="S::embedded@qmaxsys.com::97690703-89ef-4183-8a66-0c81b6c8ace9" providerId="AD" clId="Web-{7A472C39-C997-53B4-AA34-07F2A2861D8D}" dt="2024-02-29T12:45:25.657" v="17"/>
          <ac:spMkLst>
            <pc:docMk/>
            <pc:sldMk cId="4027331707" sldId="282"/>
            <ac:spMk id="30" creationId="{576D5378-4725-8171-D222-AC654390CCB7}"/>
          </ac:spMkLst>
        </pc:spChg>
        <pc:graphicFrameChg chg="mod modGraphic">
          <ac:chgData name="Embedded Development" userId="S::embedded@qmaxsys.com::97690703-89ef-4183-8a66-0c81b6c8ace9" providerId="AD" clId="Web-{7A472C39-C997-53B4-AA34-07F2A2861D8D}" dt="2024-02-29T12:49:03.394" v="268"/>
          <ac:graphicFrameMkLst>
            <pc:docMk/>
            <pc:sldMk cId="4027331707" sldId="282"/>
            <ac:graphicFrameMk id="4" creationId="{DA2A474B-47E8-A293-1D08-81A56E189C06}"/>
          </ac:graphicFrameMkLst>
        </pc:graphicFrameChg>
        <pc:graphicFrameChg chg="mod modGraphic">
          <ac:chgData name="Embedded Development" userId="S::embedded@qmaxsys.com::97690703-89ef-4183-8a66-0c81b6c8ace9" providerId="AD" clId="Web-{7A472C39-C997-53B4-AA34-07F2A2861D8D}" dt="2024-02-29T12:49:11.081" v="290"/>
          <ac:graphicFrameMkLst>
            <pc:docMk/>
            <pc:sldMk cId="4027331707" sldId="282"/>
            <ac:graphicFrameMk id="6" creationId="{DB5FDC40-88FD-379F-D9D1-EA7A2F14943F}"/>
          </ac:graphicFrameMkLst>
        </pc:graphicFrameChg>
      </pc:sldChg>
      <pc:sldChg chg="modSp">
        <pc:chgData name="Embedded Development" userId="S::embedded@qmaxsys.com::97690703-89ef-4183-8a66-0c81b6c8ace9" providerId="AD" clId="Web-{7A472C39-C997-53B4-AA34-07F2A2861D8D}" dt="2024-02-29T12:41:42.888" v="11"/>
        <pc:sldMkLst>
          <pc:docMk/>
          <pc:sldMk cId="6800507" sldId="286"/>
        </pc:sldMkLst>
        <pc:spChg chg="mod">
          <ac:chgData name="Embedded Development" userId="S::embedded@qmaxsys.com::97690703-89ef-4183-8a66-0c81b6c8ace9" providerId="AD" clId="Web-{7A472C39-C997-53B4-AA34-07F2A2861D8D}" dt="2024-02-29T12:40:46.169" v="7" actId="20577"/>
          <ac:spMkLst>
            <pc:docMk/>
            <pc:sldMk cId="6800507" sldId="286"/>
            <ac:spMk id="2" creationId="{2652CDE7-CA35-1446-7997-9D31A3120EDF}"/>
          </ac:spMkLst>
        </pc:spChg>
        <pc:spChg chg="mod">
          <ac:chgData name="Embedded Development" userId="S::embedded@qmaxsys.com::97690703-89ef-4183-8a66-0c81b6c8ace9" providerId="AD" clId="Web-{7A472C39-C997-53B4-AA34-07F2A2861D8D}" dt="2024-02-29T12:40:26.887" v="3" actId="20577"/>
          <ac:spMkLst>
            <pc:docMk/>
            <pc:sldMk cId="6800507" sldId="286"/>
            <ac:spMk id="30" creationId="{5748340F-FFA3-FE08-7122-CFBF4C76C27A}"/>
          </ac:spMkLst>
        </pc:spChg>
        <pc:graphicFrameChg chg="modGraphic">
          <ac:chgData name="Embedded Development" userId="S::embedded@qmaxsys.com::97690703-89ef-4183-8a66-0c81b6c8ace9" providerId="AD" clId="Web-{7A472C39-C997-53B4-AA34-07F2A2861D8D}" dt="2024-02-29T12:41:42.888" v="11"/>
          <ac:graphicFrameMkLst>
            <pc:docMk/>
            <pc:sldMk cId="6800507" sldId="286"/>
            <ac:graphicFrameMk id="4" creationId="{5CB2B6CD-CDEA-6B1E-289B-13EF15A2F910}"/>
          </ac:graphicFrameMkLst>
        </pc:graphicFrameChg>
        <pc:graphicFrameChg chg="modGraphic">
          <ac:chgData name="Embedded Development" userId="S::embedded@qmaxsys.com::97690703-89ef-4183-8a66-0c81b6c8ace9" providerId="AD" clId="Web-{7A472C39-C997-53B4-AA34-07F2A2861D8D}" dt="2024-02-29T12:40:51.153" v="8"/>
          <ac:graphicFrameMkLst>
            <pc:docMk/>
            <pc:sldMk cId="6800507" sldId="286"/>
            <ac:graphicFrameMk id="6" creationId="{2A79CE7F-3F2B-2B38-599A-3BCC8AA70228}"/>
          </ac:graphicFrameMkLst>
        </pc:graphicFrameChg>
        <pc:graphicFrameChg chg="modGraphic">
          <ac:chgData name="Embedded Development" userId="S::embedded@qmaxsys.com::97690703-89ef-4183-8a66-0c81b6c8ace9" providerId="AD" clId="Web-{7A472C39-C997-53B4-AA34-07F2A2861D8D}" dt="2024-02-29T12:41:36.545" v="10"/>
          <ac:graphicFrameMkLst>
            <pc:docMk/>
            <pc:sldMk cId="6800507" sldId="286"/>
            <ac:graphicFrameMk id="8" creationId="{CBB11BF2-68D1-23B5-89FD-B161F076A11A}"/>
          </ac:graphicFrameMkLst>
        </pc:graphicFrameChg>
      </pc:sldChg>
      <pc:sldChg chg="modSp">
        <pc:chgData name="Embedded Development" userId="S::embedded@qmaxsys.com::97690703-89ef-4183-8a66-0c81b6c8ace9" providerId="AD" clId="Web-{7A472C39-C997-53B4-AA34-07F2A2861D8D}" dt="2024-02-29T12:47:29.252" v="210"/>
        <pc:sldMkLst>
          <pc:docMk/>
          <pc:sldMk cId="2573466333" sldId="290"/>
        </pc:sldMkLst>
        <pc:graphicFrameChg chg="mod modGraphic">
          <ac:chgData name="Embedded Development" userId="S::embedded@qmaxsys.com::97690703-89ef-4183-8a66-0c81b6c8ace9" providerId="AD" clId="Web-{7A472C39-C997-53B4-AA34-07F2A2861D8D}" dt="2024-02-29T12:47:18.111" v="178"/>
          <ac:graphicFrameMkLst>
            <pc:docMk/>
            <pc:sldMk cId="2573466333" sldId="290"/>
            <ac:graphicFrameMk id="23" creationId="{C176855F-2745-899B-65DD-8FE4B0F29EF7}"/>
          </ac:graphicFrameMkLst>
        </pc:graphicFrameChg>
        <pc:graphicFrameChg chg="mod modGraphic">
          <ac:chgData name="Embedded Development" userId="S::embedded@qmaxsys.com::97690703-89ef-4183-8a66-0c81b6c8ace9" providerId="AD" clId="Web-{7A472C39-C997-53B4-AA34-07F2A2861D8D}" dt="2024-02-29T12:47:29.252" v="210"/>
          <ac:graphicFrameMkLst>
            <pc:docMk/>
            <pc:sldMk cId="2573466333" sldId="290"/>
            <ac:graphicFrameMk id="25" creationId="{D1DF67F7-4321-AA05-41E5-32AA63E5F901}"/>
          </ac:graphicFrameMkLst>
        </pc:graphicFrameChg>
      </pc:sldChg>
    </pc:docChg>
  </pc:docChgLst>
  <pc:docChgLst>
    <pc:chgData name="Embedded Development" userId="S::embedded@qmaxsys.com::97690703-89ef-4183-8a66-0c81b6c8ace9" providerId="AD" clId="Web-{5CD7CF73-3FB5-8F4A-98AE-7D6B90155138}"/>
    <pc:docChg chg="modSld">
      <pc:chgData name="Embedded Development" userId="S::embedded@qmaxsys.com::97690703-89ef-4183-8a66-0c81b6c8ace9" providerId="AD" clId="Web-{5CD7CF73-3FB5-8F4A-98AE-7D6B90155138}" dt="2024-02-08T07:27:44.020" v="342" actId="1076"/>
      <pc:docMkLst>
        <pc:docMk/>
      </pc:docMkLst>
      <pc:sldChg chg="addSp delSp modSp delCm">
        <pc:chgData name="Embedded Development" userId="S::embedded@qmaxsys.com::97690703-89ef-4183-8a66-0c81b6c8ace9" providerId="AD" clId="Web-{5CD7CF73-3FB5-8F4A-98AE-7D6B90155138}" dt="2024-02-08T07:27:44.020" v="342" actId="1076"/>
        <pc:sldMkLst>
          <pc:docMk/>
          <pc:sldMk cId="3116336226" sldId="256"/>
        </pc:sldMkLst>
        <pc:spChg chg="mod">
          <ac:chgData name="Embedded Development" userId="S::embedded@qmaxsys.com::97690703-89ef-4183-8a66-0c81b6c8ace9" providerId="AD" clId="Web-{5CD7CF73-3FB5-8F4A-98AE-7D6B90155138}" dt="2024-02-08T07:12:08.273" v="110" actId="1076"/>
          <ac:spMkLst>
            <pc:docMk/>
            <pc:sldMk cId="3116336226" sldId="256"/>
            <ac:spMk id="4" creationId="{70CD7454-5FA4-8FFB-0066-50A6BB6BD811}"/>
          </ac:spMkLst>
        </pc:spChg>
        <pc:spChg chg="mod">
          <ac:chgData name="Embedded Development" userId="S::embedded@qmaxsys.com::97690703-89ef-4183-8a66-0c81b6c8ace9" providerId="AD" clId="Web-{5CD7CF73-3FB5-8F4A-98AE-7D6B90155138}" dt="2024-02-08T07:05:35.721" v="40" actId="1076"/>
          <ac:spMkLst>
            <pc:docMk/>
            <pc:sldMk cId="3116336226" sldId="256"/>
            <ac:spMk id="5" creationId="{F6324772-7B18-92E8-4D3E-220E0C0DCC4E}"/>
          </ac:spMkLst>
        </pc:spChg>
        <pc:spChg chg="mod">
          <ac:chgData name="Embedded Development" userId="S::embedded@qmaxsys.com::97690703-89ef-4183-8a66-0c81b6c8ace9" providerId="AD" clId="Web-{5CD7CF73-3FB5-8F4A-98AE-7D6B90155138}" dt="2024-02-08T07:12:08.383" v="112" actId="1076"/>
          <ac:spMkLst>
            <pc:docMk/>
            <pc:sldMk cId="3116336226" sldId="256"/>
            <ac:spMk id="6" creationId="{AD20DFB7-A5FE-6D7B-7EE5-BB73A187978D}"/>
          </ac:spMkLst>
        </pc:spChg>
        <pc:spChg chg="mod">
          <ac:chgData name="Embedded Development" userId="S::embedded@qmaxsys.com::97690703-89ef-4183-8a66-0c81b6c8ace9" providerId="AD" clId="Web-{5CD7CF73-3FB5-8F4A-98AE-7D6B90155138}" dt="2024-02-08T07:05:35.768" v="41" actId="1076"/>
          <ac:spMkLst>
            <pc:docMk/>
            <pc:sldMk cId="3116336226" sldId="256"/>
            <ac:spMk id="7" creationId="{8DB2483E-75F6-F80E-8837-97C8C102ECEA}"/>
          </ac:spMkLst>
        </pc:spChg>
        <pc:spChg chg="mod">
          <ac:chgData name="Embedded Development" userId="S::embedded@qmaxsys.com::97690703-89ef-4183-8a66-0c81b6c8ace9" providerId="AD" clId="Web-{5CD7CF73-3FB5-8F4A-98AE-7D6B90155138}" dt="2024-02-08T07:15:38.651" v="238" actId="1076"/>
          <ac:spMkLst>
            <pc:docMk/>
            <pc:sldMk cId="3116336226" sldId="256"/>
            <ac:spMk id="9" creationId="{F7EDEAC7-1705-BC74-AFD9-57284BEF10DC}"/>
          </ac:spMkLst>
        </pc:spChg>
        <pc:spChg chg="add mod">
          <ac:chgData name="Embedded Development" userId="S::embedded@qmaxsys.com::97690703-89ef-4183-8a66-0c81b6c8ace9" providerId="AD" clId="Web-{5CD7CF73-3FB5-8F4A-98AE-7D6B90155138}" dt="2024-02-08T07:14:57.994" v="200" actId="1076"/>
          <ac:spMkLst>
            <pc:docMk/>
            <pc:sldMk cId="3116336226" sldId="256"/>
            <ac:spMk id="10" creationId="{76A5832B-E368-B357-9402-832DF3F17B83}"/>
          </ac:spMkLst>
        </pc:spChg>
        <pc:spChg chg="add del mod">
          <ac:chgData name="Embedded Development" userId="S::embedded@qmaxsys.com::97690703-89ef-4183-8a66-0c81b6c8ace9" providerId="AD" clId="Web-{5CD7CF73-3FB5-8F4A-98AE-7D6B90155138}" dt="2024-02-08T07:09:30.771" v="100"/>
          <ac:spMkLst>
            <pc:docMk/>
            <pc:sldMk cId="3116336226" sldId="256"/>
            <ac:spMk id="11" creationId="{ECB2E052-2A89-FD26-4CBF-CFB1CA9061AD}"/>
          </ac:spMkLst>
        </pc:spChg>
        <pc:spChg chg="add del mod">
          <ac:chgData name="Embedded Development" userId="S::embedded@qmaxsys.com::97690703-89ef-4183-8a66-0c81b6c8ace9" providerId="AD" clId="Web-{5CD7CF73-3FB5-8F4A-98AE-7D6B90155138}" dt="2024-02-08T07:11:52.336" v="107"/>
          <ac:spMkLst>
            <pc:docMk/>
            <pc:sldMk cId="3116336226" sldId="256"/>
            <ac:spMk id="12" creationId="{CDC1F1D1-2714-5C20-9D0F-E8D8B1298DDD}"/>
          </ac:spMkLst>
        </pc:spChg>
        <pc:spChg chg="add mod">
          <ac:chgData name="Embedded Development" userId="S::embedded@qmaxsys.com::97690703-89ef-4183-8a66-0c81b6c8ace9" providerId="AD" clId="Web-{5CD7CF73-3FB5-8F4A-98AE-7D6B90155138}" dt="2024-02-08T07:14:52.604" v="199" actId="1076"/>
          <ac:spMkLst>
            <pc:docMk/>
            <pc:sldMk cId="3116336226" sldId="256"/>
            <ac:spMk id="13" creationId="{507A1125-9A1B-A917-E389-61B5ACB5728B}"/>
          </ac:spMkLst>
        </pc:spChg>
        <pc:spChg chg="mod">
          <ac:chgData name="Embedded Development" userId="S::embedded@qmaxsys.com::97690703-89ef-4183-8a66-0c81b6c8ace9" providerId="AD" clId="Web-{5CD7CF73-3FB5-8F4A-98AE-7D6B90155138}" dt="2024-02-08T07:05:35.800" v="42" actId="1076"/>
          <ac:spMkLst>
            <pc:docMk/>
            <pc:sldMk cId="3116336226" sldId="256"/>
            <ac:spMk id="16" creationId="{93D40C93-9EAC-DA7C-F1AC-42FE6B7D681F}"/>
          </ac:spMkLst>
        </pc:spChg>
        <pc:spChg chg="mod">
          <ac:chgData name="Embedded Development" userId="S::embedded@qmaxsys.com::97690703-89ef-4183-8a66-0c81b6c8ace9" providerId="AD" clId="Web-{5CD7CF73-3FB5-8F4A-98AE-7D6B90155138}" dt="2024-02-08T07:11:55.633" v="108" actId="1076"/>
          <ac:spMkLst>
            <pc:docMk/>
            <pc:sldMk cId="3116336226" sldId="256"/>
            <ac:spMk id="23" creationId="{466DA469-08CB-94E2-3F05-C208C3F8BF52}"/>
          </ac:spMkLst>
        </pc:spChg>
        <pc:spChg chg="mod">
          <ac:chgData name="Embedded Development" userId="S::embedded@qmaxsys.com::97690703-89ef-4183-8a66-0c81b6c8ace9" providerId="AD" clId="Web-{5CD7CF73-3FB5-8F4A-98AE-7D6B90155138}" dt="2024-02-08T07:27:43.911" v="340" actId="1076"/>
          <ac:spMkLst>
            <pc:docMk/>
            <pc:sldMk cId="3116336226" sldId="256"/>
            <ac:spMk id="25" creationId="{85791150-5635-5FB9-AB1B-E35DFEBA922D}"/>
          </ac:spMkLst>
        </pc:spChg>
        <pc:spChg chg="mod">
          <ac:chgData name="Embedded Development" userId="S::embedded@qmaxsys.com::97690703-89ef-4183-8a66-0c81b6c8ace9" providerId="AD" clId="Web-{5CD7CF73-3FB5-8F4A-98AE-7D6B90155138}" dt="2024-02-08T07:27:44.020" v="342" actId="1076"/>
          <ac:spMkLst>
            <pc:docMk/>
            <pc:sldMk cId="3116336226" sldId="256"/>
            <ac:spMk id="28" creationId="{F03765B4-2F41-9A42-4B19-3B906BBC71C4}"/>
          </ac:spMkLst>
        </pc:spChg>
        <pc:graphicFrameChg chg="mod">
          <ac:chgData name="Embedded Development" userId="S::embedded@qmaxsys.com::97690703-89ef-4183-8a66-0c81b6c8ace9" providerId="AD" clId="Web-{5CD7CF73-3FB5-8F4A-98AE-7D6B90155138}" dt="2024-02-08T07:12:08.336" v="111" actId="1076"/>
          <ac:graphicFrameMkLst>
            <pc:docMk/>
            <pc:sldMk cId="3116336226" sldId="256"/>
            <ac:graphicFrameMk id="2" creationId="{179AF028-29EB-3A39-F202-19AAF9891FF6}"/>
          </ac:graphicFrameMkLst>
        </pc:graphicFrameChg>
        <pc:graphicFrameChg chg="mod modGraphic">
          <ac:chgData name="Embedded Development" userId="S::embedded@qmaxsys.com::97690703-89ef-4183-8a66-0c81b6c8ace9" providerId="AD" clId="Web-{5CD7CF73-3FB5-8F4A-98AE-7D6B90155138}" dt="2024-02-08T07:12:08.227" v="109" actId="1076"/>
          <ac:graphicFrameMkLst>
            <pc:docMk/>
            <pc:sldMk cId="3116336226" sldId="256"/>
            <ac:graphicFrameMk id="3" creationId="{4BD7DC63-F8E9-28B1-0F9A-D1370815E53F}"/>
          </ac:graphicFrameMkLst>
        </pc:graphicFrameChg>
        <pc:graphicFrameChg chg="mod modGraphic">
          <ac:chgData name="Embedded Development" userId="S::embedded@qmaxsys.com::97690703-89ef-4183-8a66-0c81b6c8ace9" providerId="AD" clId="Web-{5CD7CF73-3FB5-8F4A-98AE-7D6B90155138}" dt="2024-02-08T07:15:38.714" v="239" actId="1076"/>
          <ac:graphicFrameMkLst>
            <pc:docMk/>
            <pc:sldMk cId="3116336226" sldId="256"/>
            <ac:graphicFrameMk id="8" creationId="{D726E11F-5CA1-1FD4-5765-8835B4C0AF4B}"/>
          </ac:graphicFrameMkLst>
        </pc:graphicFrameChg>
        <pc:cxnChg chg="mod">
          <ac:chgData name="Embedded Development" userId="S::embedded@qmaxsys.com::97690703-89ef-4183-8a66-0c81b6c8ace9" providerId="AD" clId="Web-{5CD7CF73-3FB5-8F4A-98AE-7D6B90155138}" dt="2024-02-08T07:05:35.846" v="43" actId="1076"/>
          <ac:cxnSpMkLst>
            <pc:docMk/>
            <pc:sldMk cId="3116336226" sldId="256"/>
            <ac:cxnSpMk id="18" creationId="{B490904F-FE6B-20C0-E257-F3EF42653890}"/>
          </ac:cxnSpMkLst>
        </pc:cxnChg>
        <pc:cxnChg chg="mod">
          <ac:chgData name="Embedded Development" userId="S::embedded@qmaxsys.com::97690703-89ef-4183-8a66-0c81b6c8ace9" providerId="AD" clId="Web-{5CD7CF73-3FB5-8F4A-98AE-7D6B90155138}" dt="2024-02-08T07:05:35.893" v="44" actId="1076"/>
          <ac:cxnSpMkLst>
            <pc:docMk/>
            <pc:sldMk cId="3116336226" sldId="256"/>
            <ac:cxnSpMk id="19" creationId="{E660EC5D-28A9-9C2A-3533-32E2B37690D4}"/>
          </ac:cxnSpMkLst>
        </pc:cxnChg>
        <pc:cxnChg chg="mod">
          <ac:chgData name="Embedded Development" userId="S::embedded@qmaxsys.com::97690703-89ef-4183-8a66-0c81b6c8ace9" providerId="AD" clId="Web-{5CD7CF73-3FB5-8F4A-98AE-7D6B90155138}" dt="2024-02-08T07:05:35.940" v="45" actId="1076"/>
          <ac:cxnSpMkLst>
            <pc:docMk/>
            <pc:sldMk cId="3116336226" sldId="256"/>
            <ac:cxnSpMk id="22" creationId="{01D543AB-E540-5033-A9B9-D3E916AA5237}"/>
          </ac:cxnSpMkLst>
        </pc:cxnChg>
        <pc:cxnChg chg="mod">
          <ac:chgData name="Embedded Development" userId="S::embedded@qmaxsys.com::97690703-89ef-4183-8a66-0c81b6c8ace9" providerId="AD" clId="Web-{5CD7CF73-3FB5-8F4A-98AE-7D6B90155138}" dt="2024-02-08T07:27:43.848" v="339" actId="1076"/>
          <ac:cxnSpMkLst>
            <pc:docMk/>
            <pc:sldMk cId="3116336226" sldId="256"/>
            <ac:cxnSpMk id="24" creationId="{968DE889-BF03-66DE-F9E4-A5645042F184}"/>
          </ac:cxnSpMkLst>
        </pc:cxnChg>
        <pc:cxnChg chg="mod">
          <ac:chgData name="Embedded Development" userId="S::embedded@qmaxsys.com::97690703-89ef-4183-8a66-0c81b6c8ace9" providerId="AD" clId="Web-{5CD7CF73-3FB5-8F4A-98AE-7D6B90155138}" dt="2024-02-08T07:27:43.958" v="341" actId="1076"/>
          <ac:cxnSpMkLst>
            <pc:docMk/>
            <pc:sldMk cId="3116336226" sldId="256"/>
            <ac:cxnSpMk id="27" creationId="{C005F987-7FCE-CA05-950D-15E02B4ABD9F}"/>
          </ac:cxnSpMkLst>
        </pc:cxnChg>
      </pc:sldChg>
      <pc:sldChg chg="addSp delSp modSp addCm delCm">
        <pc:chgData name="Embedded Development" userId="S::embedded@qmaxsys.com::97690703-89ef-4183-8a66-0c81b6c8ace9" providerId="AD" clId="Web-{5CD7CF73-3FB5-8F4A-98AE-7D6B90155138}" dt="2024-02-08T07:27:35.411" v="338" actId="1076"/>
        <pc:sldMkLst>
          <pc:docMk/>
          <pc:sldMk cId="1943458392" sldId="262"/>
        </pc:sldMkLst>
        <pc:spChg chg="mod">
          <ac:chgData name="Embedded Development" userId="S::embedded@qmaxsys.com::97690703-89ef-4183-8a66-0c81b6c8ace9" providerId="AD" clId="Web-{5CD7CF73-3FB5-8F4A-98AE-7D6B90155138}" dt="2024-02-08T07:26:37.269" v="320" actId="1076"/>
          <ac:spMkLst>
            <pc:docMk/>
            <pc:sldMk cId="1943458392" sldId="262"/>
            <ac:spMk id="2" creationId="{103142F4-9E07-E7C8-8EC5-08A4092B4296}"/>
          </ac:spMkLst>
        </pc:spChg>
        <pc:spChg chg="del">
          <ac:chgData name="Embedded Development" userId="S::embedded@qmaxsys.com::97690703-89ef-4183-8a66-0c81b6c8ace9" providerId="AD" clId="Web-{5CD7CF73-3FB5-8F4A-98AE-7D6B90155138}" dt="2024-02-08T07:26:48.316" v="325"/>
          <ac:spMkLst>
            <pc:docMk/>
            <pc:sldMk cId="1943458392" sldId="262"/>
            <ac:spMk id="3" creationId="{BB9F8F36-6408-2128-DD2C-4FF213CF5069}"/>
          </ac:spMkLst>
        </pc:spChg>
        <pc:spChg chg="mod">
          <ac:chgData name="Embedded Development" userId="S::embedded@qmaxsys.com::97690703-89ef-4183-8a66-0c81b6c8ace9" providerId="AD" clId="Web-{5CD7CF73-3FB5-8F4A-98AE-7D6B90155138}" dt="2024-02-08T07:22:46.110" v="307" actId="1076"/>
          <ac:spMkLst>
            <pc:docMk/>
            <pc:sldMk cId="1943458392" sldId="262"/>
            <ac:spMk id="7" creationId="{25840DEC-B883-6E5E-9096-75C61611D6B8}"/>
          </ac:spMkLst>
        </pc:spChg>
        <pc:spChg chg="del mod">
          <ac:chgData name="Embedded Development" userId="S::embedded@qmaxsys.com::97690703-89ef-4183-8a66-0c81b6c8ace9" providerId="AD" clId="Web-{5CD7CF73-3FB5-8F4A-98AE-7D6B90155138}" dt="2024-02-08T07:27:21.114" v="332"/>
          <ac:spMkLst>
            <pc:docMk/>
            <pc:sldMk cId="1943458392" sldId="262"/>
            <ac:spMk id="9" creationId="{DE7C4353-B073-8608-568B-7AA29D0BD26E}"/>
          </ac:spMkLst>
        </pc:spChg>
        <pc:spChg chg="del mod">
          <ac:chgData name="Embedded Development" userId="S::embedded@qmaxsys.com::97690703-89ef-4183-8a66-0c81b6c8ace9" providerId="AD" clId="Web-{5CD7CF73-3FB5-8F4A-98AE-7D6B90155138}" dt="2024-02-08T07:27:22.176" v="333"/>
          <ac:spMkLst>
            <pc:docMk/>
            <pc:sldMk cId="1943458392" sldId="262"/>
            <ac:spMk id="11" creationId="{326944DB-763E-97AF-4650-7FF4F9A7CA7A}"/>
          </ac:spMkLst>
        </pc:spChg>
        <pc:spChg chg="mod">
          <ac:chgData name="Embedded Development" userId="S::embedded@qmaxsys.com::97690703-89ef-4183-8a66-0c81b6c8ace9" providerId="AD" clId="Web-{5CD7CF73-3FB5-8F4A-98AE-7D6B90155138}" dt="2024-02-08T07:23:05.891" v="313" actId="1076"/>
          <ac:spMkLst>
            <pc:docMk/>
            <pc:sldMk cId="1943458392" sldId="262"/>
            <ac:spMk id="13" creationId="{2FD938B8-C2C6-D15D-B9F9-7A57B4591D1F}"/>
          </ac:spMkLst>
        </pc:spChg>
        <pc:spChg chg="mod">
          <ac:chgData name="Embedded Development" userId="S::embedded@qmaxsys.com::97690703-89ef-4183-8a66-0c81b6c8ace9" providerId="AD" clId="Web-{5CD7CF73-3FB5-8F4A-98AE-7D6B90155138}" dt="2024-02-08T07:23:09.938" v="314" actId="1076"/>
          <ac:spMkLst>
            <pc:docMk/>
            <pc:sldMk cId="1943458392" sldId="262"/>
            <ac:spMk id="15" creationId="{ECA97BF2-DCDD-BAAC-3E48-277C8F743913}"/>
          </ac:spMkLst>
        </pc:spChg>
        <pc:spChg chg="add mod">
          <ac:chgData name="Embedded Development" userId="S::embedded@qmaxsys.com::97690703-89ef-4183-8a66-0c81b6c8ace9" providerId="AD" clId="Web-{5CD7CF73-3FB5-8F4A-98AE-7D6B90155138}" dt="2024-02-08T07:27:13.113" v="330" actId="1076"/>
          <ac:spMkLst>
            <pc:docMk/>
            <pc:sldMk cId="1943458392" sldId="262"/>
            <ac:spMk id="17" creationId="{BBF89046-C61A-98CD-A38D-4FA139D4611D}"/>
          </ac:spMkLst>
        </pc:spChg>
        <pc:graphicFrameChg chg="mod">
          <ac:chgData name="Embedded Development" userId="S::embedded@qmaxsys.com::97690703-89ef-4183-8a66-0c81b6c8ace9" providerId="AD" clId="Web-{5CD7CF73-3FB5-8F4A-98AE-7D6B90155138}" dt="2024-02-08T07:22:46.047" v="306" actId="1076"/>
          <ac:graphicFrameMkLst>
            <pc:docMk/>
            <pc:sldMk cId="1943458392" sldId="262"/>
            <ac:graphicFrameMk id="5" creationId="{E8DD78CE-6DB1-C1D9-1B47-468750E24619}"/>
          </ac:graphicFrameMkLst>
        </pc:graphicFrameChg>
        <pc:graphicFrameChg chg="mod">
          <ac:chgData name="Embedded Development" userId="S::embedded@qmaxsys.com::97690703-89ef-4183-8a66-0c81b6c8ace9" providerId="AD" clId="Web-{5CD7CF73-3FB5-8F4A-98AE-7D6B90155138}" dt="2024-02-08T07:23:05.845" v="312" actId="1076"/>
          <ac:graphicFrameMkLst>
            <pc:docMk/>
            <pc:sldMk cId="1943458392" sldId="262"/>
            <ac:graphicFrameMk id="12" creationId="{429D734C-A13A-E533-2543-5F852D9E249C}"/>
          </ac:graphicFrameMkLst>
        </pc:graphicFrameChg>
        <pc:graphicFrameChg chg="mod modGraphic">
          <ac:chgData name="Embedded Development" userId="S::embedded@qmaxsys.com::97690703-89ef-4183-8a66-0c81b6c8ace9" providerId="AD" clId="Web-{5CD7CF73-3FB5-8F4A-98AE-7D6B90155138}" dt="2024-02-08T07:24:15.595" v="316"/>
          <ac:graphicFrameMkLst>
            <pc:docMk/>
            <pc:sldMk cId="1943458392" sldId="262"/>
            <ac:graphicFrameMk id="14" creationId="{3D5E05EF-1C32-7569-E24E-2FB73A801BE7}"/>
          </ac:graphicFrameMkLst>
        </pc:graphicFrameChg>
        <pc:cxnChg chg="mod">
          <ac:chgData name="Embedded Development" userId="S::embedded@qmaxsys.com::97690703-89ef-4183-8a66-0c81b6c8ace9" providerId="AD" clId="Web-{5CD7CF73-3FB5-8F4A-98AE-7D6B90155138}" dt="2024-02-08T07:27:18.645" v="331" actId="14100"/>
          <ac:cxnSpMkLst>
            <pc:docMk/>
            <pc:sldMk cId="1943458392" sldId="262"/>
            <ac:cxnSpMk id="4" creationId="{A4B1E2C5-9645-7E89-87D4-160F62D00334}"/>
          </ac:cxnSpMkLst>
        </pc:cxnChg>
        <pc:cxnChg chg="mod">
          <ac:chgData name="Embedded Development" userId="S::embedded@qmaxsys.com::97690703-89ef-4183-8a66-0c81b6c8ace9" providerId="AD" clId="Web-{5CD7CF73-3FB5-8F4A-98AE-7D6B90155138}" dt="2024-02-08T07:27:32.067" v="337" actId="1076"/>
          <ac:cxnSpMkLst>
            <pc:docMk/>
            <pc:sldMk cId="1943458392" sldId="262"/>
            <ac:cxnSpMk id="8" creationId="{9EC50927-D2D9-A80F-70F8-818BFFE257CA}"/>
          </ac:cxnSpMkLst>
        </pc:cxnChg>
        <pc:cxnChg chg="mod">
          <ac:chgData name="Embedded Development" userId="S::embedded@qmaxsys.com::97690703-89ef-4183-8a66-0c81b6c8ace9" providerId="AD" clId="Web-{5CD7CF73-3FB5-8F4A-98AE-7D6B90155138}" dt="2024-02-08T07:27:35.411" v="338" actId="1076"/>
          <ac:cxnSpMkLst>
            <pc:docMk/>
            <pc:sldMk cId="1943458392" sldId="262"/>
            <ac:cxnSpMk id="10" creationId="{593CFC24-9C6A-F9B2-F421-A8F7391F1E08}"/>
          </ac:cxnSpMkLst>
        </pc:cxnChg>
      </pc:sldChg>
    </pc:docChg>
  </pc:docChgLst>
  <pc:docChgLst>
    <pc:chgData name="Guest User" userId="S::urn:spo:anon#5327cfe0df180885c53e23ededa58ff805b517b41a7ff753fc9b22ff3c51c8e9::" providerId="AD" clId="Web-{7EC8B1A6-3810-BF87-4372-3E71C3BCE040}"/>
    <pc:docChg chg="addSld delSld modSld sldOrd">
      <pc:chgData name="Guest User" userId="S::urn:spo:anon#5327cfe0df180885c53e23ededa58ff805b517b41a7ff753fc9b22ff3c51c8e9::" providerId="AD" clId="Web-{7EC8B1A6-3810-BF87-4372-3E71C3BCE040}" dt="2024-02-12T14:33:16.461" v="243" actId="1076"/>
      <pc:docMkLst>
        <pc:docMk/>
      </pc:docMkLst>
      <pc:sldChg chg="modSp">
        <pc:chgData name="Guest User" userId="S::urn:spo:anon#5327cfe0df180885c53e23ededa58ff805b517b41a7ff753fc9b22ff3c51c8e9::" providerId="AD" clId="Web-{7EC8B1A6-3810-BF87-4372-3E71C3BCE040}" dt="2024-02-12T09:01:58.260" v="4" actId="20577"/>
        <pc:sldMkLst>
          <pc:docMk/>
          <pc:sldMk cId="1671863335" sldId="285"/>
        </pc:sldMkLst>
        <pc:spChg chg="mod">
          <ac:chgData name="Guest User" userId="S::urn:spo:anon#5327cfe0df180885c53e23ededa58ff805b517b41a7ff753fc9b22ff3c51c8e9::" providerId="AD" clId="Web-{7EC8B1A6-3810-BF87-4372-3E71C3BCE040}" dt="2024-02-12T09:01:58.260" v="4" actId="20577"/>
          <ac:spMkLst>
            <pc:docMk/>
            <pc:sldMk cId="1671863335" sldId="285"/>
            <ac:spMk id="2" creationId="{7D0D34F7-9759-FBAA-7064-554F9BAC1CC3}"/>
          </ac:spMkLst>
        </pc:spChg>
        <pc:spChg chg="mod">
          <ac:chgData name="Guest User" userId="S::urn:spo:anon#5327cfe0df180885c53e23ededa58ff805b517b41a7ff753fc9b22ff3c51c8e9::" providerId="AD" clId="Web-{7EC8B1A6-3810-BF87-4372-3E71C3BCE040}" dt="2024-02-12T08:26:48.593" v="3" actId="20577"/>
          <ac:spMkLst>
            <pc:docMk/>
            <pc:sldMk cId="1671863335" sldId="285"/>
            <ac:spMk id="26" creationId="{83957946-8AA2-EC11-FD66-794945EFC601}"/>
          </ac:spMkLst>
        </pc:spChg>
      </pc:sldChg>
      <pc:sldChg chg="new del ord">
        <pc:chgData name="Guest User" userId="S::urn:spo:anon#5327cfe0df180885c53e23ededa58ff805b517b41a7ff753fc9b22ff3c51c8e9::" providerId="AD" clId="Web-{7EC8B1A6-3810-BF87-4372-3E71C3BCE040}" dt="2024-02-12T10:32:58.292" v="9"/>
        <pc:sldMkLst>
          <pc:docMk/>
          <pc:sldMk cId="2167123915" sldId="287"/>
        </pc:sldMkLst>
      </pc:sldChg>
      <pc:sldChg chg="modSp">
        <pc:chgData name="Guest User" userId="S::urn:spo:anon#5327cfe0df180885c53e23ededa58ff805b517b41a7ff753fc9b22ff3c51c8e9::" providerId="AD" clId="Web-{7EC8B1A6-3810-BF87-4372-3E71C3BCE040}" dt="2024-02-12T14:33:16.461" v="243" actId="1076"/>
        <pc:sldMkLst>
          <pc:docMk/>
          <pc:sldMk cId="3893652762" sldId="291"/>
        </pc:sldMkLst>
        <pc:cxnChg chg="mod">
          <ac:chgData name="Guest User" userId="S::urn:spo:anon#5327cfe0df180885c53e23ededa58ff805b517b41a7ff753fc9b22ff3c51c8e9::" providerId="AD" clId="Web-{7EC8B1A6-3810-BF87-4372-3E71C3BCE040}" dt="2024-02-12T14:33:16.461" v="243" actId="1076"/>
          <ac:cxnSpMkLst>
            <pc:docMk/>
            <pc:sldMk cId="3893652762" sldId="291"/>
            <ac:cxnSpMk id="5" creationId="{BE4599E9-5ACF-E6E9-4ADE-91582BFAB6E0}"/>
          </ac:cxnSpMkLst>
        </pc:cxnChg>
      </pc:sldChg>
      <pc:sldChg chg="addSp modSp add ord">
        <pc:chgData name="Guest User" userId="S::urn:spo:anon#5327cfe0df180885c53e23ededa58ff805b517b41a7ff753fc9b22ff3c51c8e9::" providerId="AD" clId="Web-{7EC8B1A6-3810-BF87-4372-3E71C3BCE040}" dt="2024-02-12T10:36:36.639" v="104" actId="1076"/>
        <pc:sldMkLst>
          <pc:docMk/>
          <pc:sldMk cId="160063304" sldId="293"/>
        </pc:sldMkLst>
        <pc:spChg chg="mod">
          <ac:chgData name="Guest User" userId="S::urn:spo:anon#5327cfe0df180885c53e23ededa58ff805b517b41a7ff753fc9b22ff3c51c8e9::" providerId="AD" clId="Web-{7EC8B1A6-3810-BF87-4372-3E71C3BCE040}" dt="2024-02-12T10:36:36.639" v="104" actId="1076"/>
          <ac:spMkLst>
            <pc:docMk/>
            <pc:sldMk cId="160063304" sldId="293"/>
            <ac:spMk id="2" creationId="{B59E0AA7-9EA0-D0FF-B014-34A4F38781A0}"/>
          </ac:spMkLst>
        </pc:spChg>
        <pc:spChg chg="add mod">
          <ac:chgData name="Guest User" userId="S::urn:spo:anon#5327cfe0df180885c53e23ededa58ff805b517b41a7ff753fc9b22ff3c51c8e9::" providerId="AD" clId="Web-{7EC8B1A6-3810-BF87-4372-3E71C3BCE040}" dt="2024-02-12T10:36:26.873" v="103" actId="14100"/>
          <ac:spMkLst>
            <pc:docMk/>
            <pc:sldMk cId="160063304" sldId="293"/>
            <ac:spMk id="3" creationId="{6E0C6837-B36A-9AF5-4B8F-CC4381F28FB5}"/>
          </ac:spMkLst>
        </pc:spChg>
        <pc:spChg chg="mod">
          <ac:chgData name="Guest User" userId="S::urn:spo:anon#5327cfe0df180885c53e23ededa58ff805b517b41a7ff753fc9b22ff3c51c8e9::" providerId="AD" clId="Web-{7EC8B1A6-3810-BF87-4372-3E71C3BCE040}" dt="2024-02-12T10:35:31.388" v="80" actId="20577"/>
          <ac:spMkLst>
            <pc:docMk/>
            <pc:sldMk cId="160063304" sldId="293"/>
            <ac:spMk id="88" creationId="{00000000-0000-0000-0000-000000000000}"/>
          </ac:spMkLst>
        </pc:spChg>
      </pc:sldChg>
      <pc:sldChg chg="new del">
        <pc:chgData name="Guest User" userId="S::urn:spo:anon#5327cfe0df180885c53e23ededa58ff805b517b41a7ff753fc9b22ff3c51c8e9::" providerId="AD" clId="Web-{7EC8B1A6-3810-BF87-4372-3E71C3BCE040}" dt="2024-02-12T14:27:16.376" v="107"/>
        <pc:sldMkLst>
          <pc:docMk/>
          <pc:sldMk cId="3818225331" sldId="294"/>
        </pc:sldMkLst>
      </pc:sldChg>
      <pc:sldChg chg="addSp delSp modSp new ord">
        <pc:chgData name="Guest User" userId="S::urn:spo:anon#5327cfe0df180885c53e23ededa58ff805b517b41a7ff753fc9b22ff3c51c8e9::" providerId="AD" clId="Web-{7EC8B1A6-3810-BF87-4372-3E71C3BCE040}" dt="2024-02-12T14:32:06.116" v="242" actId="1076"/>
        <pc:sldMkLst>
          <pc:docMk/>
          <pc:sldMk cId="788389846" sldId="295"/>
        </pc:sldMkLst>
        <pc:spChg chg="mod">
          <ac:chgData name="Guest User" userId="S::urn:spo:anon#5327cfe0df180885c53e23ededa58ff805b517b41a7ff753fc9b22ff3c51c8e9::" providerId="AD" clId="Web-{7EC8B1A6-3810-BF87-4372-3E71C3BCE040}" dt="2024-02-12T14:27:43.142" v="115" actId="1076"/>
          <ac:spMkLst>
            <pc:docMk/>
            <pc:sldMk cId="788389846" sldId="295"/>
            <ac:spMk id="2" creationId="{BFB121C8-5A43-8F32-900C-EB0C55E72DC9}"/>
          </ac:spMkLst>
        </pc:spChg>
        <pc:spChg chg="del mod">
          <ac:chgData name="Guest User" userId="S::urn:spo:anon#5327cfe0df180885c53e23ededa58ff805b517b41a7ff753fc9b22ff3c51c8e9::" providerId="AD" clId="Web-{7EC8B1A6-3810-BF87-4372-3E71C3BCE040}" dt="2024-02-12T14:27:47.642" v="117"/>
          <ac:spMkLst>
            <pc:docMk/>
            <pc:sldMk cId="788389846" sldId="295"/>
            <ac:spMk id="3" creationId="{F14B3324-312C-3F00-520C-E5262E4B51D2}"/>
          </ac:spMkLst>
        </pc:spChg>
        <pc:graphicFrameChg chg="add mod modGraphic">
          <ac:chgData name="Guest User" userId="S::urn:spo:anon#5327cfe0df180885c53e23ededa58ff805b517b41a7ff753fc9b22ff3c51c8e9::" providerId="AD" clId="Web-{7EC8B1A6-3810-BF87-4372-3E71C3BCE040}" dt="2024-02-12T14:32:06.116" v="242" actId="1076"/>
          <ac:graphicFrameMkLst>
            <pc:docMk/>
            <pc:sldMk cId="788389846" sldId="295"/>
            <ac:graphicFrameMk id="4" creationId="{744FA63C-1CDF-B49D-1602-FC4710C214B7}"/>
          </ac:graphicFrameMkLst>
        </pc:graphicFrameChg>
      </pc:sldChg>
      <pc:sldMasterChg chg="addSldLayout">
        <pc:chgData name="Guest User" userId="S::urn:spo:anon#5327cfe0df180885c53e23ededa58ff805b517b41a7ff753fc9b22ff3c51c8e9::" providerId="AD" clId="Web-{7EC8B1A6-3810-BF87-4372-3E71C3BCE040}" dt="2024-02-12T10:32:33.980" v="5"/>
        <pc:sldMasterMkLst>
          <pc:docMk/>
          <pc:sldMasterMk cId="396555241" sldId="2147483648"/>
        </pc:sldMasterMkLst>
        <pc:sldLayoutChg chg="add">
          <pc:chgData name="Guest User" userId="S::urn:spo:anon#5327cfe0df180885c53e23ededa58ff805b517b41a7ff753fc9b22ff3c51c8e9::" providerId="AD" clId="Web-{7EC8B1A6-3810-BF87-4372-3E71C3BCE040}" dt="2024-02-12T10:32:33.980" v="5"/>
          <pc:sldLayoutMkLst>
            <pc:docMk/>
            <pc:sldMasterMk cId="396555241" sldId="2147483648"/>
            <pc:sldLayoutMk cId="875823846" sldId="2147483660"/>
          </pc:sldLayoutMkLst>
        </pc:sldLayoutChg>
      </pc:sldMasterChg>
    </pc:docChg>
  </pc:docChgLst>
  <pc:docChgLst>
    <pc:chgData name="Embedded Development" userId="97690703-89ef-4183-8a66-0c81b6c8ace9" providerId="ADAL" clId="{65595279-B11A-44E5-9023-6BC560F7656F}"/>
    <pc:docChg chg="undo custSel addSld delSld modSld sldOrd">
      <pc:chgData name="Embedded Development" userId="97690703-89ef-4183-8a66-0c81b6c8ace9" providerId="ADAL" clId="{65595279-B11A-44E5-9023-6BC560F7656F}" dt="2024-02-09T10:07:31.041" v="12626" actId="478"/>
      <pc:docMkLst>
        <pc:docMk/>
      </pc:docMkLst>
      <pc:sldChg chg="addSp delSp modSp mod modCm">
        <pc:chgData name="Embedded Development" userId="97690703-89ef-4183-8a66-0c81b6c8ace9" providerId="ADAL" clId="{65595279-B11A-44E5-9023-6BC560F7656F}" dt="2024-02-09T05:26:05.740" v="11623" actId="20577"/>
        <pc:sldMkLst>
          <pc:docMk/>
          <pc:sldMk cId="3116336226" sldId="256"/>
        </pc:sldMkLst>
        <pc:spChg chg="mod">
          <ac:chgData name="Embedded Development" userId="97690703-89ef-4183-8a66-0c81b6c8ace9" providerId="ADAL" clId="{65595279-B11A-44E5-9023-6BC560F7656F}" dt="2024-02-08T08:22:55.045" v="3425" actId="1076"/>
          <ac:spMkLst>
            <pc:docMk/>
            <pc:sldMk cId="3116336226" sldId="256"/>
            <ac:spMk id="4" creationId="{70CD7454-5FA4-8FFB-0066-50A6BB6BD811}"/>
          </ac:spMkLst>
        </pc:spChg>
        <pc:spChg chg="mod">
          <ac:chgData name="Embedded Development" userId="97690703-89ef-4183-8a66-0c81b6c8ace9" providerId="ADAL" clId="{65595279-B11A-44E5-9023-6BC560F7656F}" dt="2024-02-08T08:00:53.157" v="2618" actId="1076"/>
          <ac:spMkLst>
            <pc:docMk/>
            <pc:sldMk cId="3116336226" sldId="256"/>
            <ac:spMk id="5" creationId="{F6324772-7B18-92E8-4D3E-220E0C0DCC4E}"/>
          </ac:spMkLst>
        </pc:spChg>
        <pc:spChg chg="add mod">
          <ac:chgData name="Embedded Development" userId="97690703-89ef-4183-8a66-0c81b6c8ace9" providerId="ADAL" clId="{65595279-B11A-44E5-9023-6BC560F7656F}" dt="2024-02-08T08:24:55.361" v="3503" actId="14100"/>
          <ac:spMkLst>
            <pc:docMk/>
            <pc:sldMk cId="3116336226" sldId="256"/>
            <ac:spMk id="6" creationId="{AD20DFB7-A5FE-6D7B-7EE5-BB73A187978D}"/>
          </ac:spMkLst>
        </pc:spChg>
        <pc:spChg chg="add mod">
          <ac:chgData name="Embedded Development" userId="97690703-89ef-4183-8a66-0c81b6c8ace9" providerId="ADAL" clId="{65595279-B11A-44E5-9023-6BC560F7656F}" dt="2024-02-09T05:25:47.474" v="11621" actId="2710"/>
          <ac:spMkLst>
            <pc:docMk/>
            <pc:sldMk cId="3116336226" sldId="256"/>
            <ac:spMk id="7" creationId="{4AFC6E87-D6E3-88DA-58E3-06B8C23E55FD}"/>
          </ac:spMkLst>
        </pc:spChg>
        <pc:spChg chg="del mod">
          <ac:chgData name="Embedded Development" userId="97690703-89ef-4183-8a66-0c81b6c8ace9" providerId="ADAL" clId="{65595279-B11A-44E5-9023-6BC560F7656F}" dt="2024-02-08T07:29:14.967" v="1430" actId="478"/>
          <ac:spMkLst>
            <pc:docMk/>
            <pc:sldMk cId="3116336226" sldId="256"/>
            <ac:spMk id="7" creationId="{8DB2483E-75F6-F80E-8837-97C8C102ECEA}"/>
          </ac:spMkLst>
        </pc:spChg>
        <pc:spChg chg="add mod">
          <ac:chgData name="Embedded Development" userId="97690703-89ef-4183-8a66-0c81b6c8ace9" providerId="ADAL" clId="{65595279-B11A-44E5-9023-6BC560F7656F}" dt="2024-02-08T08:25:00.259" v="3504" actId="14100"/>
          <ac:spMkLst>
            <pc:docMk/>
            <pc:sldMk cId="3116336226" sldId="256"/>
            <ac:spMk id="9" creationId="{F7EDEAC7-1705-BC74-AFD9-57284BEF10DC}"/>
          </ac:spMkLst>
        </pc:spChg>
        <pc:spChg chg="mod">
          <ac:chgData name="Embedded Development" userId="97690703-89ef-4183-8a66-0c81b6c8ace9" providerId="ADAL" clId="{65595279-B11A-44E5-9023-6BC560F7656F}" dt="2024-02-09T05:13:25.508" v="10794" actId="20577"/>
          <ac:spMkLst>
            <pc:docMk/>
            <pc:sldMk cId="3116336226" sldId="256"/>
            <ac:spMk id="10" creationId="{76A5832B-E368-B357-9402-832DF3F17B83}"/>
          </ac:spMkLst>
        </pc:spChg>
        <pc:spChg chg="add mod">
          <ac:chgData name="Embedded Development" userId="97690703-89ef-4183-8a66-0c81b6c8ace9" providerId="ADAL" clId="{65595279-B11A-44E5-9023-6BC560F7656F}" dt="2024-02-08T08:00:53.157" v="2618" actId="1076"/>
          <ac:spMkLst>
            <pc:docMk/>
            <pc:sldMk cId="3116336226" sldId="256"/>
            <ac:spMk id="11" creationId="{43595358-53CD-0B13-8A48-D731730C4DE2}"/>
          </ac:spMkLst>
        </pc:spChg>
        <pc:spChg chg="del">
          <ac:chgData name="Embedded Development" userId="97690703-89ef-4183-8a66-0c81b6c8ace9" providerId="ADAL" clId="{65595279-B11A-44E5-9023-6BC560F7656F}" dt="2024-02-08T07:30:20.850" v="1442" actId="478"/>
          <ac:spMkLst>
            <pc:docMk/>
            <pc:sldMk cId="3116336226" sldId="256"/>
            <ac:spMk id="13" creationId="{507A1125-9A1B-A917-E389-61B5ACB5728B}"/>
          </ac:spMkLst>
        </pc:spChg>
        <pc:spChg chg="mod">
          <ac:chgData name="Embedded Development" userId="97690703-89ef-4183-8a66-0c81b6c8ace9" providerId="ADAL" clId="{65595279-B11A-44E5-9023-6BC560F7656F}" dt="2024-02-09T05:13:09.608" v="10775" actId="20577"/>
          <ac:spMkLst>
            <pc:docMk/>
            <pc:sldMk cId="3116336226" sldId="256"/>
            <ac:spMk id="16" creationId="{93D40C93-9EAC-DA7C-F1AC-42FE6B7D681F}"/>
          </ac:spMkLst>
        </pc:spChg>
        <pc:spChg chg="add mod">
          <ac:chgData name="Embedded Development" userId="97690703-89ef-4183-8a66-0c81b6c8ace9" providerId="ADAL" clId="{65595279-B11A-44E5-9023-6BC560F7656F}" dt="2024-02-08T08:00:53.157" v="2618" actId="1076"/>
          <ac:spMkLst>
            <pc:docMk/>
            <pc:sldMk cId="3116336226" sldId="256"/>
            <ac:spMk id="17" creationId="{020AB4EA-D524-5D0B-790D-1301D1338205}"/>
          </ac:spMkLst>
        </pc:spChg>
        <pc:spChg chg="add mod">
          <ac:chgData name="Embedded Development" userId="97690703-89ef-4183-8a66-0c81b6c8ace9" providerId="ADAL" clId="{65595279-B11A-44E5-9023-6BC560F7656F}" dt="2024-02-08T08:00:53.157" v="2618" actId="1076"/>
          <ac:spMkLst>
            <pc:docMk/>
            <pc:sldMk cId="3116336226" sldId="256"/>
            <ac:spMk id="20" creationId="{0ECD6667-AB48-9174-31F9-12F8BC3C999C}"/>
          </ac:spMkLst>
        </pc:spChg>
        <pc:spChg chg="mod">
          <ac:chgData name="Embedded Development" userId="97690703-89ef-4183-8a66-0c81b6c8ace9" providerId="ADAL" clId="{65595279-B11A-44E5-9023-6BC560F7656F}" dt="2024-02-08T10:38:34.458" v="8028" actId="1076"/>
          <ac:spMkLst>
            <pc:docMk/>
            <pc:sldMk cId="3116336226" sldId="256"/>
            <ac:spMk id="23" creationId="{466DA469-08CB-94E2-3F05-C208C3F8BF52}"/>
          </ac:spMkLst>
        </pc:spChg>
        <pc:spChg chg="del mod">
          <ac:chgData name="Embedded Development" userId="97690703-89ef-4183-8a66-0c81b6c8ace9" providerId="ADAL" clId="{65595279-B11A-44E5-9023-6BC560F7656F}" dt="2024-02-08T07:29:54.342" v="1433" actId="478"/>
          <ac:spMkLst>
            <pc:docMk/>
            <pc:sldMk cId="3116336226" sldId="256"/>
            <ac:spMk id="25" creationId="{85791150-5635-5FB9-AB1B-E35DFEBA922D}"/>
          </ac:spMkLst>
        </pc:spChg>
        <pc:spChg chg="del mod">
          <ac:chgData name="Embedded Development" userId="97690703-89ef-4183-8a66-0c81b6c8ace9" providerId="ADAL" clId="{65595279-B11A-44E5-9023-6BC560F7656F}" dt="2024-02-08T07:29:56.577" v="1434" actId="478"/>
          <ac:spMkLst>
            <pc:docMk/>
            <pc:sldMk cId="3116336226" sldId="256"/>
            <ac:spMk id="28" creationId="{F03765B4-2F41-9A42-4B19-3B906BBC71C4}"/>
          </ac:spMkLst>
        </pc:spChg>
        <pc:spChg chg="add mod">
          <ac:chgData name="Embedded Development" userId="97690703-89ef-4183-8a66-0c81b6c8ace9" providerId="ADAL" clId="{65595279-B11A-44E5-9023-6BC560F7656F}" dt="2024-02-09T05:13:32.692" v="10813" actId="20577"/>
          <ac:spMkLst>
            <pc:docMk/>
            <pc:sldMk cId="3116336226" sldId="256"/>
            <ac:spMk id="30" creationId="{4388B6F0-43A7-FAA3-43AB-25ABF5FF68A8}"/>
          </ac:spMkLst>
        </pc:spChg>
        <pc:graphicFrameChg chg="add mod modGraphic">
          <ac:chgData name="Embedded Development" userId="97690703-89ef-4183-8a66-0c81b6c8ace9" providerId="ADAL" clId="{65595279-B11A-44E5-9023-6BC560F7656F}" dt="2024-02-09T05:26:05.740" v="11623" actId="20577"/>
          <ac:graphicFrameMkLst>
            <pc:docMk/>
            <pc:sldMk cId="3116336226" sldId="256"/>
            <ac:graphicFrameMk id="2" creationId="{179AF028-29EB-3A39-F202-19AAF9891FF6}"/>
          </ac:graphicFrameMkLst>
        </pc:graphicFrameChg>
        <pc:graphicFrameChg chg="mod modGraphic">
          <ac:chgData name="Embedded Development" userId="97690703-89ef-4183-8a66-0c81b6c8ace9" providerId="ADAL" clId="{65595279-B11A-44E5-9023-6BC560F7656F}" dt="2024-02-08T09:16:30.841" v="3527" actId="14100"/>
          <ac:graphicFrameMkLst>
            <pc:docMk/>
            <pc:sldMk cId="3116336226" sldId="256"/>
            <ac:graphicFrameMk id="3" creationId="{4BD7DC63-F8E9-28B1-0F9A-D1370815E53F}"/>
          </ac:graphicFrameMkLst>
        </pc:graphicFrameChg>
        <pc:graphicFrameChg chg="add mod modGraphic">
          <ac:chgData name="Embedded Development" userId="97690703-89ef-4183-8a66-0c81b6c8ace9" providerId="ADAL" clId="{65595279-B11A-44E5-9023-6BC560F7656F}" dt="2024-02-08T09:16:43.389" v="3534" actId="14100"/>
          <ac:graphicFrameMkLst>
            <pc:docMk/>
            <pc:sldMk cId="3116336226" sldId="256"/>
            <ac:graphicFrameMk id="8" creationId="{D726E11F-5CA1-1FD4-5765-8835B4C0AF4B}"/>
          </ac:graphicFrameMkLst>
        </pc:graphicFrameChg>
        <pc:cxnChg chg="mod">
          <ac:chgData name="Embedded Development" userId="97690703-89ef-4183-8a66-0c81b6c8ace9" providerId="ADAL" clId="{65595279-B11A-44E5-9023-6BC560F7656F}" dt="2024-02-08T10:38:26.535" v="8026" actId="1582"/>
          <ac:cxnSpMkLst>
            <pc:docMk/>
            <pc:sldMk cId="3116336226" sldId="256"/>
            <ac:cxnSpMk id="18" creationId="{B490904F-FE6B-20C0-E257-F3EF42653890}"/>
          </ac:cxnSpMkLst>
        </pc:cxnChg>
        <pc:cxnChg chg="mod">
          <ac:chgData name="Embedded Development" userId="97690703-89ef-4183-8a66-0c81b6c8ace9" providerId="ADAL" clId="{65595279-B11A-44E5-9023-6BC560F7656F}" dt="2024-02-08T10:38:26.535" v="8026" actId="1582"/>
          <ac:cxnSpMkLst>
            <pc:docMk/>
            <pc:sldMk cId="3116336226" sldId="256"/>
            <ac:cxnSpMk id="19" creationId="{E660EC5D-28A9-9C2A-3533-32E2B37690D4}"/>
          </ac:cxnSpMkLst>
        </pc:cxnChg>
        <pc:cxnChg chg="mod">
          <ac:chgData name="Embedded Development" userId="97690703-89ef-4183-8a66-0c81b6c8ace9" providerId="ADAL" clId="{65595279-B11A-44E5-9023-6BC560F7656F}" dt="2024-02-08T10:38:31.207" v="8027" actId="1582"/>
          <ac:cxnSpMkLst>
            <pc:docMk/>
            <pc:sldMk cId="3116336226" sldId="256"/>
            <ac:cxnSpMk id="22" creationId="{01D543AB-E540-5033-A9B9-D3E916AA5237}"/>
          </ac:cxnSpMkLst>
        </pc:cxnChg>
        <pc:cxnChg chg="mod">
          <ac:chgData name="Embedded Development" userId="97690703-89ef-4183-8a66-0c81b6c8ace9" providerId="ADAL" clId="{65595279-B11A-44E5-9023-6BC560F7656F}" dt="2024-02-08T10:38:26.535" v="8026" actId="1582"/>
          <ac:cxnSpMkLst>
            <pc:docMk/>
            <pc:sldMk cId="3116336226" sldId="256"/>
            <ac:cxnSpMk id="24" creationId="{968DE889-BF03-66DE-F9E4-A5645042F184}"/>
          </ac:cxnSpMkLst>
        </pc:cxnChg>
        <pc:cxnChg chg="mod">
          <ac:chgData name="Embedded Development" userId="97690703-89ef-4183-8a66-0c81b6c8ace9" providerId="ADAL" clId="{65595279-B11A-44E5-9023-6BC560F7656F}" dt="2024-02-08T10:38:26.535" v="8026" actId="1582"/>
          <ac:cxnSpMkLst>
            <pc:docMk/>
            <pc:sldMk cId="3116336226" sldId="256"/>
            <ac:cxnSpMk id="27" creationId="{C005F987-7FCE-CA05-950D-15E02B4ABD9F}"/>
          </ac:cxnSpMkLst>
        </pc:cxnChg>
      </pc:sldChg>
      <pc:sldChg chg="addSp delSp modSp del mod delCm modCm">
        <pc:chgData name="Embedded Development" userId="97690703-89ef-4183-8a66-0c81b6c8ace9" providerId="ADAL" clId="{65595279-B11A-44E5-9023-6BC560F7656F}" dt="2024-02-08T08:04:30.881" v="2638" actId="47"/>
        <pc:sldMkLst>
          <pc:docMk/>
          <pc:sldMk cId="425043199" sldId="257"/>
        </pc:sldMkLst>
        <pc:spChg chg="add mod">
          <ac:chgData name="Embedded Development" userId="97690703-89ef-4183-8a66-0c81b6c8ace9" providerId="ADAL" clId="{65595279-B11A-44E5-9023-6BC560F7656F}" dt="2024-02-08T07:42:27.801" v="1858" actId="255"/>
          <ac:spMkLst>
            <pc:docMk/>
            <pc:sldMk cId="425043199" sldId="257"/>
            <ac:spMk id="4" creationId="{D199705A-C215-AA91-3D9F-AEB42FB9AE4C}"/>
          </ac:spMkLst>
        </pc:spChg>
        <pc:spChg chg="mod">
          <ac:chgData name="Embedded Development" userId="97690703-89ef-4183-8a66-0c81b6c8ace9" providerId="ADAL" clId="{65595279-B11A-44E5-9023-6BC560F7656F}" dt="2024-02-08T07:40:30.582" v="1851" actId="255"/>
          <ac:spMkLst>
            <pc:docMk/>
            <pc:sldMk cId="425043199" sldId="257"/>
            <ac:spMk id="5" creationId="{F6324772-7B18-92E8-4D3E-220E0C0DCC4E}"/>
          </ac:spMkLst>
        </pc:spChg>
        <pc:spChg chg="del mod">
          <ac:chgData name="Embedded Development" userId="97690703-89ef-4183-8a66-0c81b6c8ace9" providerId="ADAL" clId="{65595279-B11A-44E5-9023-6BC560F7656F}" dt="2024-02-08T07:40:33.097" v="1852" actId="478"/>
          <ac:spMkLst>
            <pc:docMk/>
            <pc:sldMk cId="425043199" sldId="257"/>
            <ac:spMk id="6" creationId="{3472A356-4919-2CAF-5742-F014898171ED}"/>
          </ac:spMkLst>
        </pc:spChg>
        <pc:spChg chg="del mod">
          <ac:chgData name="Embedded Development" userId="97690703-89ef-4183-8a66-0c81b6c8ace9" providerId="ADAL" clId="{65595279-B11A-44E5-9023-6BC560F7656F}" dt="2024-02-08T07:37:30.256" v="1747" actId="478"/>
          <ac:spMkLst>
            <pc:docMk/>
            <pc:sldMk cId="425043199" sldId="257"/>
            <ac:spMk id="7" creationId="{8DB2483E-75F6-F80E-8837-97C8C102ECEA}"/>
          </ac:spMkLst>
        </pc:spChg>
        <pc:spChg chg="add mod">
          <ac:chgData name="Embedded Development" userId="97690703-89ef-4183-8a66-0c81b6c8ace9" providerId="ADAL" clId="{65595279-B11A-44E5-9023-6BC560F7656F}" dt="2024-02-08T07:42:30.993" v="1859" actId="255"/>
          <ac:spMkLst>
            <pc:docMk/>
            <pc:sldMk cId="425043199" sldId="257"/>
            <ac:spMk id="12" creationId="{212BDC66-D62F-9471-14BC-A74428801849}"/>
          </ac:spMkLst>
        </pc:spChg>
        <pc:spChg chg="add del mod">
          <ac:chgData name="Embedded Development" userId="97690703-89ef-4183-8a66-0c81b6c8ace9" providerId="ADAL" clId="{65595279-B11A-44E5-9023-6BC560F7656F}" dt="2024-02-08T07:37:32.135" v="1749" actId="478"/>
          <ac:spMkLst>
            <pc:docMk/>
            <pc:sldMk cId="425043199" sldId="257"/>
            <ac:spMk id="14" creationId="{1E3C7DBA-8BC3-030B-D0D9-F263E92DE177}"/>
          </ac:spMkLst>
        </pc:spChg>
        <pc:spChg chg="add mod">
          <ac:chgData name="Embedded Development" userId="97690703-89ef-4183-8a66-0c81b6c8ace9" providerId="ADAL" clId="{65595279-B11A-44E5-9023-6BC560F7656F}" dt="2024-02-08T07:40:17.205" v="1831" actId="1038"/>
          <ac:spMkLst>
            <pc:docMk/>
            <pc:sldMk cId="425043199" sldId="257"/>
            <ac:spMk id="15" creationId="{4B5E3940-8655-FAED-BA1F-2C401932CA9D}"/>
          </ac:spMkLst>
        </pc:spChg>
        <pc:spChg chg="mod">
          <ac:chgData name="Embedded Development" userId="97690703-89ef-4183-8a66-0c81b6c8ace9" providerId="ADAL" clId="{65595279-B11A-44E5-9023-6BC560F7656F}" dt="2024-02-08T07:43:02.724" v="1868" actId="255"/>
          <ac:spMkLst>
            <pc:docMk/>
            <pc:sldMk cId="425043199" sldId="257"/>
            <ac:spMk id="16" creationId="{93D40C93-9EAC-DA7C-F1AC-42FE6B7D681F}"/>
          </ac:spMkLst>
        </pc:spChg>
        <pc:spChg chg="add mod">
          <ac:chgData name="Embedded Development" userId="97690703-89ef-4183-8a66-0c81b6c8ace9" providerId="ADAL" clId="{65595279-B11A-44E5-9023-6BC560F7656F}" dt="2024-02-08T07:43:54.790" v="1880" actId="1036"/>
          <ac:spMkLst>
            <pc:docMk/>
            <pc:sldMk cId="425043199" sldId="257"/>
            <ac:spMk id="18" creationId="{23AE9CC8-0908-2C61-F92E-657DA188CA6E}"/>
          </ac:spMkLst>
        </pc:spChg>
        <pc:spChg chg="del mod">
          <ac:chgData name="Embedded Development" userId="97690703-89ef-4183-8a66-0c81b6c8ace9" providerId="ADAL" clId="{65595279-B11A-44E5-9023-6BC560F7656F}" dt="2024-02-08T07:42:55.840" v="1864" actId="478"/>
          <ac:spMkLst>
            <pc:docMk/>
            <pc:sldMk cId="425043199" sldId="257"/>
            <ac:spMk id="20" creationId="{969880A4-9DCD-54AF-2C5F-B760805E9F67}"/>
          </ac:spMkLst>
        </pc:spChg>
        <pc:spChg chg="del mod">
          <ac:chgData name="Embedded Development" userId="97690703-89ef-4183-8a66-0c81b6c8ace9" providerId="ADAL" clId="{65595279-B11A-44E5-9023-6BC560F7656F}" dt="2024-02-08T07:42:59.257" v="1866" actId="478"/>
          <ac:spMkLst>
            <pc:docMk/>
            <pc:sldMk cId="425043199" sldId="257"/>
            <ac:spMk id="21" creationId="{3A75484B-31B6-7ED2-86EE-D4D1189F317A}"/>
          </ac:spMkLst>
        </pc:spChg>
        <pc:spChg chg="del mod">
          <ac:chgData name="Embedded Development" userId="97690703-89ef-4183-8a66-0c81b6c8ace9" providerId="ADAL" clId="{65595279-B11A-44E5-9023-6BC560F7656F}" dt="2024-02-08T07:49:55.953" v="2058" actId="478"/>
          <ac:spMkLst>
            <pc:docMk/>
            <pc:sldMk cId="425043199" sldId="257"/>
            <ac:spMk id="23" creationId="{511682B4-35CD-04AD-8639-846EF96AD8C0}"/>
          </ac:spMkLst>
        </pc:spChg>
        <pc:spChg chg="del mod">
          <ac:chgData name="Embedded Development" userId="97690703-89ef-4183-8a66-0c81b6c8ace9" providerId="ADAL" clId="{65595279-B11A-44E5-9023-6BC560F7656F}" dt="2024-02-08T07:50:34.500" v="2184" actId="478"/>
          <ac:spMkLst>
            <pc:docMk/>
            <pc:sldMk cId="425043199" sldId="257"/>
            <ac:spMk id="25" creationId="{94810628-CA3A-2B6D-A13D-60050F0BBD29}"/>
          </ac:spMkLst>
        </pc:spChg>
        <pc:spChg chg="del mod">
          <ac:chgData name="Embedded Development" userId="97690703-89ef-4183-8a66-0c81b6c8ace9" providerId="ADAL" clId="{65595279-B11A-44E5-9023-6BC560F7656F}" dt="2024-02-08T07:53:47.922" v="2366" actId="478"/>
          <ac:spMkLst>
            <pc:docMk/>
            <pc:sldMk cId="425043199" sldId="257"/>
            <ac:spMk id="29" creationId="{9AC9DBF6-7235-1FBD-ED44-3CDDB65FE08B}"/>
          </ac:spMkLst>
        </pc:spChg>
        <pc:spChg chg="add del mod">
          <ac:chgData name="Embedded Development" userId="97690703-89ef-4183-8a66-0c81b6c8ace9" providerId="ADAL" clId="{65595279-B11A-44E5-9023-6BC560F7656F}" dt="2024-02-08T07:44:04.197" v="1883" actId="478"/>
          <ac:spMkLst>
            <pc:docMk/>
            <pc:sldMk cId="425043199" sldId="257"/>
            <ac:spMk id="30" creationId="{4EC31D28-37E2-44AE-60CD-BF8D4B355CF8}"/>
          </ac:spMkLst>
        </pc:spChg>
        <pc:spChg chg="del mod">
          <ac:chgData name="Embedded Development" userId="97690703-89ef-4183-8a66-0c81b6c8ace9" providerId="ADAL" clId="{65595279-B11A-44E5-9023-6BC560F7656F}" dt="2024-02-08T07:53:38.519" v="2363" actId="478"/>
          <ac:spMkLst>
            <pc:docMk/>
            <pc:sldMk cId="425043199" sldId="257"/>
            <ac:spMk id="32" creationId="{A6713360-0706-3F29-B1DD-00C69FB80BF1}"/>
          </ac:spMkLst>
        </pc:spChg>
        <pc:spChg chg="del mod">
          <ac:chgData name="Embedded Development" userId="97690703-89ef-4183-8a66-0c81b6c8ace9" providerId="ADAL" clId="{65595279-B11A-44E5-9023-6BC560F7656F}" dt="2024-02-08T07:42:19.108" v="1855" actId="478"/>
          <ac:spMkLst>
            <pc:docMk/>
            <pc:sldMk cId="425043199" sldId="257"/>
            <ac:spMk id="34" creationId="{7E0ADD68-7C32-21FF-82B4-620D2B9C8323}"/>
          </ac:spMkLst>
        </pc:spChg>
        <pc:spChg chg="del mod">
          <ac:chgData name="Embedded Development" userId="97690703-89ef-4183-8a66-0c81b6c8ace9" providerId="ADAL" clId="{65595279-B11A-44E5-9023-6BC560F7656F}" dt="2024-02-08T07:52:27.990" v="2226" actId="478"/>
          <ac:spMkLst>
            <pc:docMk/>
            <pc:sldMk cId="425043199" sldId="257"/>
            <ac:spMk id="36" creationId="{995E2362-F500-48C8-D7AB-518C91810443}"/>
          </ac:spMkLst>
        </pc:spChg>
        <pc:spChg chg="add mod">
          <ac:chgData name="Embedded Development" userId="97690703-89ef-4183-8a66-0c81b6c8ace9" providerId="ADAL" clId="{65595279-B11A-44E5-9023-6BC560F7656F}" dt="2024-02-08T07:52:22.608" v="2225" actId="1035"/>
          <ac:spMkLst>
            <pc:docMk/>
            <pc:sldMk cId="425043199" sldId="257"/>
            <ac:spMk id="39" creationId="{469A590F-38B4-B893-4E24-4E73BFF57D66}"/>
          </ac:spMkLst>
        </pc:spChg>
        <pc:spChg chg="add mod">
          <ac:chgData name="Embedded Development" userId="97690703-89ef-4183-8a66-0c81b6c8ace9" providerId="ADAL" clId="{65595279-B11A-44E5-9023-6BC560F7656F}" dt="2024-02-08T07:52:22.608" v="2225" actId="1035"/>
          <ac:spMkLst>
            <pc:docMk/>
            <pc:sldMk cId="425043199" sldId="257"/>
            <ac:spMk id="40" creationId="{06414CFE-3AF3-1565-FCFA-DE9DCB4D5278}"/>
          </ac:spMkLst>
        </pc:spChg>
        <pc:spChg chg="add mod">
          <ac:chgData name="Embedded Development" userId="97690703-89ef-4183-8a66-0c81b6c8ace9" providerId="ADAL" clId="{65595279-B11A-44E5-9023-6BC560F7656F}" dt="2024-02-08T07:51:41.508" v="2190" actId="1076"/>
          <ac:spMkLst>
            <pc:docMk/>
            <pc:sldMk cId="425043199" sldId="257"/>
            <ac:spMk id="42" creationId="{26E3099F-CC0F-7CA4-795B-CF4180FE99E9}"/>
          </ac:spMkLst>
        </pc:spChg>
        <pc:spChg chg="add mod">
          <ac:chgData name="Embedded Development" userId="97690703-89ef-4183-8a66-0c81b6c8ace9" providerId="ADAL" clId="{65595279-B11A-44E5-9023-6BC560F7656F}" dt="2024-02-08T07:52:00.590" v="2208" actId="20577"/>
          <ac:spMkLst>
            <pc:docMk/>
            <pc:sldMk cId="425043199" sldId="257"/>
            <ac:spMk id="48" creationId="{980422C2-3E4E-4AA8-E545-1C92985A7E36}"/>
          </ac:spMkLst>
        </pc:spChg>
        <pc:spChg chg="add mod">
          <ac:chgData name="Embedded Development" userId="97690703-89ef-4183-8a66-0c81b6c8ace9" providerId="ADAL" clId="{65595279-B11A-44E5-9023-6BC560F7656F}" dt="2024-02-08T07:54:23.068" v="2404" actId="20577"/>
          <ac:spMkLst>
            <pc:docMk/>
            <pc:sldMk cId="425043199" sldId="257"/>
            <ac:spMk id="49" creationId="{92D45268-D2FF-1806-154D-4CBADC3B1F3A}"/>
          </ac:spMkLst>
        </pc:spChg>
        <pc:spChg chg="add mod">
          <ac:chgData name="Embedded Development" userId="97690703-89ef-4183-8a66-0c81b6c8ace9" providerId="ADAL" clId="{65595279-B11A-44E5-9023-6BC560F7656F}" dt="2024-02-08T07:54:45.452" v="2479" actId="20577"/>
          <ac:spMkLst>
            <pc:docMk/>
            <pc:sldMk cId="425043199" sldId="257"/>
            <ac:spMk id="52" creationId="{F82DC19B-0333-A78A-2277-52794C7B8DE7}"/>
          </ac:spMkLst>
        </pc:spChg>
        <pc:spChg chg="add mod">
          <ac:chgData name="Embedded Development" userId="97690703-89ef-4183-8a66-0c81b6c8ace9" providerId="ADAL" clId="{65595279-B11A-44E5-9023-6BC560F7656F}" dt="2024-02-08T07:55:32.480" v="2532" actId="20577"/>
          <ac:spMkLst>
            <pc:docMk/>
            <pc:sldMk cId="425043199" sldId="257"/>
            <ac:spMk id="53" creationId="{62262AA7-09EF-2D55-019A-7C5DCBC011DB}"/>
          </ac:spMkLst>
        </pc:spChg>
        <pc:graphicFrameChg chg="add mod modGraphic">
          <ac:chgData name="Embedded Development" userId="97690703-89ef-4183-8a66-0c81b6c8ace9" providerId="ADAL" clId="{65595279-B11A-44E5-9023-6BC560F7656F}" dt="2024-02-08T07:44:27.698" v="1888" actId="14100"/>
          <ac:graphicFrameMkLst>
            <pc:docMk/>
            <pc:sldMk cId="425043199" sldId="257"/>
            <ac:graphicFrameMk id="3" creationId="{F9E873BA-09AB-031A-81DA-5C58F6D123F3}"/>
          </ac:graphicFrameMkLst>
        </pc:graphicFrameChg>
        <pc:graphicFrameChg chg="add mod modGraphic">
          <ac:chgData name="Embedded Development" userId="97690703-89ef-4183-8a66-0c81b6c8ace9" providerId="ADAL" clId="{65595279-B11A-44E5-9023-6BC560F7656F}" dt="2024-02-08T07:42:25.207" v="1857" actId="255"/>
          <ac:graphicFrameMkLst>
            <pc:docMk/>
            <pc:sldMk cId="425043199" sldId="257"/>
            <ac:graphicFrameMk id="8" creationId="{1CE6329A-7FC6-EEA9-A156-623550D5FB8D}"/>
          </ac:graphicFrameMkLst>
        </pc:graphicFrameChg>
        <pc:cxnChg chg="mod">
          <ac:chgData name="Embedded Development" userId="97690703-89ef-4183-8a66-0c81b6c8ace9" providerId="ADAL" clId="{65595279-B11A-44E5-9023-6BC560F7656F}" dt="2024-02-08T07:56:06.547" v="2533" actId="14100"/>
          <ac:cxnSpMkLst>
            <pc:docMk/>
            <pc:sldMk cId="425043199" sldId="257"/>
            <ac:cxnSpMk id="2" creationId="{09F64CA3-20FE-4EEA-E694-866BDE7DCB51}"/>
          </ac:cxnSpMkLst>
        </pc:cxnChg>
        <pc:cxnChg chg="mod">
          <ac:chgData name="Embedded Development" userId="97690703-89ef-4183-8a66-0c81b6c8ace9" providerId="ADAL" clId="{65595279-B11A-44E5-9023-6BC560F7656F}" dt="2024-02-08T07:56:10.208" v="2534" actId="14100"/>
          <ac:cxnSpMkLst>
            <pc:docMk/>
            <pc:sldMk cId="425043199" sldId="257"/>
            <ac:cxnSpMk id="9" creationId="{D98806A7-0E0C-77C2-1AC9-3A46FCBCA3D0}"/>
          </ac:cxnSpMkLst>
        </pc:cxnChg>
        <pc:cxnChg chg="del mod">
          <ac:chgData name="Embedded Development" userId="97690703-89ef-4183-8a66-0c81b6c8ace9" providerId="ADAL" clId="{65595279-B11A-44E5-9023-6BC560F7656F}" dt="2024-02-08T07:42:58.169" v="1865" actId="478"/>
          <ac:cxnSpMkLst>
            <pc:docMk/>
            <pc:sldMk cId="425043199" sldId="257"/>
            <ac:cxnSpMk id="10" creationId="{9377541D-87DE-8EF2-DF6C-D2E20FFE49EE}"/>
          </ac:cxnSpMkLst>
        </pc:cxnChg>
        <pc:cxnChg chg="del mod">
          <ac:chgData name="Embedded Development" userId="97690703-89ef-4183-8a66-0c81b6c8ace9" providerId="ADAL" clId="{65595279-B11A-44E5-9023-6BC560F7656F}" dt="2024-02-08T07:42:59.772" v="1867" actId="478"/>
          <ac:cxnSpMkLst>
            <pc:docMk/>
            <pc:sldMk cId="425043199" sldId="257"/>
            <ac:cxnSpMk id="11" creationId="{3A4CE810-1DC2-BFF4-6622-F58337F1BD85}"/>
          </ac:cxnSpMkLst>
        </pc:cxnChg>
        <pc:cxnChg chg="mod">
          <ac:chgData name="Embedded Development" userId="97690703-89ef-4183-8a66-0c81b6c8ace9" providerId="ADAL" clId="{65595279-B11A-44E5-9023-6BC560F7656F}" dt="2024-02-08T07:56:18.547" v="2537" actId="14100"/>
          <ac:cxnSpMkLst>
            <pc:docMk/>
            <pc:sldMk cId="425043199" sldId="257"/>
            <ac:cxnSpMk id="13" creationId="{9A22471B-63E5-8AF1-230B-93941C3DFBC1}"/>
          </ac:cxnSpMkLst>
        </pc:cxnChg>
        <pc:cxnChg chg="mod">
          <ac:chgData name="Embedded Development" userId="97690703-89ef-4183-8a66-0c81b6c8ace9" providerId="ADAL" clId="{65595279-B11A-44E5-9023-6BC560F7656F}" dt="2024-02-08T07:52:22.608" v="2225" actId="1035"/>
          <ac:cxnSpMkLst>
            <pc:docMk/>
            <pc:sldMk cId="425043199" sldId="257"/>
            <ac:cxnSpMk id="22" creationId="{71294D95-4283-4D9E-6EB6-30714286B1F5}"/>
          </ac:cxnSpMkLst>
        </pc:cxnChg>
        <pc:cxnChg chg="mod">
          <ac:chgData name="Embedded Development" userId="97690703-89ef-4183-8a66-0c81b6c8ace9" providerId="ADAL" clId="{65595279-B11A-44E5-9023-6BC560F7656F}" dt="2024-02-08T07:52:22.608" v="2225" actId="1035"/>
          <ac:cxnSpMkLst>
            <pc:docMk/>
            <pc:sldMk cId="425043199" sldId="257"/>
            <ac:cxnSpMk id="24" creationId="{C6102151-C05E-4F8F-C634-E26794A15B2C}"/>
          </ac:cxnSpMkLst>
        </pc:cxnChg>
        <pc:cxnChg chg="add del mod">
          <ac:chgData name="Embedded Development" userId="97690703-89ef-4183-8a66-0c81b6c8ace9" providerId="ADAL" clId="{65595279-B11A-44E5-9023-6BC560F7656F}" dt="2024-02-08T07:44:05.282" v="1884" actId="478"/>
          <ac:cxnSpMkLst>
            <pc:docMk/>
            <pc:sldMk cId="425043199" sldId="257"/>
            <ac:cxnSpMk id="27" creationId="{041AECDC-266B-DB7B-F3DA-E38463ECDB32}"/>
          </ac:cxnSpMkLst>
        </pc:cxnChg>
        <pc:cxnChg chg="mod">
          <ac:chgData name="Embedded Development" userId="97690703-89ef-4183-8a66-0c81b6c8ace9" providerId="ADAL" clId="{65595279-B11A-44E5-9023-6BC560F7656F}" dt="2024-02-08T07:56:15.243" v="2536" actId="14100"/>
          <ac:cxnSpMkLst>
            <pc:docMk/>
            <pc:sldMk cId="425043199" sldId="257"/>
            <ac:cxnSpMk id="28" creationId="{83CB921D-49E3-6D3C-408B-CBA3AB2B64F7}"/>
          </ac:cxnSpMkLst>
        </pc:cxnChg>
        <pc:cxnChg chg="mod">
          <ac:chgData name="Embedded Development" userId="97690703-89ef-4183-8a66-0c81b6c8ace9" providerId="ADAL" clId="{65595279-B11A-44E5-9023-6BC560F7656F}" dt="2024-02-08T07:53:58.904" v="2383" actId="1035"/>
          <ac:cxnSpMkLst>
            <pc:docMk/>
            <pc:sldMk cId="425043199" sldId="257"/>
            <ac:cxnSpMk id="31" creationId="{50ED1575-D63F-0FC0-7CF8-1114FA97BA90}"/>
          </ac:cxnSpMkLst>
        </pc:cxnChg>
        <pc:cxnChg chg="mod">
          <ac:chgData name="Embedded Development" userId="97690703-89ef-4183-8a66-0c81b6c8ace9" providerId="ADAL" clId="{65595279-B11A-44E5-9023-6BC560F7656F}" dt="2024-02-08T07:53:32.019" v="2361" actId="1036"/>
          <ac:cxnSpMkLst>
            <pc:docMk/>
            <pc:sldMk cId="425043199" sldId="257"/>
            <ac:cxnSpMk id="35" creationId="{78CE8DFC-17FF-D6F5-1996-6949209D0A52}"/>
          </ac:cxnSpMkLst>
        </pc:cxnChg>
        <pc:cxnChg chg="add mod">
          <ac:chgData name="Embedded Development" userId="97690703-89ef-4183-8a66-0c81b6c8ace9" providerId="ADAL" clId="{65595279-B11A-44E5-9023-6BC560F7656F}" dt="2024-02-08T07:51:37.292" v="2189" actId="14100"/>
          <ac:cxnSpMkLst>
            <pc:docMk/>
            <pc:sldMk cId="425043199" sldId="257"/>
            <ac:cxnSpMk id="41" creationId="{61C29B3D-F5C4-3CE9-9F4F-1ADEA6D3C040}"/>
          </ac:cxnSpMkLst>
        </pc:cxnChg>
        <pc:cxnChg chg="add mod">
          <ac:chgData name="Embedded Development" userId="97690703-89ef-4183-8a66-0c81b6c8ace9" providerId="ADAL" clId="{65595279-B11A-44E5-9023-6BC560F7656F}" dt="2024-02-08T07:51:48.777" v="2194" actId="14100"/>
          <ac:cxnSpMkLst>
            <pc:docMk/>
            <pc:sldMk cId="425043199" sldId="257"/>
            <ac:cxnSpMk id="45" creationId="{D1AA3CDF-9DD7-A6AD-EEC1-22F710209072}"/>
          </ac:cxnSpMkLst>
        </pc:cxnChg>
      </pc:sldChg>
      <pc:sldChg chg="del">
        <pc:chgData name="Embedded Development" userId="97690703-89ef-4183-8a66-0c81b6c8ace9" providerId="ADAL" clId="{65595279-B11A-44E5-9023-6BC560F7656F}" dt="2024-02-08T09:38:31.057" v="4008" actId="47"/>
        <pc:sldMkLst>
          <pc:docMk/>
          <pc:sldMk cId="2849468485" sldId="258"/>
        </pc:sldMkLst>
      </pc:sldChg>
      <pc:sldChg chg="del">
        <pc:chgData name="Embedded Development" userId="97690703-89ef-4183-8a66-0c81b6c8ace9" providerId="ADAL" clId="{65595279-B11A-44E5-9023-6BC560F7656F}" dt="2024-02-08T09:58:37.467" v="4696" actId="47"/>
        <pc:sldMkLst>
          <pc:docMk/>
          <pc:sldMk cId="2943328213" sldId="259"/>
        </pc:sldMkLst>
      </pc:sldChg>
      <pc:sldChg chg="addSp modSp del mod delCm modCm">
        <pc:chgData name="Embedded Development" userId="97690703-89ef-4183-8a66-0c81b6c8ace9" providerId="ADAL" clId="{65595279-B11A-44E5-9023-6BC560F7656F}" dt="2024-02-08T08:06:24.879" v="2688" actId="47"/>
        <pc:sldMkLst>
          <pc:docMk/>
          <pc:sldMk cId="1956433020" sldId="261"/>
        </pc:sldMkLst>
        <pc:spChg chg="mod">
          <ac:chgData name="Embedded Development" userId="97690703-89ef-4183-8a66-0c81b6c8ace9" providerId="ADAL" clId="{65595279-B11A-44E5-9023-6BC560F7656F}" dt="2024-01-24T11:22:36.938" v="540" actId="1076"/>
          <ac:spMkLst>
            <pc:docMk/>
            <pc:sldMk cId="1956433020" sldId="261"/>
            <ac:spMk id="5" creationId="{F6324772-7B18-92E8-4D3E-220E0C0DCC4E}"/>
          </ac:spMkLst>
        </pc:spChg>
        <pc:spChg chg="mod">
          <ac:chgData name="Embedded Development" userId="97690703-89ef-4183-8a66-0c81b6c8ace9" providerId="ADAL" clId="{65595279-B11A-44E5-9023-6BC560F7656F}" dt="2024-01-24T11:22:36.938" v="540" actId="1076"/>
          <ac:spMkLst>
            <pc:docMk/>
            <pc:sldMk cId="1956433020" sldId="261"/>
            <ac:spMk id="6" creationId="{3472A356-4919-2CAF-5742-F014898171ED}"/>
          </ac:spMkLst>
        </pc:spChg>
        <pc:spChg chg="mod">
          <ac:chgData name="Embedded Development" userId="97690703-89ef-4183-8a66-0c81b6c8ace9" providerId="ADAL" clId="{65595279-B11A-44E5-9023-6BC560F7656F}" dt="2024-01-24T11:22:36.938" v="540" actId="1076"/>
          <ac:spMkLst>
            <pc:docMk/>
            <pc:sldMk cId="1956433020" sldId="261"/>
            <ac:spMk id="7" creationId="{8DB2483E-75F6-F80E-8837-97C8C102ECEA}"/>
          </ac:spMkLst>
        </pc:spChg>
        <pc:spChg chg="mod">
          <ac:chgData name="Embedded Development" userId="97690703-89ef-4183-8a66-0c81b6c8ace9" providerId="ADAL" clId="{65595279-B11A-44E5-9023-6BC560F7656F}" dt="2024-01-24T11:22:36.938" v="540" actId="1076"/>
          <ac:spMkLst>
            <pc:docMk/>
            <pc:sldMk cId="1956433020" sldId="261"/>
            <ac:spMk id="8" creationId="{14CF9193-84C6-0E7D-655C-36C8BEAA989B}"/>
          </ac:spMkLst>
        </pc:spChg>
        <pc:spChg chg="mod">
          <ac:chgData name="Embedded Development" userId="97690703-89ef-4183-8a66-0c81b6c8ace9" providerId="ADAL" clId="{65595279-B11A-44E5-9023-6BC560F7656F}" dt="2024-01-24T11:22:36.938" v="540" actId="1076"/>
          <ac:spMkLst>
            <pc:docMk/>
            <pc:sldMk cId="1956433020" sldId="261"/>
            <ac:spMk id="9" creationId="{7BF5C6E0-AB1C-5188-8135-09B89C253F06}"/>
          </ac:spMkLst>
        </pc:spChg>
        <pc:spChg chg="mod">
          <ac:chgData name="Embedded Development" userId="97690703-89ef-4183-8a66-0c81b6c8ace9" providerId="ADAL" clId="{65595279-B11A-44E5-9023-6BC560F7656F}" dt="2024-01-24T11:22:36.938" v="540" actId="1076"/>
          <ac:spMkLst>
            <pc:docMk/>
            <pc:sldMk cId="1956433020" sldId="261"/>
            <ac:spMk id="13" creationId="{7F6313AA-45B3-22A4-00D2-7C7FFB872B09}"/>
          </ac:spMkLst>
        </pc:spChg>
        <pc:spChg chg="mod">
          <ac:chgData name="Embedded Development" userId="97690703-89ef-4183-8a66-0c81b6c8ace9" providerId="ADAL" clId="{65595279-B11A-44E5-9023-6BC560F7656F}" dt="2024-01-24T11:22:36.938" v="540" actId="1076"/>
          <ac:spMkLst>
            <pc:docMk/>
            <pc:sldMk cId="1956433020" sldId="261"/>
            <ac:spMk id="15" creationId="{E55991B6-0DE9-481F-C781-275B33E1CA34}"/>
          </ac:spMkLst>
        </pc:spChg>
        <pc:spChg chg="mod">
          <ac:chgData name="Embedded Development" userId="97690703-89ef-4183-8a66-0c81b6c8ace9" providerId="ADAL" clId="{65595279-B11A-44E5-9023-6BC560F7656F}" dt="2024-01-24T11:22:36.938" v="540" actId="1076"/>
          <ac:spMkLst>
            <pc:docMk/>
            <pc:sldMk cId="1956433020" sldId="261"/>
            <ac:spMk id="16" creationId="{93D40C93-9EAC-DA7C-F1AC-42FE6B7D681F}"/>
          </ac:spMkLst>
        </pc:spChg>
        <pc:spChg chg="mod">
          <ac:chgData name="Embedded Development" userId="97690703-89ef-4183-8a66-0c81b6c8ace9" providerId="ADAL" clId="{65595279-B11A-44E5-9023-6BC560F7656F}" dt="2024-01-24T11:22:36.938" v="540" actId="1076"/>
          <ac:spMkLst>
            <pc:docMk/>
            <pc:sldMk cId="1956433020" sldId="261"/>
            <ac:spMk id="18" creationId="{D452E053-DD3A-6C42-01EB-624D58849CE1}"/>
          </ac:spMkLst>
        </pc:spChg>
        <pc:spChg chg="mod">
          <ac:chgData name="Embedded Development" userId="97690703-89ef-4183-8a66-0c81b6c8ace9" providerId="ADAL" clId="{65595279-B11A-44E5-9023-6BC560F7656F}" dt="2024-01-24T11:22:36.938" v="540" actId="1076"/>
          <ac:spMkLst>
            <pc:docMk/>
            <pc:sldMk cId="1956433020" sldId="261"/>
            <ac:spMk id="20" creationId="{A0371147-8CE3-58A3-EE0F-A3CDD489D869}"/>
          </ac:spMkLst>
        </pc:spChg>
        <pc:spChg chg="mod">
          <ac:chgData name="Embedded Development" userId="97690703-89ef-4183-8a66-0c81b6c8ace9" providerId="ADAL" clId="{65595279-B11A-44E5-9023-6BC560F7656F}" dt="2024-01-24T11:22:36.938" v="540" actId="1076"/>
          <ac:spMkLst>
            <pc:docMk/>
            <pc:sldMk cId="1956433020" sldId="261"/>
            <ac:spMk id="23" creationId="{BF690EBB-96B2-777E-E764-E5389BB7B37F}"/>
          </ac:spMkLst>
        </pc:spChg>
        <pc:spChg chg="add mod">
          <ac:chgData name="Embedded Development" userId="97690703-89ef-4183-8a66-0c81b6c8ace9" providerId="ADAL" clId="{65595279-B11A-44E5-9023-6BC560F7656F}" dt="2024-01-24T11:23:08.999" v="555" actId="20577"/>
          <ac:spMkLst>
            <pc:docMk/>
            <pc:sldMk cId="1956433020" sldId="261"/>
            <ac:spMk id="24" creationId="{B628C271-65F3-1ABC-563E-C04B8016E2CD}"/>
          </ac:spMkLst>
        </pc:spChg>
        <pc:spChg chg="add mod">
          <ac:chgData name="Embedded Development" userId="97690703-89ef-4183-8a66-0c81b6c8ace9" providerId="ADAL" clId="{65595279-B11A-44E5-9023-6BC560F7656F}" dt="2024-01-24T11:23:06.893" v="554" actId="20577"/>
          <ac:spMkLst>
            <pc:docMk/>
            <pc:sldMk cId="1956433020" sldId="261"/>
            <ac:spMk id="26" creationId="{AFD1D06B-A2AC-3DFB-20D0-0608C41E5F62}"/>
          </ac:spMkLst>
        </pc:spChg>
        <pc:graphicFrameChg chg="add mod">
          <ac:chgData name="Embedded Development" userId="97690703-89ef-4183-8a66-0c81b6c8ace9" providerId="ADAL" clId="{65595279-B11A-44E5-9023-6BC560F7656F}" dt="2024-01-24T11:23:34.864" v="556"/>
          <ac:graphicFrameMkLst>
            <pc:docMk/>
            <pc:sldMk cId="1956433020" sldId="261"/>
            <ac:graphicFrameMk id="22" creationId="{AC0BAE12-D506-1FFC-9C8B-5957E16A4332}"/>
          </ac:graphicFrameMkLst>
        </pc:graphicFrameChg>
        <pc:graphicFrameChg chg="add mod">
          <ac:chgData name="Embedded Development" userId="97690703-89ef-4183-8a66-0c81b6c8ace9" providerId="ADAL" clId="{65595279-B11A-44E5-9023-6BC560F7656F}" dt="2024-01-24T11:22:20.960" v="537"/>
          <ac:graphicFrameMkLst>
            <pc:docMk/>
            <pc:sldMk cId="1956433020" sldId="261"/>
            <ac:graphicFrameMk id="25" creationId="{2141FF02-1CCF-417A-095B-42AFA7248A40}"/>
          </ac:graphicFrameMkLst>
        </pc:graphicFrameChg>
        <pc:cxnChg chg="mod">
          <ac:chgData name="Embedded Development" userId="97690703-89ef-4183-8a66-0c81b6c8ace9" providerId="ADAL" clId="{65595279-B11A-44E5-9023-6BC560F7656F}" dt="2024-01-24T11:22:36.938" v="540" actId="1076"/>
          <ac:cxnSpMkLst>
            <pc:docMk/>
            <pc:sldMk cId="1956433020" sldId="261"/>
            <ac:cxnSpMk id="2" creationId="{80531314-7640-49D2-3BFD-15E0D9A5B40B}"/>
          </ac:cxnSpMkLst>
        </pc:cxnChg>
        <pc:cxnChg chg="mod">
          <ac:chgData name="Embedded Development" userId="97690703-89ef-4183-8a66-0c81b6c8ace9" providerId="ADAL" clId="{65595279-B11A-44E5-9023-6BC560F7656F}" dt="2024-01-24T11:22:36.938" v="540" actId="1076"/>
          <ac:cxnSpMkLst>
            <pc:docMk/>
            <pc:sldMk cId="1956433020" sldId="261"/>
            <ac:cxnSpMk id="3" creationId="{51391A15-0598-DB26-8FDF-76B258296AC5}"/>
          </ac:cxnSpMkLst>
        </pc:cxnChg>
        <pc:cxnChg chg="mod">
          <ac:chgData name="Embedded Development" userId="97690703-89ef-4183-8a66-0c81b6c8ace9" providerId="ADAL" clId="{65595279-B11A-44E5-9023-6BC560F7656F}" dt="2024-01-24T11:22:36.938" v="540" actId="1076"/>
          <ac:cxnSpMkLst>
            <pc:docMk/>
            <pc:sldMk cId="1956433020" sldId="261"/>
            <ac:cxnSpMk id="4" creationId="{763310D5-4157-2777-0BD9-7DD170AA1BC0}"/>
          </ac:cxnSpMkLst>
        </pc:cxnChg>
        <pc:cxnChg chg="mod">
          <ac:chgData name="Embedded Development" userId="97690703-89ef-4183-8a66-0c81b6c8ace9" providerId="ADAL" clId="{65595279-B11A-44E5-9023-6BC560F7656F}" dt="2024-01-24T11:22:36.938" v="540" actId="1076"/>
          <ac:cxnSpMkLst>
            <pc:docMk/>
            <pc:sldMk cId="1956433020" sldId="261"/>
            <ac:cxnSpMk id="10" creationId="{9377541D-87DE-8EF2-DF6C-D2E20FFE49EE}"/>
          </ac:cxnSpMkLst>
        </pc:cxnChg>
        <pc:cxnChg chg="mod">
          <ac:chgData name="Embedded Development" userId="97690703-89ef-4183-8a66-0c81b6c8ace9" providerId="ADAL" clId="{65595279-B11A-44E5-9023-6BC560F7656F}" dt="2024-01-24T11:22:36.938" v="540" actId="1076"/>
          <ac:cxnSpMkLst>
            <pc:docMk/>
            <pc:sldMk cId="1956433020" sldId="261"/>
            <ac:cxnSpMk id="11" creationId="{3A4CE810-1DC2-BFF4-6622-F58337F1BD85}"/>
          </ac:cxnSpMkLst>
        </pc:cxnChg>
        <pc:cxnChg chg="mod">
          <ac:chgData name="Embedded Development" userId="97690703-89ef-4183-8a66-0c81b6c8ace9" providerId="ADAL" clId="{65595279-B11A-44E5-9023-6BC560F7656F}" dt="2024-01-24T11:22:36.938" v="540" actId="1076"/>
          <ac:cxnSpMkLst>
            <pc:docMk/>
            <pc:sldMk cId="1956433020" sldId="261"/>
            <ac:cxnSpMk id="12" creationId="{2AF5D361-5B85-F7C2-AA8F-195465AD27AD}"/>
          </ac:cxnSpMkLst>
        </pc:cxnChg>
        <pc:cxnChg chg="mod">
          <ac:chgData name="Embedded Development" userId="97690703-89ef-4183-8a66-0c81b6c8ace9" providerId="ADAL" clId="{65595279-B11A-44E5-9023-6BC560F7656F}" dt="2024-01-24T11:22:36.938" v="540" actId="1076"/>
          <ac:cxnSpMkLst>
            <pc:docMk/>
            <pc:sldMk cId="1956433020" sldId="261"/>
            <ac:cxnSpMk id="14" creationId="{307E2E80-563E-3B8E-406F-4F4AC465EA8A}"/>
          </ac:cxnSpMkLst>
        </pc:cxnChg>
        <pc:cxnChg chg="mod">
          <ac:chgData name="Embedded Development" userId="97690703-89ef-4183-8a66-0c81b6c8ace9" providerId="ADAL" clId="{65595279-B11A-44E5-9023-6BC560F7656F}" dt="2024-01-24T11:22:36.938" v="540" actId="1076"/>
          <ac:cxnSpMkLst>
            <pc:docMk/>
            <pc:sldMk cId="1956433020" sldId="261"/>
            <ac:cxnSpMk id="17" creationId="{4CBC26F8-4437-48CD-E6C1-C3FF6F6FD5D4}"/>
          </ac:cxnSpMkLst>
        </pc:cxnChg>
        <pc:cxnChg chg="mod">
          <ac:chgData name="Embedded Development" userId="97690703-89ef-4183-8a66-0c81b6c8ace9" providerId="ADAL" clId="{65595279-B11A-44E5-9023-6BC560F7656F}" dt="2024-01-24T11:22:36.938" v="540" actId="1076"/>
          <ac:cxnSpMkLst>
            <pc:docMk/>
            <pc:sldMk cId="1956433020" sldId="261"/>
            <ac:cxnSpMk id="19" creationId="{F54B076C-775C-C80A-B528-D994E016D2FB}"/>
          </ac:cxnSpMkLst>
        </pc:cxnChg>
        <pc:cxnChg chg="mod">
          <ac:chgData name="Embedded Development" userId="97690703-89ef-4183-8a66-0c81b6c8ace9" providerId="ADAL" clId="{65595279-B11A-44E5-9023-6BC560F7656F}" dt="2024-01-24T11:22:36.938" v="540" actId="1076"/>
          <ac:cxnSpMkLst>
            <pc:docMk/>
            <pc:sldMk cId="1956433020" sldId="261"/>
            <ac:cxnSpMk id="21" creationId="{5D369D8E-C924-E90D-4B0F-DB672ED23BF8}"/>
          </ac:cxnSpMkLst>
        </pc:cxnChg>
      </pc:sldChg>
      <pc:sldChg chg="addSp modSp mod modCm">
        <pc:chgData name="Embedded Development" userId="97690703-89ef-4183-8a66-0c81b6c8ace9" providerId="ADAL" clId="{65595279-B11A-44E5-9023-6BC560F7656F}" dt="2024-02-09T07:14:18.840" v="12621" actId="123"/>
        <pc:sldMkLst>
          <pc:docMk/>
          <pc:sldMk cId="1943458392" sldId="262"/>
        </pc:sldMkLst>
        <pc:spChg chg="mod">
          <ac:chgData name="Embedded Development" userId="97690703-89ef-4183-8a66-0c81b6c8ace9" providerId="ADAL" clId="{65595279-B11A-44E5-9023-6BC560F7656F}" dt="2024-02-08T08:01:33.197" v="2624" actId="1076"/>
          <ac:spMkLst>
            <pc:docMk/>
            <pc:sldMk cId="1943458392" sldId="262"/>
            <ac:spMk id="2" creationId="{103142F4-9E07-E7C8-8EC5-08A4092B4296}"/>
          </ac:spMkLst>
        </pc:spChg>
        <pc:spChg chg="add mod">
          <ac:chgData name="Embedded Development" userId="97690703-89ef-4183-8a66-0c81b6c8ace9" providerId="ADAL" clId="{65595279-B11A-44E5-9023-6BC560F7656F}" dt="2024-02-08T08:01:33.197" v="2624" actId="1076"/>
          <ac:spMkLst>
            <pc:docMk/>
            <pc:sldMk cId="1943458392" sldId="262"/>
            <ac:spMk id="3" creationId="{A4D78659-ACEB-CE53-AC0C-5F68CD987F75}"/>
          </ac:spMkLst>
        </pc:spChg>
        <pc:spChg chg="mod">
          <ac:chgData name="Embedded Development" userId="97690703-89ef-4183-8a66-0c81b6c8ace9" providerId="ADAL" clId="{65595279-B11A-44E5-9023-6BC560F7656F}" dt="2024-01-24T11:11:00.367" v="198" actId="1076"/>
          <ac:spMkLst>
            <pc:docMk/>
            <pc:sldMk cId="1943458392" sldId="262"/>
            <ac:spMk id="3" creationId="{BB9F8F36-6408-2128-DD2C-4FF213CF5069}"/>
          </ac:spMkLst>
        </pc:spChg>
        <pc:spChg chg="add mod">
          <ac:chgData name="Embedded Development" userId="97690703-89ef-4183-8a66-0c81b6c8ace9" providerId="ADAL" clId="{65595279-B11A-44E5-9023-6BC560F7656F}" dt="2024-02-08T09:02:27.961" v="3513" actId="1076"/>
          <ac:spMkLst>
            <pc:docMk/>
            <pc:sldMk cId="1943458392" sldId="262"/>
            <ac:spMk id="7" creationId="{25840DEC-B883-6E5E-9096-75C61611D6B8}"/>
          </ac:spMkLst>
        </pc:spChg>
        <pc:spChg chg="add mod">
          <ac:chgData name="Embedded Development" userId="97690703-89ef-4183-8a66-0c81b6c8ace9" providerId="ADAL" clId="{65595279-B11A-44E5-9023-6BC560F7656F}" dt="2024-02-08T08:01:33.197" v="2624" actId="1076"/>
          <ac:spMkLst>
            <pc:docMk/>
            <pc:sldMk cId="1943458392" sldId="262"/>
            <ac:spMk id="9" creationId="{8705A389-94A6-9CBE-7D8C-54610C6558D2}"/>
          </ac:spMkLst>
        </pc:spChg>
        <pc:spChg chg="mod">
          <ac:chgData name="Embedded Development" userId="97690703-89ef-4183-8a66-0c81b6c8ace9" providerId="ADAL" clId="{65595279-B11A-44E5-9023-6BC560F7656F}" dt="2024-01-24T11:11:00.367" v="198" actId="1076"/>
          <ac:spMkLst>
            <pc:docMk/>
            <pc:sldMk cId="1943458392" sldId="262"/>
            <ac:spMk id="9" creationId="{DE7C4353-B073-8608-568B-7AA29D0BD26E}"/>
          </ac:spMkLst>
        </pc:spChg>
        <pc:spChg chg="mod">
          <ac:chgData name="Embedded Development" userId="97690703-89ef-4183-8a66-0c81b6c8ace9" providerId="ADAL" clId="{65595279-B11A-44E5-9023-6BC560F7656F}" dt="2024-01-24T11:11:00.367" v="198" actId="1076"/>
          <ac:spMkLst>
            <pc:docMk/>
            <pc:sldMk cId="1943458392" sldId="262"/>
            <ac:spMk id="11" creationId="{326944DB-763E-97AF-4650-7FF4F9A7CA7A}"/>
          </ac:spMkLst>
        </pc:spChg>
        <pc:spChg chg="add mod">
          <ac:chgData name="Embedded Development" userId="97690703-89ef-4183-8a66-0c81b6c8ace9" providerId="ADAL" clId="{65595279-B11A-44E5-9023-6BC560F7656F}" dt="2024-02-09T05:13:58.897" v="10839" actId="2711"/>
          <ac:spMkLst>
            <pc:docMk/>
            <pc:sldMk cId="1943458392" sldId="262"/>
            <ac:spMk id="11" creationId="{CE0C8210-46E2-E167-4C22-75007CC48E28}"/>
          </ac:spMkLst>
        </pc:spChg>
        <pc:spChg chg="add mod">
          <ac:chgData name="Embedded Development" userId="97690703-89ef-4183-8a66-0c81b6c8ace9" providerId="ADAL" clId="{65595279-B11A-44E5-9023-6BC560F7656F}" dt="2024-02-08T09:02:27.961" v="3513" actId="1076"/>
          <ac:spMkLst>
            <pc:docMk/>
            <pc:sldMk cId="1943458392" sldId="262"/>
            <ac:spMk id="13" creationId="{2FD938B8-C2C6-D15D-B9F9-7A57B4591D1F}"/>
          </ac:spMkLst>
        </pc:spChg>
        <pc:spChg chg="add mod">
          <ac:chgData name="Embedded Development" userId="97690703-89ef-4183-8a66-0c81b6c8ace9" providerId="ADAL" clId="{65595279-B11A-44E5-9023-6BC560F7656F}" dt="2024-02-08T09:02:27.961" v="3513" actId="1076"/>
          <ac:spMkLst>
            <pc:docMk/>
            <pc:sldMk cId="1943458392" sldId="262"/>
            <ac:spMk id="15" creationId="{ECA97BF2-DCDD-BAAC-3E48-277C8F743913}"/>
          </ac:spMkLst>
        </pc:spChg>
        <pc:spChg chg="mod">
          <ac:chgData name="Embedded Development" userId="97690703-89ef-4183-8a66-0c81b6c8ace9" providerId="ADAL" clId="{65595279-B11A-44E5-9023-6BC560F7656F}" dt="2024-02-09T05:15:13.909" v="10878" actId="20577"/>
          <ac:spMkLst>
            <pc:docMk/>
            <pc:sldMk cId="1943458392" sldId="262"/>
            <ac:spMk id="16" creationId="{93D40C93-9EAC-DA7C-F1AC-42FE6B7D681F}"/>
          </ac:spMkLst>
        </pc:spChg>
        <pc:spChg chg="mod">
          <ac:chgData name="Embedded Development" userId="97690703-89ef-4183-8a66-0c81b6c8ace9" providerId="ADAL" clId="{65595279-B11A-44E5-9023-6BC560F7656F}" dt="2024-02-08T08:01:33.197" v="2624" actId="1076"/>
          <ac:spMkLst>
            <pc:docMk/>
            <pc:sldMk cId="1943458392" sldId="262"/>
            <ac:spMk id="17" creationId="{BBF89046-C61A-98CD-A38D-4FA139D4611D}"/>
          </ac:spMkLst>
        </pc:spChg>
        <pc:spChg chg="add mod">
          <ac:chgData name="Embedded Development" userId="97690703-89ef-4183-8a66-0c81b6c8ace9" providerId="ADAL" clId="{65595279-B11A-44E5-9023-6BC560F7656F}" dt="2024-02-09T07:14:18.840" v="12621" actId="123"/>
          <ac:spMkLst>
            <pc:docMk/>
            <pc:sldMk cId="1943458392" sldId="262"/>
            <ac:spMk id="18" creationId="{A4060A3A-129F-C129-0C2E-B451F73F5670}"/>
          </ac:spMkLst>
        </pc:spChg>
        <pc:spChg chg="add mod">
          <ac:chgData name="Embedded Development" userId="97690703-89ef-4183-8a66-0c81b6c8ace9" providerId="ADAL" clId="{65595279-B11A-44E5-9023-6BC560F7656F}" dt="2024-02-08T08:01:33.197" v="2624" actId="1076"/>
          <ac:spMkLst>
            <pc:docMk/>
            <pc:sldMk cId="1943458392" sldId="262"/>
            <ac:spMk id="22" creationId="{9FA11DB0-B700-1856-DC39-47D65C8159B9}"/>
          </ac:spMkLst>
        </pc:spChg>
        <pc:spChg chg="add mod">
          <ac:chgData name="Embedded Development" userId="97690703-89ef-4183-8a66-0c81b6c8ace9" providerId="ADAL" clId="{65595279-B11A-44E5-9023-6BC560F7656F}" dt="2024-02-08T07:35:20.777" v="1724"/>
          <ac:spMkLst>
            <pc:docMk/>
            <pc:sldMk cId="1943458392" sldId="262"/>
            <ac:spMk id="25" creationId="{B1494B7B-57EE-D4BB-9581-131906DD7239}"/>
          </ac:spMkLst>
        </pc:spChg>
        <pc:spChg chg="add mod">
          <ac:chgData name="Embedded Development" userId="97690703-89ef-4183-8a66-0c81b6c8ace9" providerId="ADAL" clId="{65595279-B11A-44E5-9023-6BC560F7656F}" dt="2024-02-08T08:14:23.977" v="3120"/>
          <ac:spMkLst>
            <pc:docMk/>
            <pc:sldMk cId="1943458392" sldId="262"/>
            <ac:spMk id="28" creationId="{07A64B0A-9B83-3348-2DB3-08F273E955D6}"/>
          </ac:spMkLst>
        </pc:spChg>
        <pc:spChg chg="add mod">
          <ac:chgData name="Embedded Development" userId="97690703-89ef-4183-8a66-0c81b6c8ace9" providerId="ADAL" clId="{65595279-B11A-44E5-9023-6BC560F7656F}" dt="2024-02-08T08:14:29.671" v="3121"/>
          <ac:spMkLst>
            <pc:docMk/>
            <pc:sldMk cId="1943458392" sldId="262"/>
            <ac:spMk id="29" creationId="{F05FA36A-1B49-D76F-754B-45907E0368C9}"/>
          </ac:spMkLst>
        </pc:spChg>
        <pc:spChg chg="add mod">
          <ac:chgData name="Embedded Development" userId="97690703-89ef-4183-8a66-0c81b6c8ace9" providerId="ADAL" clId="{65595279-B11A-44E5-9023-6BC560F7656F}" dt="2024-02-09T05:14:12.798" v="10861" actId="20577"/>
          <ac:spMkLst>
            <pc:docMk/>
            <pc:sldMk cId="1943458392" sldId="262"/>
            <ac:spMk id="30" creationId="{6F47E259-01F3-EFA4-D62A-A91D2F04207E}"/>
          </ac:spMkLst>
        </pc:spChg>
        <pc:graphicFrameChg chg="add mod modGraphic">
          <ac:chgData name="Embedded Development" userId="97690703-89ef-4183-8a66-0c81b6c8ace9" providerId="ADAL" clId="{65595279-B11A-44E5-9023-6BC560F7656F}" dt="2024-02-08T09:02:27.961" v="3513" actId="1076"/>
          <ac:graphicFrameMkLst>
            <pc:docMk/>
            <pc:sldMk cId="1943458392" sldId="262"/>
            <ac:graphicFrameMk id="5" creationId="{E8DD78CE-6DB1-C1D9-1B47-468750E24619}"/>
          </ac:graphicFrameMkLst>
        </pc:graphicFrameChg>
        <pc:graphicFrameChg chg="add mod modGraphic">
          <ac:chgData name="Embedded Development" userId="97690703-89ef-4183-8a66-0c81b6c8ace9" providerId="ADAL" clId="{65595279-B11A-44E5-9023-6BC560F7656F}" dt="2024-02-08T09:02:27.961" v="3513" actId="1076"/>
          <ac:graphicFrameMkLst>
            <pc:docMk/>
            <pc:sldMk cId="1943458392" sldId="262"/>
            <ac:graphicFrameMk id="12" creationId="{429D734C-A13A-E533-2543-5F852D9E249C}"/>
          </ac:graphicFrameMkLst>
        </pc:graphicFrameChg>
        <pc:graphicFrameChg chg="add mod modGraphic">
          <ac:chgData name="Embedded Development" userId="97690703-89ef-4183-8a66-0c81b6c8ace9" providerId="ADAL" clId="{65595279-B11A-44E5-9023-6BC560F7656F}" dt="2024-02-08T09:02:27.961" v="3513" actId="1076"/>
          <ac:graphicFrameMkLst>
            <pc:docMk/>
            <pc:sldMk cId="1943458392" sldId="262"/>
            <ac:graphicFrameMk id="14" creationId="{3D5E05EF-1C32-7569-E24E-2FB73A801BE7}"/>
          </ac:graphicFrameMkLst>
        </pc:graphicFrameChg>
        <pc:cxnChg chg="mod">
          <ac:chgData name="Embedded Development" userId="97690703-89ef-4183-8a66-0c81b6c8ace9" providerId="ADAL" clId="{65595279-B11A-44E5-9023-6BC560F7656F}" dt="2024-02-08T10:38:48.113" v="8029" actId="1582"/>
          <ac:cxnSpMkLst>
            <pc:docMk/>
            <pc:sldMk cId="1943458392" sldId="262"/>
            <ac:cxnSpMk id="4" creationId="{A4B1E2C5-9645-7E89-87D4-160F62D00334}"/>
          </ac:cxnSpMkLst>
        </pc:cxnChg>
        <pc:cxnChg chg="mod">
          <ac:chgData name="Embedded Development" userId="97690703-89ef-4183-8a66-0c81b6c8ace9" providerId="ADAL" clId="{65595279-B11A-44E5-9023-6BC560F7656F}" dt="2024-02-08T10:38:48.113" v="8029" actId="1582"/>
          <ac:cxnSpMkLst>
            <pc:docMk/>
            <pc:sldMk cId="1943458392" sldId="262"/>
            <ac:cxnSpMk id="6" creationId="{6552F70B-97F9-DA6B-1BE4-F89C0079FCE8}"/>
          </ac:cxnSpMkLst>
        </pc:cxnChg>
        <pc:cxnChg chg="mod">
          <ac:chgData name="Embedded Development" userId="97690703-89ef-4183-8a66-0c81b6c8ace9" providerId="ADAL" clId="{65595279-B11A-44E5-9023-6BC560F7656F}" dt="2024-02-08T10:38:48.113" v="8029" actId="1582"/>
          <ac:cxnSpMkLst>
            <pc:docMk/>
            <pc:sldMk cId="1943458392" sldId="262"/>
            <ac:cxnSpMk id="8" creationId="{9EC50927-D2D9-A80F-70F8-818BFFE257CA}"/>
          </ac:cxnSpMkLst>
        </pc:cxnChg>
        <pc:cxnChg chg="mod">
          <ac:chgData name="Embedded Development" userId="97690703-89ef-4183-8a66-0c81b6c8ace9" providerId="ADAL" clId="{65595279-B11A-44E5-9023-6BC560F7656F}" dt="2024-02-08T10:38:48.113" v="8029" actId="1582"/>
          <ac:cxnSpMkLst>
            <pc:docMk/>
            <pc:sldMk cId="1943458392" sldId="262"/>
            <ac:cxnSpMk id="10" creationId="{593CFC24-9C6A-F9B2-F421-A8F7391F1E08}"/>
          </ac:cxnSpMkLst>
        </pc:cxnChg>
        <pc:cxnChg chg="add mod">
          <ac:chgData name="Embedded Development" userId="97690703-89ef-4183-8a66-0c81b6c8ace9" providerId="ADAL" clId="{65595279-B11A-44E5-9023-6BC560F7656F}" dt="2024-02-08T10:38:48.113" v="8029" actId="1582"/>
          <ac:cxnSpMkLst>
            <pc:docMk/>
            <pc:sldMk cId="1943458392" sldId="262"/>
            <ac:cxnSpMk id="21" creationId="{9416C9C4-EE32-FF90-7A2D-8A27F3128BC1}"/>
          </ac:cxnSpMkLst>
        </pc:cxnChg>
        <pc:cxnChg chg="add mod">
          <ac:chgData name="Embedded Development" userId="97690703-89ef-4183-8a66-0c81b6c8ace9" providerId="ADAL" clId="{65595279-B11A-44E5-9023-6BC560F7656F}" dt="2024-02-08T07:35:20.777" v="1724"/>
          <ac:cxnSpMkLst>
            <pc:docMk/>
            <pc:sldMk cId="1943458392" sldId="262"/>
            <ac:cxnSpMk id="24" creationId="{C121407D-5360-D958-9CFE-E006E05CC90A}"/>
          </ac:cxnSpMkLst>
        </pc:cxnChg>
      </pc:sldChg>
      <pc:sldChg chg="addSp modSp del mod modCm">
        <pc:chgData name="Embedded Development" userId="97690703-89ef-4183-8a66-0c81b6c8ace9" providerId="ADAL" clId="{65595279-B11A-44E5-9023-6BC560F7656F}" dt="2024-02-08T09:18:24.913" v="3537" actId="47"/>
        <pc:sldMkLst>
          <pc:docMk/>
          <pc:sldMk cId="653484016" sldId="263"/>
        </pc:sldMkLst>
        <pc:spChg chg="add mod">
          <ac:chgData name="Embedded Development" userId="97690703-89ef-4183-8a66-0c81b6c8ace9" providerId="ADAL" clId="{65595279-B11A-44E5-9023-6BC560F7656F}" dt="2024-01-24T11:25:56.909" v="595" actId="20577"/>
          <ac:spMkLst>
            <pc:docMk/>
            <pc:sldMk cId="653484016" sldId="263"/>
            <ac:spMk id="4" creationId="{EFD091ED-3B98-852E-59A9-3501E35B4D69}"/>
          </ac:spMkLst>
        </pc:spChg>
        <pc:spChg chg="mod">
          <ac:chgData name="Embedded Development" userId="97690703-89ef-4183-8a66-0c81b6c8ace9" providerId="ADAL" clId="{65595279-B11A-44E5-9023-6BC560F7656F}" dt="2024-01-24T11:24:54.280" v="562" actId="1076"/>
          <ac:spMkLst>
            <pc:docMk/>
            <pc:sldMk cId="653484016" sldId="263"/>
            <ac:spMk id="5" creationId="{F6324772-7B18-92E8-4D3E-220E0C0DCC4E}"/>
          </ac:spMkLst>
        </pc:spChg>
        <pc:spChg chg="mod">
          <ac:chgData name="Embedded Development" userId="97690703-89ef-4183-8a66-0c81b6c8ace9" providerId="ADAL" clId="{65595279-B11A-44E5-9023-6BC560F7656F}" dt="2024-01-24T11:24:54.280" v="562" actId="1076"/>
          <ac:spMkLst>
            <pc:docMk/>
            <pc:sldMk cId="653484016" sldId="263"/>
            <ac:spMk id="6" creationId="{3472A356-4919-2CAF-5742-F014898171ED}"/>
          </ac:spMkLst>
        </pc:spChg>
        <pc:spChg chg="mod">
          <ac:chgData name="Embedded Development" userId="97690703-89ef-4183-8a66-0c81b6c8ace9" providerId="ADAL" clId="{65595279-B11A-44E5-9023-6BC560F7656F}" dt="2024-01-24T11:24:54.280" v="562" actId="1076"/>
          <ac:spMkLst>
            <pc:docMk/>
            <pc:sldMk cId="653484016" sldId="263"/>
            <ac:spMk id="7" creationId="{8DB2483E-75F6-F80E-8837-97C8C102ECEA}"/>
          </ac:spMkLst>
        </pc:spChg>
        <pc:spChg chg="add mod">
          <ac:chgData name="Embedded Development" userId="97690703-89ef-4183-8a66-0c81b6c8ace9" providerId="ADAL" clId="{65595279-B11A-44E5-9023-6BC560F7656F}" dt="2024-01-24T13:38:41.867" v="755" actId="1076"/>
          <ac:spMkLst>
            <pc:docMk/>
            <pc:sldMk cId="653484016" sldId="263"/>
            <ac:spMk id="9" creationId="{3344DD37-AF20-D471-CDCA-D900C75A38A4}"/>
          </ac:spMkLst>
        </pc:spChg>
        <pc:spChg chg="mod">
          <ac:chgData name="Embedded Development" userId="97690703-89ef-4183-8a66-0c81b6c8ace9" providerId="ADAL" clId="{65595279-B11A-44E5-9023-6BC560F7656F}" dt="2024-01-24T11:24:54.280" v="562" actId="1076"/>
          <ac:spMkLst>
            <pc:docMk/>
            <pc:sldMk cId="653484016" sldId="263"/>
            <ac:spMk id="16" creationId="{93D40C93-9EAC-DA7C-F1AC-42FE6B7D681F}"/>
          </ac:spMkLst>
        </pc:spChg>
        <pc:spChg chg="mod">
          <ac:chgData name="Embedded Development" userId="97690703-89ef-4183-8a66-0c81b6c8ace9" providerId="ADAL" clId="{65595279-B11A-44E5-9023-6BC560F7656F}" dt="2024-01-24T11:24:54.280" v="562" actId="1076"/>
          <ac:spMkLst>
            <pc:docMk/>
            <pc:sldMk cId="653484016" sldId="263"/>
            <ac:spMk id="22" creationId="{6633723D-6213-B630-2D03-FF6A7CB41119}"/>
          </ac:spMkLst>
        </pc:spChg>
        <pc:spChg chg="mod">
          <ac:chgData name="Embedded Development" userId="97690703-89ef-4183-8a66-0c81b6c8ace9" providerId="ADAL" clId="{65595279-B11A-44E5-9023-6BC560F7656F}" dt="2024-01-24T11:24:54.280" v="562" actId="1076"/>
          <ac:spMkLst>
            <pc:docMk/>
            <pc:sldMk cId="653484016" sldId="263"/>
            <ac:spMk id="23" creationId="{4D63EEC6-BFCD-1102-53A7-E4CDB2CFE4D9}"/>
          </ac:spMkLst>
        </pc:spChg>
        <pc:spChg chg="mod">
          <ac:chgData name="Embedded Development" userId="97690703-89ef-4183-8a66-0c81b6c8ace9" providerId="ADAL" clId="{65595279-B11A-44E5-9023-6BC560F7656F}" dt="2024-01-24T11:24:54.280" v="562" actId="1076"/>
          <ac:spMkLst>
            <pc:docMk/>
            <pc:sldMk cId="653484016" sldId="263"/>
            <ac:spMk id="42" creationId="{CA969550-8D82-2CFA-8148-3A31C936D856}"/>
          </ac:spMkLst>
        </pc:spChg>
        <pc:spChg chg="mod">
          <ac:chgData name="Embedded Development" userId="97690703-89ef-4183-8a66-0c81b6c8ace9" providerId="ADAL" clId="{65595279-B11A-44E5-9023-6BC560F7656F}" dt="2024-01-24T11:24:54.280" v="562" actId="1076"/>
          <ac:spMkLst>
            <pc:docMk/>
            <pc:sldMk cId="653484016" sldId="263"/>
            <ac:spMk id="44" creationId="{FADDE374-ED0F-8D57-8E1D-4B9C8E129D0A}"/>
          </ac:spMkLst>
        </pc:spChg>
        <pc:spChg chg="mod">
          <ac:chgData name="Embedded Development" userId="97690703-89ef-4183-8a66-0c81b6c8ace9" providerId="ADAL" clId="{65595279-B11A-44E5-9023-6BC560F7656F}" dt="2024-01-24T11:24:54.280" v="562" actId="1076"/>
          <ac:spMkLst>
            <pc:docMk/>
            <pc:sldMk cId="653484016" sldId="263"/>
            <ac:spMk id="46" creationId="{2F886473-3941-7598-3847-9708BCC20191}"/>
          </ac:spMkLst>
        </pc:spChg>
        <pc:spChg chg="mod">
          <ac:chgData name="Embedded Development" userId="97690703-89ef-4183-8a66-0c81b6c8ace9" providerId="ADAL" clId="{65595279-B11A-44E5-9023-6BC560F7656F}" dt="2024-01-24T11:24:54.280" v="562" actId="1076"/>
          <ac:spMkLst>
            <pc:docMk/>
            <pc:sldMk cId="653484016" sldId="263"/>
            <ac:spMk id="48" creationId="{ABD25BA8-943D-C8D9-71DC-A82FD9153C6C}"/>
          </ac:spMkLst>
        </pc:spChg>
        <pc:graphicFrameChg chg="add mod modGraphic">
          <ac:chgData name="Embedded Development" userId="97690703-89ef-4183-8a66-0c81b6c8ace9" providerId="ADAL" clId="{65595279-B11A-44E5-9023-6BC560F7656F}" dt="2024-02-08T08:18:30.059" v="3290"/>
          <ac:graphicFrameMkLst>
            <pc:docMk/>
            <pc:sldMk cId="653484016" sldId="263"/>
            <ac:graphicFrameMk id="3" creationId="{11C06329-9026-57DB-7F40-45353EE2A7DD}"/>
          </ac:graphicFrameMkLst>
        </pc:graphicFrameChg>
        <pc:graphicFrameChg chg="add mod modGraphic">
          <ac:chgData name="Embedded Development" userId="97690703-89ef-4183-8a66-0c81b6c8ace9" providerId="ADAL" clId="{65595279-B11A-44E5-9023-6BC560F7656F}" dt="2024-01-24T13:38:41.867" v="755" actId="1076"/>
          <ac:graphicFrameMkLst>
            <pc:docMk/>
            <pc:sldMk cId="653484016" sldId="263"/>
            <ac:graphicFrameMk id="8" creationId="{05B77576-F02E-FBA7-C797-344DBC3CBA50}"/>
          </ac:graphicFrameMkLst>
        </pc:graphicFrameChg>
        <pc:cxnChg chg="mod">
          <ac:chgData name="Embedded Development" userId="97690703-89ef-4183-8a66-0c81b6c8ace9" providerId="ADAL" clId="{65595279-B11A-44E5-9023-6BC560F7656F}" dt="2024-01-24T11:24:54.280" v="562" actId="1076"/>
          <ac:cxnSpMkLst>
            <pc:docMk/>
            <pc:sldMk cId="653484016" sldId="263"/>
            <ac:cxnSpMk id="2" creationId="{03B5E0E5-9280-B19E-7B64-905C7E634873}"/>
          </ac:cxnSpMkLst>
        </pc:cxnChg>
        <pc:cxnChg chg="mod">
          <ac:chgData name="Embedded Development" userId="97690703-89ef-4183-8a66-0c81b6c8ace9" providerId="ADAL" clId="{65595279-B11A-44E5-9023-6BC560F7656F}" dt="2024-01-24T11:24:54.280" v="562" actId="1076"/>
          <ac:cxnSpMkLst>
            <pc:docMk/>
            <pc:sldMk cId="653484016" sldId="263"/>
            <ac:cxnSpMk id="10" creationId="{9377541D-87DE-8EF2-DF6C-D2E20FFE49EE}"/>
          </ac:cxnSpMkLst>
        </pc:cxnChg>
        <pc:cxnChg chg="mod">
          <ac:chgData name="Embedded Development" userId="97690703-89ef-4183-8a66-0c81b6c8ace9" providerId="ADAL" clId="{65595279-B11A-44E5-9023-6BC560F7656F}" dt="2024-01-24T11:24:54.280" v="562" actId="1076"/>
          <ac:cxnSpMkLst>
            <pc:docMk/>
            <pc:sldMk cId="653484016" sldId="263"/>
            <ac:cxnSpMk id="11" creationId="{3A4CE810-1DC2-BFF4-6622-F58337F1BD85}"/>
          </ac:cxnSpMkLst>
        </pc:cxnChg>
        <pc:cxnChg chg="mod">
          <ac:chgData name="Embedded Development" userId="97690703-89ef-4183-8a66-0c81b6c8ace9" providerId="ADAL" clId="{65595279-B11A-44E5-9023-6BC560F7656F}" dt="2024-01-24T11:24:54.280" v="562" actId="1076"/>
          <ac:cxnSpMkLst>
            <pc:docMk/>
            <pc:sldMk cId="653484016" sldId="263"/>
            <ac:cxnSpMk id="12" creationId="{E61F5208-D875-AA9A-E6D8-25EC24BBEE10}"/>
          </ac:cxnSpMkLst>
        </pc:cxnChg>
        <pc:cxnChg chg="mod">
          <ac:chgData name="Embedded Development" userId="97690703-89ef-4183-8a66-0c81b6c8ace9" providerId="ADAL" clId="{65595279-B11A-44E5-9023-6BC560F7656F}" dt="2024-01-24T11:24:54.280" v="562" actId="1076"/>
          <ac:cxnSpMkLst>
            <pc:docMk/>
            <pc:sldMk cId="653484016" sldId="263"/>
            <ac:cxnSpMk id="13" creationId="{FEC8AF23-A269-9519-928A-E5C0A57E3CD8}"/>
          </ac:cxnSpMkLst>
        </pc:cxnChg>
        <pc:cxnChg chg="mod">
          <ac:chgData name="Embedded Development" userId="97690703-89ef-4183-8a66-0c81b6c8ace9" providerId="ADAL" clId="{65595279-B11A-44E5-9023-6BC560F7656F}" dt="2024-01-24T11:24:54.280" v="562" actId="1076"/>
          <ac:cxnSpMkLst>
            <pc:docMk/>
            <pc:sldMk cId="653484016" sldId="263"/>
            <ac:cxnSpMk id="41" creationId="{165371AC-0017-7D86-10DD-2522370B973F}"/>
          </ac:cxnSpMkLst>
        </pc:cxnChg>
        <pc:cxnChg chg="mod">
          <ac:chgData name="Embedded Development" userId="97690703-89ef-4183-8a66-0c81b6c8ace9" providerId="ADAL" clId="{65595279-B11A-44E5-9023-6BC560F7656F}" dt="2024-01-24T11:24:54.280" v="562" actId="1076"/>
          <ac:cxnSpMkLst>
            <pc:docMk/>
            <pc:sldMk cId="653484016" sldId="263"/>
            <ac:cxnSpMk id="45" creationId="{2F8FC0D9-AF0E-ECB6-5B0F-5F02111DC708}"/>
          </ac:cxnSpMkLst>
        </pc:cxnChg>
      </pc:sldChg>
      <pc:sldChg chg="del">
        <pc:chgData name="Embedded Development" userId="97690703-89ef-4183-8a66-0c81b6c8ace9" providerId="ADAL" clId="{65595279-B11A-44E5-9023-6BC560F7656F}" dt="2024-02-08T09:58:26.363" v="4692" actId="47"/>
        <pc:sldMkLst>
          <pc:docMk/>
          <pc:sldMk cId="3193922364" sldId="264"/>
        </pc:sldMkLst>
      </pc:sldChg>
      <pc:sldChg chg="del">
        <pc:chgData name="Embedded Development" userId="97690703-89ef-4183-8a66-0c81b6c8ace9" providerId="ADAL" clId="{65595279-B11A-44E5-9023-6BC560F7656F}" dt="2024-02-08T09:58:36.889" v="4695" actId="47"/>
        <pc:sldMkLst>
          <pc:docMk/>
          <pc:sldMk cId="286066077" sldId="265"/>
        </pc:sldMkLst>
      </pc:sldChg>
      <pc:sldChg chg="del">
        <pc:chgData name="Embedded Development" userId="97690703-89ef-4183-8a66-0c81b6c8ace9" providerId="ADAL" clId="{65595279-B11A-44E5-9023-6BC560F7656F}" dt="2024-02-08T09:58:33.347" v="4694" actId="47"/>
        <pc:sldMkLst>
          <pc:docMk/>
          <pc:sldMk cId="449645420" sldId="266"/>
        </pc:sldMkLst>
      </pc:sldChg>
      <pc:sldChg chg="del">
        <pc:chgData name="Embedded Development" userId="97690703-89ef-4183-8a66-0c81b6c8ace9" providerId="ADAL" clId="{65595279-B11A-44E5-9023-6BC560F7656F}" dt="2024-02-08T09:58:32.254" v="4693" actId="47"/>
        <pc:sldMkLst>
          <pc:docMk/>
          <pc:sldMk cId="1918681641" sldId="267"/>
        </pc:sldMkLst>
      </pc:sldChg>
      <pc:sldChg chg="addSp delSp modSp add del mod delCm">
        <pc:chgData name="Embedded Development" userId="97690703-89ef-4183-8a66-0c81b6c8ace9" providerId="ADAL" clId="{65595279-B11A-44E5-9023-6BC560F7656F}" dt="2024-02-08T08:04:41.184" v="2643" actId="47"/>
        <pc:sldMkLst>
          <pc:docMk/>
          <pc:sldMk cId="3879368957" sldId="268"/>
        </pc:sldMkLst>
        <pc:spChg chg="del mod">
          <ac:chgData name="Embedded Development" userId="97690703-89ef-4183-8a66-0c81b6c8ace9" providerId="ADAL" clId="{65595279-B11A-44E5-9023-6BC560F7656F}" dt="2024-01-24T11:20:06.405" v="441" actId="478"/>
          <ac:spMkLst>
            <pc:docMk/>
            <pc:sldMk cId="3879368957" sldId="268"/>
            <ac:spMk id="4" creationId="{D199705A-C215-AA91-3D9F-AEB42FB9AE4C}"/>
          </ac:spMkLst>
        </pc:spChg>
        <pc:spChg chg="del">
          <ac:chgData name="Embedded Development" userId="97690703-89ef-4183-8a66-0c81b6c8ace9" providerId="ADAL" clId="{65595279-B11A-44E5-9023-6BC560F7656F}" dt="2024-01-24T11:19:53.416" v="429" actId="478"/>
          <ac:spMkLst>
            <pc:docMk/>
            <pc:sldMk cId="3879368957" sldId="268"/>
            <ac:spMk id="12" creationId="{212BDC66-D62F-9471-14BC-A74428801849}"/>
          </ac:spMkLst>
        </pc:spChg>
        <pc:spChg chg="add mod">
          <ac:chgData name="Embedded Development" userId="97690703-89ef-4183-8a66-0c81b6c8ace9" providerId="ADAL" clId="{65595279-B11A-44E5-9023-6BC560F7656F}" dt="2024-01-24T11:21:48.410" v="531" actId="1076"/>
          <ac:spMkLst>
            <pc:docMk/>
            <pc:sldMk cId="3879368957" sldId="268"/>
            <ac:spMk id="15" creationId="{9F5AB342-1FBC-8BD2-A4A3-F561AD8888C2}"/>
          </ac:spMkLst>
        </pc:spChg>
        <pc:graphicFrameChg chg="del">
          <ac:chgData name="Embedded Development" userId="97690703-89ef-4183-8a66-0c81b6c8ace9" providerId="ADAL" clId="{65595279-B11A-44E5-9023-6BC560F7656F}" dt="2024-01-24T11:20:06.405" v="441" actId="478"/>
          <ac:graphicFrameMkLst>
            <pc:docMk/>
            <pc:sldMk cId="3879368957" sldId="268"/>
            <ac:graphicFrameMk id="3" creationId="{F9E873BA-09AB-031A-81DA-5C58F6D123F3}"/>
          </ac:graphicFrameMkLst>
        </pc:graphicFrameChg>
        <pc:graphicFrameChg chg="del">
          <ac:chgData name="Embedded Development" userId="97690703-89ef-4183-8a66-0c81b6c8ace9" providerId="ADAL" clId="{65595279-B11A-44E5-9023-6BC560F7656F}" dt="2024-01-24T11:19:53.416" v="429" actId="478"/>
          <ac:graphicFrameMkLst>
            <pc:docMk/>
            <pc:sldMk cId="3879368957" sldId="268"/>
            <ac:graphicFrameMk id="8" creationId="{1CE6329A-7FC6-EEA9-A156-623550D5FB8D}"/>
          </ac:graphicFrameMkLst>
        </pc:graphicFrameChg>
        <pc:graphicFrameChg chg="add mod modGraphic">
          <ac:chgData name="Embedded Development" userId="97690703-89ef-4183-8a66-0c81b6c8ace9" providerId="ADAL" clId="{65595279-B11A-44E5-9023-6BC560F7656F}" dt="2024-01-24T11:21:48.410" v="531" actId="1076"/>
          <ac:graphicFrameMkLst>
            <pc:docMk/>
            <pc:sldMk cId="3879368957" sldId="268"/>
            <ac:graphicFrameMk id="14" creationId="{4B045089-4786-FAAE-D88E-F9D83F7CA432}"/>
          </ac:graphicFrameMkLst>
        </pc:graphicFrameChg>
      </pc:sldChg>
      <pc:sldChg chg="addSp delSp modSp add del mod">
        <pc:chgData name="Embedded Development" userId="97690703-89ef-4183-8a66-0c81b6c8ace9" providerId="ADAL" clId="{65595279-B11A-44E5-9023-6BC560F7656F}" dt="2024-02-08T08:07:31.806" v="2690" actId="47"/>
        <pc:sldMkLst>
          <pc:docMk/>
          <pc:sldMk cId="1485185993" sldId="269"/>
        </pc:sldMkLst>
        <pc:spChg chg="del">
          <ac:chgData name="Embedded Development" userId="97690703-89ef-4183-8a66-0c81b6c8ace9" providerId="ADAL" clId="{65595279-B11A-44E5-9023-6BC560F7656F}" dt="2024-01-24T11:24:08.185" v="560" actId="478"/>
          <ac:spMkLst>
            <pc:docMk/>
            <pc:sldMk cId="1485185993" sldId="269"/>
            <ac:spMk id="24" creationId="{B628C271-65F3-1ABC-563E-C04B8016E2CD}"/>
          </ac:spMkLst>
        </pc:spChg>
        <pc:spChg chg="del">
          <ac:chgData name="Embedded Development" userId="97690703-89ef-4183-8a66-0c81b6c8ace9" providerId="ADAL" clId="{65595279-B11A-44E5-9023-6BC560F7656F}" dt="2024-01-24T11:24:08.185" v="560" actId="478"/>
          <ac:spMkLst>
            <pc:docMk/>
            <pc:sldMk cId="1485185993" sldId="269"/>
            <ac:spMk id="26" creationId="{AFD1D06B-A2AC-3DFB-20D0-0608C41E5F62}"/>
          </ac:spMkLst>
        </pc:spChg>
        <pc:spChg chg="add mod">
          <ac:chgData name="Embedded Development" userId="97690703-89ef-4183-8a66-0c81b6c8ace9" providerId="ADAL" clId="{65595279-B11A-44E5-9023-6BC560F7656F}" dt="2024-01-24T11:24:12.201" v="561"/>
          <ac:spMkLst>
            <pc:docMk/>
            <pc:sldMk cId="1485185993" sldId="269"/>
            <ac:spMk id="28" creationId="{C71D6E58-29E4-8A25-915D-CE8942924FD5}"/>
          </ac:spMkLst>
        </pc:spChg>
        <pc:graphicFrameChg chg="del">
          <ac:chgData name="Embedded Development" userId="97690703-89ef-4183-8a66-0c81b6c8ace9" providerId="ADAL" clId="{65595279-B11A-44E5-9023-6BC560F7656F}" dt="2024-01-24T11:24:08.185" v="560" actId="478"/>
          <ac:graphicFrameMkLst>
            <pc:docMk/>
            <pc:sldMk cId="1485185993" sldId="269"/>
            <ac:graphicFrameMk id="22" creationId="{AC0BAE12-D506-1FFC-9C8B-5957E16A4332}"/>
          </ac:graphicFrameMkLst>
        </pc:graphicFrameChg>
        <pc:graphicFrameChg chg="del">
          <ac:chgData name="Embedded Development" userId="97690703-89ef-4183-8a66-0c81b6c8ace9" providerId="ADAL" clId="{65595279-B11A-44E5-9023-6BC560F7656F}" dt="2024-01-24T11:24:08.185" v="560" actId="478"/>
          <ac:graphicFrameMkLst>
            <pc:docMk/>
            <pc:sldMk cId="1485185993" sldId="269"/>
            <ac:graphicFrameMk id="25" creationId="{2141FF02-1CCF-417A-095B-42AFA7248A40}"/>
          </ac:graphicFrameMkLst>
        </pc:graphicFrameChg>
        <pc:graphicFrameChg chg="add mod">
          <ac:chgData name="Embedded Development" userId="97690703-89ef-4183-8a66-0c81b6c8ace9" providerId="ADAL" clId="{65595279-B11A-44E5-9023-6BC560F7656F}" dt="2024-01-24T11:24:12.201" v="561"/>
          <ac:graphicFrameMkLst>
            <pc:docMk/>
            <pc:sldMk cId="1485185993" sldId="269"/>
            <ac:graphicFrameMk id="27" creationId="{0A52B112-1D50-7CEA-86D6-DA8E5972D15E}"/>
          </ac:graphicFrameMkLst>
        </pc:graphicFrameChg>
      </pc:sldChg>
      <pc:sldChg chg="add del">
        <pc:chgData name="Embedded Development" userId="97690703-89ef-4183-8a66-0c81b6c8ace9" providerId="ADAL" clId="{65595279-B11A-44E5-9023-6BC560F7656F}" dt="2024-01-24T11:23:57.391" v="558"/>
        <pc:sldMkLst>
          <pc:docMk/>
          <pc:sldMk cId="3402372875" sldId="269"/>
        </pc:sldMkLst>
      </pc:sldChg>
      <pc:sldChg chg="add del">
        <pc:chgData name="Embedded Development" userId="97690703-89ef-4183-8a66-0c81b6c8ace9" providerId="ADAL" clId="{65595279-B11A-44E5-9023-6BC560F7656F}" dt="2024-01-24T13:35:18.109" v="598" actId="47"/>
        <pc:sldMkLst>
          <pc:docMk/>
          <pc:sldMk cId="941886962" sldId="270"/>
        </pc:sldMkLst>
      </pc:sldChg>
      <pc:sldChg chg="addSp delSp modSp add del mod delCm">
        <pc:chgData name="Embedded Development" userId="97690703-89ef-4183-8a66-0c81b6c8ace9" providerId="ADAL" clId="{65595279-B11A-44E5-9023-6BC560F7656F}" dt="2024-02-08T09:44:33.077" v="4094" actId="47"/>
        <pc:sldMkLst>
          <pc:docMk/>
          <pc:sldMk cId="3511625994" sldId="270"/>
        </pc:sldMkLst>
        <pc:spChg chg="del">
          <ac:chgData name="Embedded Development" userId="97690703-89ef-4183-8a66-0c81b6c8ace9" providerId="ADAL" clId="{65595279-B11A-44E5-9023-6BC560F7656F}" dt="2024-01-24T13:39:56.289" v="757" actId="478"/>
          <ac:spMkLst>
            <pc:docMk/>
            <pc:sldMk cId="3511625994" sldId="270"/>
            <ac:spMk id="5" creationId="{F6324772-7B18-92E8-4D3E-220E0C0DCC4E}"/>
          </ac:spMkLst>
        </pc:spChg>
        <pc:spChg chg="del">
          <ac:chgData name="Embedded Development" userId="97690703-89ef-4183-8a66-0c81b6c8ace9" providerId="ADAL" clId="{65595279-B11A-44E5-9023-6BC560F7656F}" dt="2024-01-24T13:39:56.289" v="757" actId="478"/>
          <ac:spMkLst>
            <pc:docMk/>
            <pc:sldMk cId="3511625994" sldId="270"/>
            <ac:spMk id="6" creationId="{3472A356-4919-2CAF-5742-F014898171ED}"/>
          </ac:spMkLst>
        </pc:spChg>
        <pc:spChg chg="del">
          <ac:chgData name="Embedded Development" userId="97690703-89ef-4183-8a66-0c81b6c8ace9" providerId="ADAL" clId="{65595279-B11A-44E5-9023-6BC560F7656F}" dt="2024-01-24T13:39:56.289" v="757" actId="478"/>
          <ac:spMkLst>
            <pc:docMk/>
            <pc:sldMk cId="3511625994" sldId="270"/>
            <ac:spMk id="7" creationId="{8DB2483E-75F6-F80E-8837-97C8C102ECEA}"/>
          </ac:spMkLst>
        </pc:spChg>
        <pc:spChg chg="del">
          <ac:chgData name="Embedded Development" userId="97690703-89ef-4183-8a66-0c81b6c8ace9" providerId="ADAL" clId="{65595279-B11A-44E5-9023-6BC560F7656F}" dt="2024-01-24T13:39:56.289" v="757" actId="478"/>
          <ac:spMkLst>
            <pc:docMk/>
            <pc:sldMk cId="3511625994" sldId="270"/>
            <ac:spMk id="8" creationId="{191483CF-F0AC-CC16-76BF-D46C1A2B5E07}"/>
          </ac:spMkLst>
        </pc:spChg>
        <pc:spChg chg="del">
          <ac:chgData name="Embedded Development" userId="97690703-89ef-4183-8a66-0c81b6c8ace9" providerId="ADAL" clId="{65595279-B11A-44E5-9023-6BC560F7656F}" dt="2024-01-24T13:39:56.289" v="757" actId="478"/>
          <ac:spMkLst>
            <pc:docMk/>
            <pc:sldMk cId="3511625994" sldId="270"/>
            <ac:spMk id="12" creationId="{99634FAB-4245-2768-3DB4-A1B2116C9827}"/>
          </ac:spMkLst>
        </pc:spChg>
        <pc:spChg chg="del">
          <ac:chgData name="Embedded Development" userId="97690703-89ef-4183-8a66-0c81b6c8ace9" providerId="ADAL" clId="{65595279-B11A-44E5-9023-6BC560F7656F}" dt="2024-01-24T13:39:56.289" v="757" actId="478"/>
          <ac:spMkLst>
            <pc:docMk/>
            <pc:sldMk cId="3511625994" sldId="270"/>
            <ac:spMk id="13" creationId="{FDF93B30-EAEF-68D1-7681-5D3B5FCD3854}"/>
          </ac:spMkLst>
        </pc:spChg>
        <pc:spChg chg="del">
          <ac:chgData name="Embedded Development" userId="97690703-89ef-4183-8a66-0c81b6c8ace9" providerId="ADAL" clId="{65595279-B11A-44E5-9023-6BC560F7656F}" dt="2024-01-24T13:39:56.289" v="757" actId="478"/>
          <ac:spMkLst>
            <pc:docMk/>
            <pc:sldMk cId="3511625994" sldId="270"/>
            <ac:spMk id="14" creationId="{F4841C0F-C7F8-EAAB-5EA4-C41506BB1455}"/>
          </ac:spMkLst>
        </pc:spChg>
        <pc:spChg chg="del">
          <ac:chgData name="Embedded Development" userId="97690703-89ef-4183-8a66-0c81b6c8ace9" providerId="ADAL" clId="{65595279-B11A-44E5-9023-6BC560F7656F}" dt="2024-01-24T13:39:56.289" v="757" actId="478"/>
          <ac:spMkLst>
            <pc:docMk/>
            <pc:sldMk cId="3511625994" sldId="270"/>
            <ac:spMk id="16" creationId="{93D40C93-9EAC-DA7C-F1AC-42FE6B7D681F}"/>
          </ac:spMkLst>
        </pc:spChg>
        <pc:spChg chg="del">
          <ac:chgData name="Embedded Development" userId="97690703-89ef-4183-8a66-0c81b6c8ace9" providerId="ADAL" clId="{65595279-B11A-44E5-9023-6BC560F7656F}" dt="2024-01-24T13:39:56.289" v="757" actId="478"/>
          <ac:spMkLst>
            <pc:docMk/>
            <pc:sldMk cId="3511625994" sldId="270"/>
            <ac:spMk id="18" creationId="{32A0A885-B7F8-CC33-E823-BED4C36EFB6E}"/>
          </ac:spMkLst>
        </pc:spChg>
        <pc:spChg chg="del">
          <ac:chgData name="Embedded Development" userId="97690703-89ef-4183-8a66-0c81b6c8ace9" providerId="ADAL" clId="{65595279-B11A-44E5-9023-6BC560F7656F}" dt="2024-01-24T13:39:56.289" v="757" actId="478"/>
          <ac:spMkLst>
            <pc:docMk/>
            <pc:sldMk cId="3511625994" sldId="270"/>
            <ac:spMk id="20" creationId="{02EB8483-36F7-EDA5-9D6C-C8B33764AF64}"/>
          </ac:spMkLst>
        </pc:spChg>
        <pc:spChg chg="del">
          <ac:chgData name="Embedded Development" userId="97690703-89ef-4183-8a66-0c81b6c8ace9" providerId="ADAL" clId="{65595279-B11A-44E5-9023-6BC560F7656F}" dt="2024-01-24T13:39:56.289" v="757" actId="478"/>
          <ac:spMkLst>
            <pc:docMk/>
            <pc:sldMk cId="3511625994" sldId="270"/>
            <ac:spMk id="22" creationId="{ABE215C6-FE96-AD4E-A18A-93E90C7AEC79}"/>
          </ac:spMkLst>
        </pc:spChg>
        <pc:spChg chg="add mod">
          <ac:chgData name="Embedded Development" userId="97690703-89ef-4183-8a66-0c81b6c8ace9" providerId="ADAL" clId="{65595279-B11A-44E5-9023-6BC560F7656F}" dt="2024-01-24T13:45:03.580" v="1196" actId="1036"/>
          <ac:spMkLst>
            <pc:docMk/>
            <pc:sldMk cId="3511625994" sldId="270"/>
            <ac:spMk id="23" creationId="{61633F67-1E0D-5E00-04B1-04C252E92FE8}"/>
          </ac:spMkLst>
        </pc:spChg>
        <pc:spChg chg="del">
          <ac:chgData name="Embedded Development" userId="97690703-89ef-4183-8a66-0c81b6c8ace9" providerId="ADAL" clId="{65595279-B11A-44E5-9023-6BC560F7656F}" dt="2024-01-24T13:39:56.289" v="757" actId="478"/>
          <ac:spMkLst>
            <pc:docMk/>
            <pc:sldMk cId="3511625994" sldId="270"/>
            <ac:spMk id="26" creationId="{5F06DE87-713B-AD4E-6675-B393B17D1BA0}"/>
          </ac:spMkLst>
        </pc:spChg>
        <pc:spChg chg="del">
          <ac:chgData name="Embedded Development" userId="97690703-89ef-4183-8a66-0c81b6c8ace9" providerId="ADAL" clId="{65595279-B11A-44E5-9023-6BC560F7656F}" dt="2024-01-24T13:39:56.289" v="757" actId="478"/>
          <ac:spMkLst>
            <pc:docMk/>
            <pc:sldMk cId="3511625994" sldId="270"/>
            <ac:spMk id="27" creationId="{C05E33AB-B526-1106-C250-51E076C2576F}"/>
          </ac:spMkLst>
        </pc:spChg>
        <pc:spChg chg="del">
          <ac:chgData name="Embedded Development" userId="97690703-89ef-4183-8a66-0c81b6c8ace9" providerId="ADAL" clId="{65595279-B11A-44E5-9023-6BC560F7656F}" dt="2024-01-24T13:39:56.289" v="757" actId="478"/>
          <ac:spMkLst>
            <pc:docMk/>
            <pc:sldMk cId="3511625994" sldId="270"/>
            <ac:spMk id="29" creationId="{AF52B5C8-4C75-C855-DB7E-8A5844B2FBFB}"/>
          </ac:spMkLst>
        </pc:spChg>
        <pc:spChg chg="add mod">
          <ac:chgData name="Embedded Development" userId="97690703-89ef-4183-8a66-0c81b6c8ace9" providerId="ADAL" clId="{65595279-B11A-44E5-9023-6BC560F7656F}" dt="2024-01-24T13:45:03.580" v="1196" actId="1036"/>
          <ac:spMkLst>
            <pc:docMk/>
            <pc:sldMk cId="3511625994" sldId="270"/>
            <ac:spMk id="30" creationId="{B778210F-4EEA-AA62-2D7F-786A02109C92}"/>
          </ac:spMkLst>
        </pc:spChg>
        <pc:spChg chg="del">
          <ac:chgData name="Embedded Development" userId="97690703-89ef-4183-8a66-0c81b6c8ace9" providerId="ADAL" clId="{65595279-B11A-44E5-9023-6BC560F7656F}" dt="2024-01-24T13:39:56.289" v="757" actId="478"/>
          <ac:spMkLst>
            <pc:docMk/>
            <pc:sldMk cId="3511625994" sldId="270"/>
            <ac:spMk id="33" creationId="{EADFAFF2-EBDA-64D5-ABB0-AC4CCA29D8CA}"/>
          </ac:spMkLst>
        </pc:spChg>
        <pc:spChg chg="add mod">
          <ac:chgData name="Embedded Development" userId="97690703-89ef-4183-8a66-0c81b6c8ace9" providerId="ADAL" clId="{65595279-B11A-44E5-9023-6BC560F7656F}" dt="2024-01-24T13:44:46.942" v="1175"/>
          <ac:spMkLst>
            <pc:docMk/>
            <pc:sldMk cId="3511625994" sldId="270"/>
            <ac:spMk id="34" creationId="{FAD05FE4-5BD2-60B8-9A26-034F5BE72597}"/>
          </ac:spMkLst>
        </pc:spChg>
        <pc:spChg chg="add mod">
          <ac:chgData name="Embedded Development" userId="97690703-89ef-4183-8a66-0c81b6c8ace9" providerId="ADAL" clId="{65595279-B11A-44E5-9023-6BC560F7656F}" dt="2024-01-24T13:44:56.497" v="1178"/>
          <ac:spMkLst>
            <pc:docMk/>
            <pc:sldMk cId="3511625994" sldId="270"/>
            <ac:spMk id="36" creationId="{598E8997-913C-47F3-934C-2880EFDF81F4}"/>
          </ac:spMkLst>
        </pc:spChg>
        <pc:spChg chg="del">
          <ac:chgData name="Embedded Development" userId="97690703-89ef-4183-8a66-0c81b6c8ace9" providerId="ADAL" clId="{65595279-B11A-44E5-9023-6BC560F7656F}" dt="2024-01-24T13:39:56.289" v="757" actId="478"/>
          <ac:spMkLst>
            <pc:docMk/>
            <pc:sldMk cId="3511625994" sldId="270"/>
            <ac:spMk id="37" creationId="{DF6B2106-21C2-4B68-10B5-EB400542F8AC}"/>
          </ac:spMkLst>
        </pc:spChg>
        <pc:graphicFrameChg chg="add mod modGraphic">
          <ac:chgData name="Embedded Development" userId="97690703-89ef-4183-8a66-0c81b6c8ace9" providerId="ADAL" clId="{65595279-B11A-44E5-9023-6BC560F7656F}" dt="2024-02-08T08:18:30.059" v="3290"/>
          <ac:graphicFrameMkLst>
            <pc:docMk/>
            <pc:sldMk cId="3511625994" sldId="270"/>
            <ac:graphicFrameMk id="19" creationId="{43D24AB6-18A1-84EC-E94F-C2B7EFE74BDC}"/>
          </ac:graphicFrameMkLst>
        </pc:graphicFrameChg>
        <pc:graphicFrameChg chg="add mod modGraphic">
          <ac:chgData name="Embedded Development" userId="97690703-89ef-4183-8a66-0c81b6c8ace9" providerId="ADAL" clId="{65595279-B11A-44E5-9023-6BC560F7656F}" dt="2024-02-08T08:18:30.059" v="3290"/>
          <ac:graphicFrameMkLst>
            <pc:docMk/>
            <pc:sldMk cId="3511625994" sldId="270"/>
            <ac:graphicFrameMk id="25" creationId="{77726FC3-6861-BDD8-4A3E-E2A65E2668DE}"/>
          </ac:graphicFrameMkLst>
        </pc:graphicFrameChg>
        <pc:graphicFrameChg chg="add mod">
          <ac:chgData name="Embedded Development" userId="97690703-89ef-4183-8a66-0c81b6c8ace9" providerId="ADAL" clId="{65595279-B11A-44E5-9023-6BC560F7656F}" dt="2024-01-24T13:44:46.942" v="1175"/>
          <ac:graphicFrameMkLst>
            <pc:docMk/>
            <pc:sldMk cId="3511625994" sldId="270"/>
            <ac:graphicFrameMk id="31" creationId="{B998143A-93BD-17D4-81A4-95A4DAA17133}"/>
          </ac:graphicFrameMkLst>
        </pc:graphicFrameChg>
        <pc:cxnChg chg="del">
          <ac:chgData name="Embedded Development" userId="97690703-89ef-4183-8a66-0c81b6c8ace9" providerId="ADAL" clId="{65595279-B11A-44E5-9023-6BC560F7656F}" dt="2024-01-24T13:39:56.289" v="757" actId="478"/>
          <ac:cxnSpMkLst>
            <pc:docMk/>
            <pc:sldMk cId="3511625994" sldId="270"/>
            <ac:cxnSpMk id="2" creationId="{5DF94E5A-3D64-7F64-758A-1C0A3837FF15}"/>
          </ac:cxnSpMkLst>
        </pc:cxnChg>
        <pc:cxnChg chg="del">
          <ac:chgData name="Embedded Development" userId="97690703-89ef-4183-8a66-0c81b6c8ace9" providerId="ADAL" clId="{65595279-B11A-44E5-9023-6BC560F7656F}" dt="2024-01-24T13:39:56.289" v="757" actId="478"/>
          <ac:cxnSpMkLst>
            <pc:docMk/>
            <pc:sldMk cId="3511625994" sldId="270"/>
            <ac:cxnSpMk id="3" creationId="{A531BA2D-51DC-9D50-AF82-6E7E2EAE2476}"/>
          </ac:cxnSpMkLst>
        </pc:cxnChg>
        <pc:cxnChg chg="del">
          <ac:chgData name="Embedded Development" userId="97690703-89ef-4183-8a66-0c81b6c8ace9" providerId="ADAL" clId="{65595279-B11A-44E5-9023-6BC560F7656F}" dt="2024-01-24T13:39:56.289" v="757" actId="478"/>
          <ac:cxnSpMkLst>
            <pc:docMk/>
            <pc:sldMk cId="3511625994" sldId="270"/>
            <ac:cxnSpMk id="4" creationId="{783F626C-E4C6-EFCB-FAD6-D7A916005C25}"/>
          </ac:cxnSpMkLst>
        </pc:cxnChg>
        <pc:cxnChg chg="del">
          <ac:chgData name="Embedded Development" userId="97690703-89ef-4183-8a66-0c81b6c8ace9" providerId="ADAL" clId="{65595279-B11A-44E5-9023-6BC560F7656F}" dt="2024-01-24T13:39:56.289" v="757" actId="478"/>
          <ac:cxnSpMkLst>
            <pc:docMk/>
            <pc:sldMk cId="3511625994" sldId="270"/>
            <ac:cxnSpMk id="9" creationId="{430D0FE5-819A-1593-6637-979F68B86C1C}"/>
          </ac:cxnSpMkLst>
        </pc:cxnChg>
        <pc:cxnChg chg="del mod">
          <ac:chgData name="Embedded Development" userId="97690703-89ef-4183-8a66-0c81b6c8ace9" providerId="ADAL" clId="{65595279-B11A-44E5-9023-6BC560F7656F}" dt="2024-01-24T13:39:56.289" v="757" actId="478"/>
          <ac:cxnSpMkLst>
            <pc:docMk/>
            <pc:sldMk cId="3511625994" sldId="270"/>
            <ac:cxnSpMk id="10" creationId="{9377541D-87DE-8EF2-DF6C-D2E20FFE49EE}"/>
          </ac:cxnSpMkLst>
        </pc:cxnChg>
        <pc:cxnChg chg="del mod">
          <ac:chgData name="Embedded Development" userId="97690703-89ef-4183-8a66-0c81b6c8ace9" providerId="ADAL" clId="{65595279-B11A-44E5-9023-6BC560F7656F}" dt="2024-01-24T13:39:56.289" v="757" actId="478"/>
          <ac:cxnSpMkLst>
            <pc:docMk/>
            <pc:sldMk cId="3511625994" sldId="270"/>
            <ac:cxnSpMk id="11" creationId="{3A4CE810-1DC2-BFF4-6622-F58337F1BD85}"/>
          </ac:cxnSpMkLst>
        </pc:cxnChg>
        <pc:cxnChg chg="del mod">
          <ac:chgData name="Embedded Development" userId="97690703-89ef-4183-8a66-0c81b6c8ace9" providerId="ADAL" clId="{65595279-B11A-44E5-9023-6BC560F7656F}" dt="2024-01-24T13:39:56.289" v="757" actId="478"/>
          <ac:cxnSpMkLst>
            <pc:docMk/>
            <pc:sldMk cId="3511625994" sldId="270"/>
            <ac:cxnSpMk id="15" creationId="{CC992C4B-84AC-06C9-FE4C-D93E9A77E319}"/>
          </ac:cxnSpMkLst>
        </pc:cxnChg>
        <pc:cxnChg chg="del">
          <ac:chgData name="Embedded Development" userId="97690703-89ef-4183-8a66-0c81b6c8ace9" providerId="ADAL" clId="{65595279-B11A-44E5-9023-6BC560F7656F}" dt="2024-01-24T13:39:56.289" v="757" actId="478"/>
          <ac:cxnSpMkLst>
            <pc:docMk/>
            <pc:sldMk cId="3511625994" sldId="270"/>
            <ac:cxnSpMk id="17" creationId="{8C7C4D4B-71F8-5D07-C1EC-82FBC7CE2F42}"/>
          </ac:cxnSpMkLst>
        </pc:cxnChg>
        <pc:cxnChg chg="del">
          <ac:chgData name="Embedded Development" userId="97690703-89ef-4183-8a66-0c81b6c8ace9" providerId="ADAL" clId="{65595279-B11A-44E5-9023-6BC560F7656F}" dt="2024-01-24T13:39:56.289" v="757" actId="478"/>
          <ac:cxnSpMkLst>
            <pc:docMk/>
            <pc:sldMk cId="3511625994" sldId="270"/>
            <ac:cxnSpMk id="21" creationId="{3E4D8553-19D0-E625-FECE-CCC8BFE3A062}"/>
          </ac:cxnSpMkLst>
        </pc:cxnChg>
        <pc:cxnChg chg="del">
          <ac:chgData name="Embedded Development" userId="97690703-89ef-4183-8a66-0c81b6c8ace9" providerId="ADAL" clId="{65595279-B11A-44E5-9023-6BC560F7656F}" dt="2024-01-24T13:39:56.289" v="757" actId="478"/>
          <ac:cxnSpMkLst>
            <pc:docMk/>
            <pc:sldMk cId="3511625994" sldId="270"/>
            <ac:cxnSpMk id="24" creationId="{01B3EA53-C1D3-C661-8AEB-54C9C4D989CE}"/>
          </ac:cxnSpMkLst>
        </pc:cxnChg>
        <pc:cxnChg chg="del">
          <ac:chgData name="Embedded Development" userId="97690703-89ef-4183-8a66-0c81b6c8ace9" providerId="ADAL" clId="{65595279-B11A-44E5-9023-6BC560F7656F}" dt="2024-01-24T13:39:56.289" v="757" actId="478"/>
          <ac:cxnSpMkLst>
            <pc:docMk/>
            <pc:sldMk cId="3511625994" sldId="270"/>
            <ac:cxnSpMk id="28" creationId="{E9022AF2-22E2-EE40-7E43-4D9F80863794}"/>
          </ac:cxnSpMkLst>
        </pc:cxnChg>
        <pc:cxnChg chg="del">
          <ac:chgData name="Embedded Development" userId="97690703-89ef-4183-8a66-0c81b6c8ace9" providerId="ADAL" clId="{65595279-B11A-44E5-9023-6BC560F7656F}" dt="2024-01-24T13:39:56.289" v="757" actId="478"/>
          <ac:cxnSpMkLst>
            <pc:docMk/>
            <pc:sldMk cId="3511625994" sldId="270"/>
            <ac:cxnSpMk id="32" creationId="{0F5F06A8-2EF3-281F-04DA-7A7529AA4F64}"/>
          </ac:cxnSpMkLst>
        </pc:cxnChg>
        <pc:cxnChg chg="del">
          <ac:chgData name="Embedded Development" userId="97690703-89ef-4183-8a66-0c81b6c8ace9" providerId="ADAL" clId="{65595279-B11A-44E5-9023-6BC560F7656F}" dt="2024-01-24T13:39:56.289" v="757" actId="478"/>
          <ac:cxnSpMkLst>
            <pc:docMk/>
            <pc:sldMk cId="3511625994" sldId="270"/>
            <ac:cxnSpMk id="35" creationId="{0682BDCB-95FA-CE79-B605-82F567390217}"/>
          </ac:cxnSpMkLst>
        </pc:cxnChg>
      </pc:sldChg>
      <pc:sldChg chg="addSp delSp modSp add del mod">
        <pc:chgData name="Embedded Development" userId="97690703-89ef-4183-8a66-0c81b6c8ace9" providerId="ADAL" clId="{65595279-B11A-44E5-9023-6BC560F7656F}" dt="2024-01-24T13:56:26.629" v="1426" actId="47"/>
        <pc:sldMkLst>
          <pc:docMk/>
          <pc:sldMk cId="3389892949" sldId="271"/>
        </pc:sldMkLst>
        <pc:spChg chg="add mod">
          <ac:chgData name="Embedded Development" userId="97690703-89ef-4183-8a66-0c81b6c8ace9" providerId="ADAL" clId="{65595279-B11A-44E5-9023-6BC560F7656F}" dt="2024-01-24T13:45:09.848" v="1197"/>
          <ac:spMkLst>
            <pc:docMk/>
            <pc:sldMk cId="3389892949" sldId="271"/>
            <ac:spMk id="2" creationId="{B26839E0-FEA6-C660-068F-2DCA3625B69A}"/>
          </ac:spMkLst>
        </pc:spChg>
        <pc:spChg chg="add mod">
          <ac:chgData name="Embedded Development" userId="97690703-89ef-4183-8a66-0c81b6c8ace9" providerId="ADAL" clId="{65595279-B11A-44E5-9023-6BC560F7656F}" dt="2024-01-24T13:45:27.115" v="1199" actId="1076"/>
          <ac:spMkLst>
            <pc:docMk/>
            <pc:sldMk cId="3389892949" sldId="271"/>
            <ac:spMk id="4" creationId="{6AE0C105-5D7F-ACDC-4579-7EC582077BE0}"/>
          </ac:spMkLst>
        </pc:spChg>
        <pc:spChg chg="del">
          <ac:chgData name="Embedded Development" userId="97690703-89ef-4183-8a66-0c81b6c8ace9" providerId="ADAL" clId="{65595279-B11A-44E5-9023-6BC560F7656F}" dt="2024-01-24T13:44:53.070" v="1177" actId="478"/>
          <ac:spMkLst>
            <pc:docMk/>
            <pc:sldMk cId="3389892949" sldId="271"/>
            <ac:spMk id="23" creationId="{61633F67-1E0D-5E00-04B1-04C252E92FE8}"/>
          </ac:spMkLst>
        </pc:spChg>
        <pc:spChg chg="del">
          <ac:chgData name="Embedded Development" userId="97690703-89ef-4183-8a66-0c81b6c8ace9" providerId="ADAL" clId="{65595279-B11A-44E5-9023-6BC560F7656F}" dt="2024-01-24T13:44:53.070" v="1177" actId="478"/>
          <ac:spMkLst>
            <pc:docMk/>
            <pc:sldMk cId="3389892949" sldId="271"/>
            <ac:spMk id="30" creationId="{B778210F-4EEA-AA62-2D7F-786A02109C92}"/>
          </ac:spMkLst>
        </pc:spChg>
        <pc:graphicFrameChg chg="add mod modGraphic">
          <ac:chgData name="Embedded Development" userId="97690703-89ef-4183-8a66-0c81b6c8ace9" providerId="ADAL" clId="{65595279-B11A-44E5-9023-6BC560F7656F}" dt="2024-01-24T13:50:01.267" v="1391" actId="20577"/>
          <ac:graphicFrameMkLst>
            <pc:docMk/>
            <pc:sldMk cId="3389892949" sldId="271"/>
            <ac:graphicFrameMk id="3" creationId="{E5DF7C94-D187-5F1F-27B3-CAB6BF4F1A63}"/>
          </ac:graphicFrameMkLst>
        </pc:graphicFrameChg>
        <pc:graphicFrameChg chg="del">
          <ac:chgData name="Embedded Development" userId="97690703-89ef-4183-8a66-0c81b6c8ace9" providerId="ADAL" clId="{65595279-B11A-44E5-9023-6BC560F7656F}" dt="2024-01-24T13:44:53.070" v="1177" actId="478"/>
          <ac:graphicFrameMkLst>
            <pc:docMk/>
            <pc:sldMk cId="3389892949" sldId="271"/>
            <ac:graphicFrameMk id="19" creationId="{43D24AB6-18A1-84EC-E94F-C2B7EFE74BDC}"/>
          </ac:graphicFrameMkLst>
        </pc:graphicFrameChg>
        <pc:graphicFrameChg chg="del">
          <ac:chgData name="Embedded Development" userId="97690703-89ef-4183-8a66-0c81b6c8ace9" providerId="ADAL" clId="{65595279-B11A-44E5-9023-6BC560F7656F}" dt="2024-01-24T13:44:53.070" v="1177" actId="478"/>
          <ac:graphicFrameMkLst>
            <pc:docMk/>
            <pc:sldMk cId="3389892949" sldId="271"/>
            <ac:graphicFrameMk id="25" creationId="{77726FC3-6861-BDD8-4A3E-E2A65E2668DE}"/>
          </ac:graphicFrameMkLst>
        </pc:graphicFrameChg>
      </pc:sldChg>
      <pc:sldChg chg="addSp delSp modSp add del mod">
        <pc:chgData name="Embedded Development" userId="97690703-89ef-4183-8a66-0c81b6c8ace9" providerId="ADAL" clId="{65595279-B11A-44E5-9023-6BC560F7656F}" dt="2024-02-08T09:48:50.244" v="4095" actId="47"/>
        <pc:sldMkLst>
          <pc:docMk/>
          <pc:sldMk cId="1264776512" sldId="272"/>
        </pc:sldMkLst>
        <pc:spChg chg="add mod">
          <ac:chgData name="Embedded Development" userId="97690703-89ef-4183-8a66-0c81b6c8ace9" providerId="ADAL" clId="{65595279-B11A-44E5-9023-6BC560F7656F}" dt="2024-01-24T13:56:40.459" v="1428" actId="1076"/>
          <ac:spMkLst>
            <pc:docMk/>
            <pc:sldMk cId="1264776512" sldId="272"/>
            <ac:spMk id="3" creationId="{2DA87711-C682-CAB4-87FE-F9887E94FD62}"/>
          </ac:spMkLst>
        </pc:spChg>
        <pc:spChg chg="mod">
          <ac:chgData name="Embedded Development" userId="97690703-89ef-4183-8a66-0c81b6c8ace9" providerId="ADAL" clId="{65595279-B11A-44E5-9023-6BC560F7656F}" dt="2024-01-24T13:56:33.993" v="1427" actId="1076"/>
          <ac:spMkLst>
            <pc:docMk/>
            <pc:sldMk cId="1264776512" sldId="272"/>
            <ac:spMk id="23" creationId="{61633F67-1E0D-5E00-04B1-04C252E92FE8}"/>
          </ac:spMkLst>
        </pc:spChg>
        <pc:spChg chg="del">
          <ac:chgData name="Embedded Development" userId="97690703-89ef-4183-8a66-0c81b6c8ace9" providerId="ADAL" clId="{65595279-B11A-44E5-9023-6BC560F7656F}" dt="2024-01-24T13:50:33.232" v="1398" actId="478"/>
          <ac:spMkLst>
            <pc:docMk/>
            <pc:sldMk cId="1264776512" sldId="272"/>
            <ac:spMk id="30" creationId="{B778210F-4EEA-AA62-2D7F-786A02109C92}"/>
          </ac:spMkLst>
        </pc:spChg>
        <pc:graphicFrameChg chg="add mod">
          <ac:chgData name="Embedded Development" userId="97690703-89ef-4183-8a66-0c81b6c8ace9" providerId="ADAL" clId="{65595279-B11A-44E5-9023-6BC560F7656F}" dt="2024-01-24T13:56:40.459" v="1428" actId="1076"/>
          <ac:graphicFrameMkLst>
            <pc:docMk/>
            <pc:sldMk cId="1264776512" sldId="272"/>
            <ac:graphicFrameMk id="2" creationId="{5F13FB8E-FC7B-6C6C-C15D-9F5B134E5476}"/>
          </ac:graphicFrameMkLst>
        </pc:graphicFrameChg>
        <pc:graphicFrameChg chg="mod modGraphic">
          <ac:chgData name="Embedded Development" userId="97690703-89ef-4183-8a66-0c81b6c8ace9" providerId="ADAL" clId="{65595279-B11A-44E5-9023-6BC560F7656F}" dt="2024-02-08T08:18:30.059" v="3290"/>
          <ac:graphicFrameMkLst>
            <pc:docMk/>
            <pc:sldMk cId="1264776512" sldId="272"/>
            <ac:graphicFrameMk id="19" creationId="{43D24AB6-18A1-84EC-E94F-C2B7EFE74BDC}"/>
          </ac:graphicFrameMkLst>
        </pc:graphicFrameChg>
        <pc:graphicFrameChg chg="del">
          <ac:chgData name="Embedded Development" userId="97690703-89ef-4183-8a66-0c81b6c8ace9" providerId="ADAL" clId="{65595279-B11A-44E5-9023-6BC560F7656F}" dt="2024-01-24T13:50:33.232" v="1398" actId="478"/>
          <ac:graphicFrameMkLst>
            <pc:docMk/>
            <pc:sldMk cId="1264776512" sldId="272"/>
            <ac:graphicFrameMk id="25" creationId="{77726FC3-6861-BDD8-4A3E-E2A65E2668DE}"/>
          </ac:graphicFrameMkLst>
        </pc:graphicFrameChg>
      </pc:sldChg>
      <pc:sldChg chg="addSp delSp modSp new mod">
        <pc:chgData name="Embedded Development" userId="97690703-89ef-4183-8a66-0c81b6c8ace9" providerId="ADAL" clId="{65595279-B11A-44E5-9023-6BC560F7656F}" dt="2024-02-09T07:14:14.315" v="12620" actId="123"/>
        <pc:sldMkLst>
          <pc:docMk/>
          <pc:sldMk cId="3741343971" sldId="273"/>
        </pc:sldMkLst>
        <pc:spChg chg="add mod">
          <ac:chgData name="Embedded Development" userId="97690703-89ef-4183-8a66-0c81b6c8ace9" providerId="ADAL" clId="{65595279-B11A-44E5-9023-6BC560F7656F}" dt="2024-02-09T07:14:14.315" v="12620" actId="123"/>
          <ac:spMkLst>
            <pc:docMk/>
            <pc:sldMk cId="3741343971" sldId="273"/>
            <ac:spMk id="2" creationId="{5A33A63D-4498-BAAA-2A85-03CFD5D3EDA2}"/>
          </ac:spMkLst>
        </pc:spChg>
        <pc:spChg chg="del">
          <ac:chgData name="Embedded Development" userId="97690703-89ef-4183-8a66-0c81b6c8ace9" providerId="ADAL" clId="{65595279-B11A-44E5-9023-6BC560F7656F}" dt="2024-02-08T07:45:01.984" v="1892" actId="478"/>
          <ac:spMkLst>
            <pc:docMk/>
            <pc:sldMk cId="3741343971" sldId="273"/>
            <ac:spMk id="2" creationId="{F7BA8E4D-66D7-D5C6-96F2-4EFBBBFF8F39}"/>
          </ac:spMkLst>
        </pc:spChg>
        <pc:spChg chg="del">
          <ac:chgData name="Embedded Development" userId="97690703-89ef-4183-8a66-0c81b6c8ace9" providerId="ADAL" clId="{65595279-B11A-44E5-9023-6BC560F7656F}" dt="2024-02-08T07:45:03.966" v="1893" actId="478"/>
          <ac:spMkLst>
            <pc:docMk/>
            <pc:sldMk cId="3741343971" sldId="273"/>
            <ac:spMk id="3" creationId="{0664ABFB-3978-C4A4-FB34-1D932A2340E5}"/>
          </ac:spMkLst>
        </pc:spChg>
        <pc:spChg chg="add mod">
          <ac:chgData name="Embedded Development" userId="97690703-89ef-4183-8a66-0c81b6c8ace9" providerId="ADAL" clId="{65595279-B11A-44E5-9023-6BC560F7656F}" dt="2024-02-08T07:56:37.817" v="2538" actId="1076"/>
          <ac:spMkLst>
            <pc:docMk/>
            <pc:sldMk cId="3741343971" sldId="273"/>
            <ac:spMk id="5" creationId="{FC5C99F6-5B11-7A66-60E1-05B1A9C4F9E4}"/>
          </ac:spMkLst>
        </pc:spChg>
        <pc:spChg chg="add mod">
          <ac:chgData name="Embedded Development" userId="97690703-89ef-4183-8a66-0c81b6c8ace9" providerId="ADAL" clId="{65595279-B11A-44E5-9023-6BC560F7656F}" dt="2024-02-08T07:56:43.956" v="2539" actId="1076"/>
          <ac:spMkLst>
            <pc:docMk/>
            <pc:sldMk cId="3741343971" sldId="273"/>
            <ac:spMk id="7" creationId="{9AA65614-0B08-A725-CF14-569E234BA773}"/>
          </ac:spMkLst>
        </pc:spChg>
        <pc:spChg chg="add mod">
          <ac:chgData name="Embedded Development" userId="97690703-89ef-4183-8a66-0c81b6c8ace9" providerId="ADAL" clId="{65595279-B11A-44E5-9023-6BC560F7656F}" dt="2024-02-08T07:57:00.142" v="2542" actId="1076"/>
          <ac:spMkLst>
            <pc:docMk/>
            <pc:sldMk cId="3741343971" sldId="273"/>
            <ac:spMk id="9" creationId="{01C77827-C0BC-B53B-F299-FA739BF6F543}"/>
          </ac:spMkLst>
        </pc:spChg>
        <pc:spChg chg="add mod">
          <ac:chgData name="Embedded Development" userId="97690703-89ef-4183-8a66-0c81b6c8ace9" providerId="ADAL" clId="{65595279-B11A-44E5-9023-6BC560F7656F}" dt="2024-02-08T07:59:55.053" v="2603" actId="1076"/>
          <ac:spMkLst>
            <pc:docMk/>
            <pc:sldMk cId="3741343971" sldId="273"/>
            <ac:spMk id="10" creationId="{F09BA1FE-E2F3-A1CF-21A5-C71F64CD7F57}"/>
          </ac:spMkLst>
        </pc:spChg>
        <pc:spChg chg="add mod">
          <ac:chgData name="Embedded Development" userId="97690703-89ef-4183-8a66-0c81b6c8ace9" providerId="ADAL" clId="{65595279-B11A-44E5-9023-6BC560F7656F}" dt="2024-02-08T07:59:55.053" v="2603" actId="1076"/>
          <ac:spMkLst>
            <pc:docMk/>
            <pc:sldMk cId="3741343971" sldId="273"/>
            <ac:spMk id="19" creationId="{39F46A8A-F8DA-A939-9F84-A1BE32890896}"/>
          </ac:spMkLst>
        </pc:spChg>
        <pc:spChg chg="add mod">
          <ac:chgData name="Embedded Development" userId="97690703-89ef-4183-8a66-0c81b6c8ace9" providerId="ADAL" clId="{65595279-B11A-44E5-9023-6BC560F7656F}" dt="2024-02-08T07:59:55.053" v="2603" actId="1076"/>
          <ac:spMkLst>
            <pc:docMk/>
            <pc:sldMk cId="3741343971" sldId="273"/>
            <ac:spMk id="20" creationId="{DA3B4CBE-2DDB-D2FE-667A-C8CE242B5D50}"/>
          </ac:spMkLst>
        </pc:spChg>
        <pc:spChg chg="add mod">
          <ac:chgData name="Embedded Development" userId="97690703-89ef-4183-8a66-0c81b6c8ace9" providerId="ADAL" clId="{65595279-B11A-44E5-9023-6BC560F7656F}" dt="2024-02-08T07:59:55.053" v="2603" actId="1076"/>
          <ac:spMkLst>
            <pc:docMk/>
            <pc:sldMk cId="3741343971" sldId="273"/>
            <ac:spMk id="21" creationId="{E46D95B4-1897-B727-0527-5B8713195AAE}"/>
          </ac:spMkLst>
        </pc:spChg>
        <pc:spChg chg="add mod">
          <ac:chgData name="Embedded Development" userId="97690703-89ef-4183-8a66-0c81b6c8ace9" providerId="ADAL" clId="{65595279-B11A-44E5-9023-6BC560F7656F}" dt="2024-02-08T07:59:55.053" v="2603" actId="1076"/>
          <ac:spMkLst>
            <pc:docMk/>
            <pc:sldMk cId="3741343971" sldId="273"/>
            <ac:spMk id="22" creationId="{665591E1-7F42-9CE9-74E6-F9CB068AA255}"/>
          </ac:spMkLst>
        </pc:spChg>
        <pc:spChg chg="add mod">
          <ac:chgData name="Embedded Development" userId="97690703-89ef-4183-8a66-0c81b6c8ace9" providerId="ADAL" clId="{65595279-B11A-44E5-9023-6BC560F7656F}" dt="2024-02-08T07:59:55.053" v="2603" actId="1076"/>
          <ac:spMkLst>
            <pc:docMk/>
            <pc:sldMk cId="3741343971" sldId="273"/>
            <ac:spMk id="24" creationId="{2B917790-8EEF-34D3-346F-53B87238B68B}"/>
          </ac:spMkLst>
        </pc:spChg>
        <pc:spChg chg="add mod">
          <ac:chgData name="Embedded Development" userId="97690703-89ef-4183-8a66-0c81b6c8ace9" providerId="ADAL" clId="{65595279-B11A-44E5-9023-6BC560F7656F}" dt="2024-02-08T07:59:55.053" v="2603" actId="1076"/>
          <ac:spMkLst>
            <pc:docMk/>
            <pc:sldMk cId="3741343971" sldId="273"/>
            <ac:spMk id="26" creationId="{86BC2A74-AFF2-724F-D3C1-80E6146EA203}"/>
          </ac:spMkLst>
        </pc:spChg>
        <pc:spChg chg="add mod">
          <ac:chgData name="Embedded Development" userId="97690703-89ef-4183-8a66-0c81b6c8ace9" providerId="ADAL" clId="{65595279-B11A-44E5-9023-6BC560F7656F}" dt="2024-02-08T07:59:55.053" v="2603" actId="1076"/>
          <ac:spMkLst>
            <pc:docMk/>
            <pc:sldMk cId="3741343971" sldId="273"/>
            <ac:spMk id="27" creationId="{1848455B-6002-7BC0-DF7B-4EB096058248}"/>
          </ac:spMkLst>
        </pc:spChg>
        <pc:spChg chg="add mod">
          <ac:chgData name="Embedded Development" userId="97690703-89ef-4183-8a66-0c81b6c8ace9" providerId="ADAL" clId="{65595279-B11A-44E5-9023-6BC560F7656F}" dt="2024-02-08T07:59:55.053" v="2603" actId="1076"/>
          <ac:spMkLst>
            <pc:docMk/>
            <pc:sldMk cId="3741343971" sldId="273"/>
            <ac:spMk id="28" creationId="{1A425532-A942-C2F5-706E-C0B4884E414A}"/>
          </ac:spMkLst>
        </pc:spChg>
        <pc:spChg chg="add mod">
          <ac:chgData name="Embedded Development" userId="97690703-89ef-4183-8a66-0c81b6c8ace9" providerId="ADAL" clId="{65595279-B11A-44E5-9023-6BC560F7656F}" dt="2024-02-08T07:59:55.053" v="2603" actId="1076"/>
          <ac:spMkLst>
            <pc:docMk/>
            <pc:sldMk cId="3741343971" sldId="273"/>
            <ac:spMk id="29" creationId="{89A4020E-B10C-72CA-269E-8E6B24B0D6CC}"/>
          </ac:spMkLst>
        </pc:spChg>
        <pc:spChg chg="add mod">
          <ac:chgData name="Embedded Development" userId="97690703-89ef-4183-8a66-0c81b6c8ace9" providerId="ADAL" clId="{65595279-B11A-44E5-9023-6BC560F7656F}" dt="2024-02-09T05:15:36.819" v="10898" actId="20577"/>
          <ac:spMkLst>
            <pc:docMk/>
            <pc:sldMk cId="3741343971" sldId="273"/>
            <ac:spMk id="30" creationId="{20B7F450-DF20-8233-0A3E-2391B6DA3697}"/>
          </ac:spMkLst>
        </pc:spChg>
        <pc:spChg chg="add mod">
          <ac:chgData name="Embedded Development" userId="97690703-89ef-4183-8a66-0c81b6c8ace9" providerId="ADAL" clId="{65595279-B11A-44E5-9023-6BC560F7656F}" dt="2024-02-09T05:15:06.375" v="10868" actId="20577"/>
          <ac:spMkLst>
            <pc:docMk/>
            <pc:sldMk cId="3741343971" sldId="273"/>
            <ac:spMk id="31" creationId="{A680FCF2-94C8-1C29-6727-E38B28A36A5F}"/>
          </ac:spMkLst>
        </pc:spChg>
        <pc:spChg chg="add mod">
          <ac:chgData name="Embedded Development" userId="97690703-89ef-4183-8a66-0c81b6c8ace9" providerId="ADAL" clId="{65595279-B11A-44E5-9023-6BC560F7656F}" dt="2024-02-09T05:15:48.718" v="10926" actId="20577"/>
          <ac:spMkLst>
            <pc:docMk/>
            <pc:sldMk cId="3741343971" sldId="273"/>
            <ac:spMk id="32" creationId="{7B0537C3-EF86-CE7A-3E86-4A295BF67E6E}"/>
          </ac:spMkLst>
        </pc:spChg>
        <pc:graphicFrameChg chg="add mod modGraphic">
          <ac:chgData name="Embedded Development" userId="97690703-89ef-4183-8a66-0c81b6c8ace9" providerId="ADAL" clId="{65595279-B11A-44E5-9023-6BC560F7656F}" dt="2024-02-08T08:18:30.059" v="3290"/>
          <ac:graphicFrameMkLst>
            <pc:docMk/>
            <pc:sldMk cId="3741343971" sldId="273"/>
            <ac:graphicFrameMk id="4" creationId="{477BDD16-D759-A9CA-F8CE-66F23D49A8E1}"/>
          </ac:graphicFrameMkLst>
        </pc:graphicFrameChg>
        <pc:graphicFrameChg chg="add mod modGraphic">
          <ac:chgData name="Embedded Development" userId="97690703-89ef-4183-8a66-0c81b6c8ace9" providerId="ADAL" clId="{65595279-B11A-44E5-9023-6BC560F7656F}" dt="2024-02-08T08:18:30.059" v="3290"/>
          <ac:graphicFrameMkLst>
            <pc:docMk/>
            <pc:sldMk cId="3741343971" sldId="273"/>
            <ac:graphicFrameMk id="6" creationId="{66A330D4-0C52-FEDC-33B2-A7500B1855E4}"/>
          </ac:graphicFrameMkLst>
        </pc:graphicFrameChg>
        <pc:graphicFrameChg chg="add mod modGraphic">
          <ac:chgData name="Embedded Development" userId="97690703-89ef-4183-8a66-0c81b6c8ace9" providerId="ADAL" clId="{65595279-B11A-44E5-9023-6BC560F7656F}" dt="2024-02-08T07:57:08.706" v="2545" actId="14100"/>
          <ac:graphicFrameMkLst>
            <pc:docMk/>
            <pc:sldMk cId="3741343971" sldId="273"/>
            <ac:graphicFrameMk id="8" creationId="{036CA5E0-7C63-9225-E3A2-311A8EADB49B}"/>
          </ac:graphicFrameMkLst>
        </pc:graphicFrameChg>
        <pc:cxnChg chg="add mod">
          <ac:chgData name="Embedded Development" userId="97690703-89ef-4183-8a66-0c81b6c8ace9" providerId="ADAL" clId="{65595279-B11A-44E5-9023-6BC560F7656F}" dt="2024-02-08T10:39:11.509" v="8030" actId="1582"/>
          <ac:cxnSpMkLst>
            <pc:docMk/>
            <pc:sldMk cId="3741343971" sldId="273"/>
            <ac:cxnSpMk id="11" creationId="{F5DE5403-F1ED-F89D-0681-A24229BCC632}"/>
          </ac:cxnSpMkLst>
        </pc:cxnChg>
        <pc:cxnChg chg="add mod">
          <ac:chgData name="Embedded Development" userId="97690703-89ef-4183-8a66-0c81b6c8ace9" providerId="ADAL" clId="{65595279-B11A-44E5-9023-6BC560F7656F}" dt="2024-02-08T10:39:11.509" v="8030" actId="1582"/>
          <ac:cxnSpMkLst>
            <pc:docMk/>
            <pc:sldMk cId="3741343971" sldId="273"/>
            <ac:cxnSpMk id="12" creationId="{9C423368-EFCF-0C54-2657-2F188CF11488}"/>
          </ac:cxnSpMkLst>
        </pc:cxnChg>
        <pc:cxnChg chg="add mod">
          <ac:chgData name="Embedded Development" userId="97690703-89ef-4183-8a66-0c81b6c8ace9" providerId="ADAL" clId="{65595279-B11A-44E5-9023-6BC560F7656F}" dt="2024-02-08T10:39:11.509" v="8030" actId="1582"/>
          <ac:cxnSpMkLst>
            <pc:docMk/>
            <pc:sldMk cId="3741343971" sldId="273"/>
            <ac:cxnSpMk id="13" creationId="{FDB80A69-6DC8-CD0D-B8F3-A7DA40F0A314}"/>
          </ac:cxnSpMkLst>
        </pc:cxnChg>
        <pc:cxnChg chg="add mod">
          <ac:chgData name="Embedded Development" userId="97690703-89ef-4183-8a66-0c81b6c8ace9" providerId="ADAL" clId="{65595279-B11A-44E5-9023-6BC560F7656F}" dt="2024-02-08T10:39:16.301" v="8031" actId="1582"/>
          <ac:cxnSpMkLst>
            <pc:docMk/>
            <pc:sldMk cId="3741343971" sldId="273"/>
            <ac:cxnSpMk id="14" creationId="{6E02144E-D277-F295-5AE4-396B1F14168D}"/>
          </ac:cxnSpMkLst>
        </pc:cxnChg>
        <pc:cxnChg chg="add mod">
          <ac:chgData name="Embedded Development" userId="97690703-89ef-4183-8a66-0c81b6c8ace9" providerId="ADAL" clId="{65595279-B11A-44E5-9023-6BC560F7656F}" dt="2024-02-08T10:39:11.509" v="8030" actId="1582"/>
          <ac:cxnSpMkLst>
            <pc:docMk/>
            <pc:sldMk cId="3741343971" sldId="273"/>
            <ac:cxnSpMk id="15" creationId="{3ADFCACF-6033-CB3D-9307-059FC80925F5}"/>
          </ac:cxnSpMkLst>
        </pc:cxnChg>
        <pc:cxnChg chg="add mod">
          <ac:chgData name="Embedded Development" userId="97690703-89ef-4183-8a66-0c81b6c8ace9" providerId="ADAL" clId="{65595279-B11A-44E5-9023-6BC560F7656F}" dt="2024-02-08T10:39:11.509" v="8030" actId="1582"/>
          <ac:cxnSpMkLst>
            <pc:docMk/>
            <pc:sldMk cId="3741343971" sldId="273"/>
            <ac:cxnSpMk id="16" creationId="{78983ED2-B17E-8C7E-ACB8-DBC7B81A84C5}"/>
          </ac:cxnSpMkLst>
        </pc:cxnChg>
        <pc:cxnChg chg="add mod">
          <ac:chgData name="Embedded Development" userId="97690703-89ef-4183-8a66-0c81b6c8ace9" providerId="ADAL" clId="{65595279-B11A-44E5-9023-6BC560F7656F}" dt="2024-02-08T10:39:11.509" v="8030" actId="1582"/>
          <ac:cxnSpMkLst>
            <pc:docMk/>
            <pc:sldMk cId="3741343971" sldId="273"/>
            <ac:cxnSpMk id="17" creationId="{CBF528E3-1913-9EDC-397B-ECDE98D35624}"/>
          </ac:cxnSpMkLst>
        </pc:cxnChg>
        <pc:cxnChg chg="add mod">
          <ac:chgData name="Embedded Development" userId="97690703-89ef-4183-8a66-0c81b6c8ace9" providerId="ADAL" clId="{65595279-B11A-44E5-9023-6BC560F7656F}" dt="2024-02-08T10:39:11.509" v="8030" actId="1582"/>
          <ac:cxnSpMkLst>
            <pc:docMk/>
            <pc:sldMk cId="3741343971" sldId="273"/>
            <ac:cxnSpMk id="18" creationId="{810211D6-569A-6A55-2273-766411E2C610}"/>
          </ac:cxnSpMkLst>
        </pc:cxnChg>
        <pc:cxnChg chg="add mod">
          <ac:chgData name="Embedded Development" userId="97690703-89ef-4183-8a66-0c81b6c8ace9" providerId="ADAL" clId="{65595279-B11A-44E5-9023-6BC560F7656F}" dt="2024-02-08T10:39:11.509" v="8030" actId="1582"/>
          <ac:cxnSpMkLst>
            <pc:docMk/>
            <pc:sldMk cId="3741343971" sldId="273"/>
            <ac:cxnSpMk id="23" creationId="{4F2C6121-05C1-D927-4FE7-3A599A758C15}"/>
          </ac:cxnSpMkLst>
        </pc:cxnChg>
        <pc:cxnChg chg="add mod">
          <ac:chgData name="Embedded Development" userId="97690703-89ef-4183-8a66-0c81b6c8ace9" providerId="ADAL" clId="{65595279-B11A-44E5-9023-6BC560F7656F}" dt="2024-02-08T10:39:11.509" v="8030" actId="1582"/>
          <ac:cxnSpMkLst>
            <pc:docMk/>
            <pc:sldMk cId="3741343971" sldId="273"/>
            <ac:cxnSpMk id="25" creationId="{D7D137C8-29AE-674E-D008-0EB55CA3264D}"/>
          </ac:cxnSpMkLst>
        </pc:cxnChg>
      </pc:sldChg>
      <pc:sldChg chg="addSp modSp add mod">
        <pc:chgData name="Embedded Development" userId="97690703-89ef-4183-8a66-0c81b6c8ace9" providerId="ADAL" clId="{65595279-B11A-44E5-9023-6BC560F7656F}" dt="2024-02-09T07:14:09.982" v="12618" actId="123"/>
        <pc:sldMkLst>
          <pc:docMk/>
          <pc:sldMk cId="245526943" sldId="274"/>
        </pc:sldMkLst>
        <pc:spChg chg="add mod">
          <ac:chgData name="Embedded Development" userId="97690703-89ef-4183-8a66-0c81b6c8ace9" providerId="ADAL" clId="{65595279-B11A-44E5-9023-6BC560F7656F}" dt="2024-02-09T05:16:26.987" v="10990" actId="20577"/>
          <ac:spMkLst>
            <pc:docMk/>
            <pc:sldMk cId="245526943" sldId="274"/>
            <ac:spMk id="2" creationId="{23559517-07AE-D37E-106E-8CAD96122A92}"/>
          </ac:spMkLst>
        </pc:spChg>
        <pc:spChg chg="add mod">
          <ac:chgData name="Embedded Development" userId="97690703-89ef-4183-8a66-0c81b6c8ace9" providerId="ADAL" clId="{65595279-B11A-44E5-9023-6BC560F7656F}" dt="2024-02-09T07:14:09.982" v="12618" actId="123"/>
          <ac:spMkLst>
            <pc:docMk/>
            <pc:sldMk cId="245526943" sldId="274"/>
            <ac:spMk id="3" creationId="{D330D26C-832F-9023-B790-05A7E8F7A6F0}"/>
          </ac:spMkLst>
        </pc:spChg>
        <pc:spChg chg="mod">
          <ac:chgData name="Embedded Development" userId="97690703-89ef-4183-8a66-0c81b6c8ace9" providerId="ADAL" clId="{65595279-B11A-44E5-9023-6BC560F7656F}" dt="2024-02-08T08:05:32.525" v="2674" actId="20577"/>
          <ac:spMkLst>
            <pc:docMk/>
            <pc:sldMk cId="245526943" sldId="274"/>
            <ac:spMk id="5" creationId="{589B5944-CC6A-8A16-F67B-A36332E90EC9}"/>
          </ac:spMkLst>
        </pc:spChg>
        <pc:spChg chg="mod">
          <ac:chgData name="Embedded Development" userId="97690703-89ef-4183-8a66-0c81b6c8ace9" providerId="ADAL" clId="{65595279-B11A-44E5-9023-6BC560F7656F}" dt="2024-02-08T08:05:29.400" v="2672" actId="20577"/>
          <ac:spMkLst>
            <pc:docMk/>
            <pc:sldMk cId="245526943" sldId="274"/>
            <ac:spMk id="7" creationId="{BCA39207-523F-B057-04CB-B4BF6DE973FC}"/>
          </ac:spMkLst>
        </pc:spChg>
        <pc:spChg chg="mod">
          <ac:chgData name="Embedded Development" userId="97690703-89ef-4183-8a66-0c81b6c8ace9" providerId="ADAL" clId="{65595279-B11A-44E5-9023-6BC560F7656F}" dt="2024-02-08T10:51:42.218" v="8060" actId="1076"/>
          <ac:spMkLst>
            <pc:docMk/>
            <pc:sldMk cId="245526943" sldId="274"/>
            <ac:spMk id="21" creationId="{1A68A4B6-219A-C815-3C05-3DC30B405F4B}"/>
          </ac:spMkLst>
        </pc:spChg>
        <pc:spChg chg="mod">
          <ac:chgData name="Embedded Development" userId="97690703-89ef-4183-8a66-0c81b6c8ace9" providerId="ADAL" clId="{65595279-B11A-44E5-9023-6BC560F7656F}" dt="2024-02-08T10:51:44.844" v="8061" actId="1076"/>
          <ac:spMkLst>
            <pc:docMk/>
            <pc:sldMk cId="245526943" sldId="274"/>
            <ac:spMk id="22" creationId="{B71B770E-ADB2-184F-0DEA-D237DA9F3EAF}"/>
          </ac:spMkLst>
        </pc:spChg>
        <pc:spChg chg="mod">
          <ac:chgData name="Embedded Development" userId="97690703-89ef-4183-8a66-0c81b6c8ace9" providerId="ADAL" clId="{65595279-B11A-44E5-9023-6BC560F7656F}" dt="2024-02-08T10:51:35.577" v="8059" actId="1036"/>
          <ac:spMkLst>
            <pc:docMk/>
            <pc:sldMk cId="245526943" sldId="274"/>
            <ac:spMk id="27" creationId="{D0001AF7-77C6-6216-F0C6-6A00138B978A}"/>
          </ac:spMkLst>
        </pc:spChg>
        <pc:spChg chg="mod">
          <ac:chgData name="Embedded Development" userId="97690703-89ef-4183-8a66-0c81b6c8ace9" providerId="ADAL" clId="{65595279-B11A-44E5-9023-6BC560F7656F}" dt="2024-02-08T10:51:24.654" v="8047" actId="123"/>
          <ac:spMkLst>
            <pc:docMk/>
            <pc:sldMk cId="245526943" sldId="274"/>
            <ac:spMk id="28" creationId="{3C968891-0411-F8B9-1403-29FE63E3D043}"/>
          </ac:spMkLst>
        </pc:spChg>
        <pc:spChg chg="mod">
          <ac:chgData name="Embedded Development" userId="97690703-89ef-4183-8a66-0c81b6c8ace9" providerId="ADAL" clId="{65595279-B11A-44E5-9023-6BC560F7656F}" dt="2024-02-08T10:51:25.389" v="8048" actId="123"/>
          <ac:spMkLst>
            <pc:docMk/>
            <pc:sldMk cId="245526943" sldId="274"/>
            <ac:spMk id="29" creationId="{D1D7E6B6-05F0-2877-56EF-34B2044F4D48}"/>
          </ac:spMkLst>
        </pc:spChg>
        <pc:spChg chg="mod">
          <ac:chgData name="Embedded Development" userId="97690703-89ef-4183-8a66-0c81b6c8ace9" providerId="ADAL" clId="{65595279-B11A-44E5-9023-6BC560F7656F}" dt="2024-02-09T05:16:13.809" v="10956" actId="20577"/>
          <ac:spMkLst>
            <pc:docMk/>
            <pc:sldMk cId="245526943" sldId="274"/>
            <ac:spMk id="30" creationId="{AC884E1E-A0F7-BF4B-A3F3-21040510C328}"/>
          </ac:spMkLst>
        </pc:spChg>
        <pc:spChg chg="mod">
          <ac:chgData name="Embedded Development" userId="97690703-89ef-4183-8a66-0c81b6c8ace9" providerId="ADAL" clId="{65595279-B11A-44E5-9023-6BC560F7656F}" dt="2024-02-09T05:15:58.466" v="10936" actId="20577"/>
          <ac:spMkLst>
            <pc:docMk/>
            <pc:sldMk cId="245526943" sldId="274"/>
            <ac:spMk id="31" creationId="{69A26CB0-B5C2-B78C-06BF-CFAB060809BE}"/>
          </ac:spMkLst>
        </pc:spChg>
        <pc:graphicFrameChg chg="mod modGraphic">
          <ac:chgData name="Embedded Development" userId="97690703-89ef-4183-8a66-0c81b6c8ace9" providerId="ADAL" clId="{65595279-B11A-44E5-9023-6BC560F7656F}" dt="2024-02-08T08:18:30.059" v="3290"/>
          <ac:graphicFrameMkLst>
            <pc:docMk/>
            <pc:sldMk cId="245526943" sldId="274"/>
            <ac:graphicFrameMk id="4" creationId="{5134EA2D-686E-80A1-F400-C68399D83264}"/>
          </ac:graphicFrameMkLst>
        </pc:graphicFrameChg>
        <pc:graphicFrameChg chg="mod modGraphic">
          <ac:chgData name="Embedded Development" userId="97690703-89ef-4183-8a66-0c81b6c8ace9" providerId="ADAL" clId="{65595279-B11A-44E5-9023-6BC560F7656F}" dt="2024-02-08T08:18:30.059" v="3290"/>
          <ac:graphicFrameMkLst>
            <pc:docMk/>
            <pc:sldMk cId="245526943" sldId="274"/>
            <ac:graphicFrameMk id="6" creationId="{79F00D05-0CA3-5B4A-705B-D30562A25070}"/>
          </ac:graphicFrameMkLst>
        </pc:graphicFrameChg>
        <pc:graphicFrameChg chg="modGraphic">
          <ac:chgData name="Embedded Development" userId="97690703-89ef-4183-8a66-0c81b6c8ace9" providerId="ADAL" clId="{65595279-B11A-44E5-9023-6BC560F7656F}" dt="2024-02-08T08:06:19.611" v="2687" actId="20577"/>
          <ac:graphicFrameMkLst>
            <pc:docMk/>
            <pc:sldMk cId="245526943" sldId="274"/>
            <ac:graphicFrameMk id="8" creationId="{567A6E54-D067-096A-3873-F1C5312167C7}"/>
          </ac:graphicFrameMkLst>
        </pc:graphicFrameChg>
        <pc:cxnChg chg="mod">
          <ac:chgData name="Embedded Development" userId="97690703-89ef-4183-8a66-0c81b6c8ace9" providerId="ADAL" clId="{65595279-B11A-44E5-9023-6BC560F7656F}" dt="2024-02-08T10:40:06.367" v="8032" actId="1582"/>
          <ac:cxnSpMkLst>
            <pc:docMk/>
            <pc:sldMk cId="245526943" sldId="274"/>
            <ac:cxnSpMk id="11" creationId="{54393598-9721-870E-FF9D-D29C6251571A}"/>
          </ac:cxnSpMkLst>
        </pc:cxnChg>
        <pc:cxnChg chg="mod">
          <ac:chgData name="Embedded Development" userId="97690703-89ef-4183-8a66-0c81b6c8ace9" providerId="ADAL" clId="{65595279-B11A-44E5-9023-6BC560F7656F}" dt="2024-02-08T10:40:06.367" v="8032" actId="1582"/>
          <ac:cxnSpMkLst>
            <pc:docMk/>
            <pc:sldMk cId="245526943" sldId="274"/>
            <ac:cxnSpMk id="12" creationId="{8FAE3027-A82E-CE45-C96C-5C8F26F1F17A}"/>
          </ac:cxnSpMkLst>
        </pc:cxnChg>
        <pc:cxnChg chg="mod">
          <ac:chgData name="Embedded Development" userId="97690703-89ef-4183-8a66-0c81b6c8ace9" providerId="ADAL" clId="{65595279-B11A-44E5-9023-6BC560F7656F}" dt="2024-02-08T10:40:06.367" v="8032" actId="1582"/>
          <ac:cxnSpMkLst>
            <pc:docMk/>
            <pc:sldMk cId="245526943" sldId="274"/>
            <ac:cxnSpMk id="13" creationId="{52844472-2776-3F53-2733-B714398CFD99}"/>
          </ac:cxnSpMkLst>
        </pc:cxnChg>
        <pc:cxnChg chg="mod">
          <ac:chgData name="Embedded Development" userId="97690703-89ef-4183-8a66-0c81b6c8ace9" providerId="ADAL" clId="{65595279-B11A-44E5-9023-6BC560F7656F}" dt="2024-02-08T10:40:06.367" v="8032" actId="1582"/>
          <ac:cxnSpMkLst>
            <pc:docMk/>
            <pc:sldMk cId="245526943" sldId="274"/>
            <ac:cxnSpMk id="14" creationId="{821740EE-2063-2F65-41F9-186AD2139F78}"/>
          </ac:cxnSpMkLst>
        </pc:cxnChg>
        <pc:cxnChg chg="mod">
          <ac:chgData name="Embedded Development" userId="97690703-89ef-4183-8a66-0c81b6c8ace9" providerId="ADAL" clId="{65595279-B11A-44E5-9023-6BC560F7656F}" dt="2024-02-08T10:40:06.367" v="8032" actId="1582"/>
          <ac:cxnSpMkLst>
            <pc:docMk/>
            <pc:sldMk cId="245526943" sldId="274"/>
            <ac:cxnSpMk id="15" creationId="{F943A7CA-FD11-F7B3-8DE6-FD0243FE5686}"/>
          </ac:cxnSpMkLst>
        </pc:cxnChg>
        <pc:cxnChg chg="mod">
          <ac:chgData name="Embedded Development" userId="97690703-89ef-4183-8a66-0c81b6c8ace9" providerId="ADAL" clId="{65595279-B11A-44E5-9023-6BC560F7656F}" dt="2024-02-08T10:40:06.367" v="8032" actId="1582"/>
          <ac:cxnSpMkLst>
            <pc:docMk/>
            <pc:sldMk cId="245526943" sldId="274"/>
            <ac:cxnSpMk id="16" creationId="{64CC2901-B39B-DE6B-8B61-5CF89E4BAA04}"/>
          </ac:cxnSpMkLst>
        </pc:cxnChg>
        <pc:cxnChg chg="mod">
          <ac:chgData name="Embedded Development" userId="97690703-89ef-4183-8a66-0c81b6c8ace9" providerId="ADAL" clId="{65595279-B11A-44E5-9023-6BC560F7656F}" dt="2024-02-08T10:40:06.367" v="8032" actId="1582"/>
          <ac:cxnSpMkLst>
            <pc:docMk/>
            <pc:sldMk cId="245526943" sldId="274"/>
            <ac:cxnSpMk id="17" creationId="{F6E59EB6-C311-A2B4-1FBC-BFE8C41707B5}"/>
          </ac:cxnSpMkLst>
        </pc:cxnChg>
        <pc:cxnChg chg="mod">
          <ac:chgData name="Embedded Development" userId="97690703-89ef-4183-8a66-0c81b6c8ace9" providerId="ADAL" clId="{65595279-B11A-44E5-9023-6BC560F7656F}" dt="2024-02-08T10:51:35.577" v="8059" actId="1036"/>
          <ac:cxnSpMkLst>
            <pc:docMk/>
            <pc:sldMk cId="245526943" sldId="274"/>
            <ac:cxnSpMk id="18" creationId="{B62EC468-D077-C6BF-7458-16DC70E05F5D}"/>
          </ac:cxnSpMkLst>
        </pc:cxnChg>
        <pc:cxnChg chg="mod">
          <ac:chgData name="Embedded Development" userId="97690703-89ef-4183-8a66-0c81b6c8ace9" providerId="ADAL" clId="{65595279-B11A-44E5-9023-6BC560F7656F}" dt="2024-02-08T10:40:06.367" v="8032" actId="1582"/>
          <ac:cxnSpMkLst>
            <pc:docMk/>
            <pc:sldMk cId="245526943" sldId="274"/>
            <ac:cxnSpMk id="23" creationId="{7ADF8FB0-56D0-BC9D-2FB9-DF5D4C8474A4}"/>
          </ac:cxnSpMkLst>
        </pc:cxnChg>
        <pc:cxnChg chg="mod">
          <ac:chgData name="Embedded Development" userId="97690703-89ef-4183-8a66-0c81b6c8ace9" providerId="ADAL" clId="{65595279-B11A-44E5-9023-6BC560F7656F}" dt="2024-02-08T10:40:06.367" v="8032" actId="1582"/>
          <ac:cxnSpMkLst>
            <pc:docMk/>
            <pc:sldMk cId="245526943" sldId="274"/>
            <ac:cxnSpMk id="25" creationId="{8F64E640-0C2F-90EC-9F44-8585DFBE2C22}"/>
          </ac:cxnSpMkLst>
        </pc:cxnChg>
      </pc:sldChg>
      <pc:sldChg chg="addSp delSp modSp new mod">
        <pc:chgData name="Embedded Development" userId="97690703-89ef-4183-8a66-0c81b6c8ace9" providerId="ADAL" clId="{65595279-B11A-44E5-9023-6BC560F7656F}" dt="2024-02-09T07:13:41.240" v="12617" actId="20577"/>
        <pc:sldMkLst>
          <pc:docMk/>
          <pc:sldMk cId="3095832009" sldId="275"/>
        </pc:sldMkLst>
        <pc:spChg chg="add mod">
          <ac:chgData name="Embedded Development" userId="97690703-89ef-4183-8a66-0c81b6c8ace9" providerId="ADAL" clId="{65595279-B11A-44E5-9023-6BC560F7656F}" dt="2024-02-09T07:13:41.240" v="12617" actId="20577"/>
          <ac:spMkLst>
            <pc:docMk/>
            <pc:sldMk cId="3095832009" sldId="275"/>
            <ac:spMk id="2" creationId="{D1028EC7-B82E-029A-E3CC-7E4C3AA416C6}"/>
          </ac:spMkLst>
        </pc:spChg>
        <pc:spChg chg="del">
          <ac:chgData name="Embedded Development" userId="97690703-89ef-4183-8a66-0c81b6c8ace9" providerId="ADAL" clId="{65595279-B11A-44E5-9023-6BC560F7656F}" dt="2024-02-08T08:08:59.934" v="2692" actId="478"/>
          <ac:spMkLst>
            <pc:docMk/>
            <pc:sldMk cId="3095832009" sldId="275"/>
            <ac:spMk id="2" creationId="{FB1AE832-E53C-8A4A-8AF4-D1F5F99F4A92}"/>
          </ac:spMkLst>
        </pc:spChg>
        <pc:spChg chg="del">
          <ac:chgData name="Embedded Development" userId="97690703-89ef-4183-8a66-0c81b6c8ace9" providerId="ADAL" clId="{65595279-B11A-44E5-9023-6BC560F7656F}" dt="2024-02-08T08:09:02.435" v="2693" actId="478"/>
          <ac:spMkLst>
            <pc:docMk/>
            <pc:sldMk cId="3095832009" sldId="275"/>
            <ac:spMk id="3" creationId="{B4855C23-31A3-A31E-9EDD-A889CBDFDF26}"/>
          </ac:spMkLst>
        </pc:spChg>
        <pc:spChg chg="add mod">
          <ac:chgData name="Embedded Development" userId="97690703-89ef-4183-8a66-0c81b6c8ace9" providerId="ADAL" clId="{65595279-B11A-44E5-9023-6BC560F7656F}" dt="2024-02-08T08:09:02.670" v="2694"/>
          <ac:spMkLst>
            <pc:docMk/>
            <pc:sldMk cId="3095832009" sldId="275"/>
            <ac:spMk id="4" creationId="{AA8165F5-5A6A-07FF-1A41-25769A68097B}"/>
          </ac:spMkLst>
        </pc:spChg>
        <pc:spChg chg="add mod">
          <ac:chgData name="Embedded Development" userId="97690703-89ef-4183-8a66-0c81b6c8ace9" providerId="ADAL" clId="{65595279-B11A-44E5-9023-6BC560F7656F}" dt="2024-02-08T08:09:02.670" v="2694"/>
          <ac:spMkLst>
            <pc:docMk/>
            <pc:sldMk cId="3095832009" sldId="275"/>
            <ac:spMk id="8" creationId="{9E62FC3E-1912-840C-AA40-FA7E0D8C4688}"/>
          </ac:spMkLst>
        </pc:spChg>
        <pc:spChg chg="add mod">
          <ac:chgData name="Embedded Development" userId="97690703-89ef-4183-8a66-0c81b6c8ace9" providerId="ADAL" clId="{65595279-B11A-44E5-9023-6BC560F7656F}" dt="2024-02-08T08:09:02.670" v="2694"/>
          <ac:spMkLst>
            <pc:docMk/>
            <pc:sldMk cId="3095832009" sldId="275"/>
            <ac:spMk id="9" creationId="{DB0EF95E-2B3F-B240-07F2-9AF6FEBA2181}"/>
          </ac:spMkLst>
        </pc:spChg>
        <pc:spChg chg="add mod">
          <ac:chgData name="Embedded Development" userId="97690703-89ef-4183-8a66-0c81b6c8ace9" providerId="ADAL" clId="{65595279-B11A-44E5-9023-6BC560F7656F}" dt="2024-02-08T08:09:02.670" v="2694"/>
          <ac:spMkLst>
            <pc:docMk/>
            <pc:sldMk cId="3095832009" sldId="275"/>
            <ac:spMk id="11" creationId="{B9E356FF-A461-C4C9-CFD9-FEE7F1EAF1C3}"/>
          </ac:spMkLst>
        </pc:spChg>
        <pc:spChg chg="add mod">
          <ac:chgData name="Embedded Development" userId="97690703-89ef-4183-8a66-0c81b6c8ace9" providerId="ADAL" clId="{65595279-B11A-44E5-9023-6BC560F7656F}" dt="2024-02-08T08:09:02.670" v="2694"/>
          <ac:spMkLst>
            <pc:docMk/>
            <pc:sldMk cId="3095832009" sldId="275"/>
            <ac:spMk id="13" creationId="{923A9D6C-68BC-9328-A4C8-993B5B52C46B}"/>
          </ac:spMkLst>
        </pc:spChg>
        <pc:spChg chg="add mod">
          <ac:chgData name="Embedded Development" userId="97690703-89ef-4183-8a66-0c81b6c8ace9" providerId="ADAL" clId="{65595279-B11A-44E5-9023-6BC560F7656F}" dt="2024-02-09T05:16:33.870" v="10994" actId="20577"/>
          <ac:spMkLst>
            <pc:docMk/>
            <pc:sldMk cId="3095832009" sldId="275"/>
            <ac:spMk id="14" creationId="{919016DE-E639-0C93-4053-68BB17ED2777}"/>
          </ac:spMkLst>
        </pc:spChg>
        <pc:spChg chg="add del mod">
          <ac:chgData name="Embedded Development" userId="97690703-89ef-4183-8a66-0c81b6c8ace9" providerId="ADAL" clId="{65595279-B11A-44E5-9023-6BC560F7656F}" dt="2024-02-08T08:09:24.063" v="2728" actId="478"/>
          <ac:spMkLst>
            <pc:docMk/>
            <pc:sldMk cId="3095832009" sldId="275"/>
            <ac:spMk id="16" creationId="{3DE060FF-5148-7FD2-C5F1-A84C3AD064AB}"/>
          </ac:spMkLst>
        </pc:spChg>
        <pc:spChg chg="add mod">
          <ac:chgData name="Embedded Development" userId="97690703-89ef-4183-8a66-0c81b6c8ace9" providerId="ADAL" clId="{65595279-B11A-44E5-9023-6BC560F7656F}" dt="2024-02-09T05:23:21.249" v="11281" actId="20577"/>
          <ac:spMkLst>
            <pc:docMk/>
            <pc:sldMk cId="3095832009" sldId="275"/>
            <ac:spMk id="18" creationId="{3D16BAF6-DE77-1C9D-8D53-3E7A8D2C71F6}"/>
          </ac:spMkLst>
        </pc:spChg>
        <pc:spChg chg="add mod">
          <ac:chgData name="Embedded Development" userId="97690703-89ef-4183-8a66-0c81b6c8ace9" providerId="ADAL" clId="{65595279-B11A-44E5-9023-6BC560F7656F}" dt="2024-02-08T09:01:49.072" v="3509" actId="1076"/>
          <ac:spMkLst>
            <pc:docMk/>
            <pc:sldMk cId="3095832009" sldId="275"/>
            <ac:spMk id="20" creationId="{47699798-61BA-4F1F-FDDD-6B07A4CDA550}"/>
          </ac:spMkLst>
        </pc:spChg>
        <pc:spChg chg="add del mod">
          <ac:chgData name="Embedded Development" userId="97690703-89ef-4183-8a66-0c81b6c8ace9" providerId="ADAL" clId="{65595279-B11A-44E5-9023-6BC560F7656F}" dt="2024-02-08T11:01:30.989" v="8938" actId="478"/>
          <ac:spMkLst>
            <pc:docMk/>
            <pc:sldMk cId="3095832009" sldId="275"/>
            <ac:spMk id="24" creationId="{23207984-8F5B-0923-F2E3-2621F6E0A372}"/>
          </ac:spMkLst>
        </pc:spChg>
        <pc:spChg chg="add mod">
          <ac:chgData name="Embedded Development" userId="97690703-89ef-4183-8a66-0c81b6c8ace9" providerId="ADAL" clId="{65595279-B11A-44E5-9023-6BC560F7656F}" dt="2024-02-08T11:05:50.920" v="9115" actId="1076"/>
          <ac:spMkLst>
            <pc:docMk/>
            <pc:sldMk cId="3095832009" sldId="275"/>
            <ac:spMk id="26" creationId="{F5FD5CDB-48D5-E9CF-D18A-84461076CB3D}"/>
          </ac:spMkLst>
        </pc:spChg>
        <pc:spChg chg="add mod">
          <ac:chgData name="Embedded Development" userId="97690703-89ef-4183-8a66-0c81b6c8ace9" providerId="ADAL" clId="{65595279-B11A-44E5-9023-6BC560F7656F}" dt="2024-02-08T11:05:50.920" v="9115" actId="1076"/>
          <ac:spMkLst>
            <pc:docMk/>
            <pc:sldMk cId="3095832009" sldId="275"/>
            <ac:spMk id="28" creationId="{02911815-E55E-FA3E-12D2-DFA89F03A841}"/>
          </ac:spMkLst>
        </pc:spChg>
        <pc:spChg chg="add mod">
          <ac:chgData name="Embedded Development" userId="97690703-89ef-4183-8a66-0c81b6c8ace9" providerId="ADAL" clId="{65595279-B11A-44E5-9023-6BC560F7656F}" dt="2024-02-08T08:10:53.541" v="2977"/>
          <ac:spMkLst>
            <pc:docMk/>
            <pc:sldMk cId="3095832009" sldId="275"/>
            <ac:spMk id="30" creationId="{080FCAFC-0DA8-8540-9F0C-94580E7F310D}"/>
          </ac:spMkLst>
        </pc:spChg>
        <pc:spChg chg="add mod">
          <ac:chgData name="Embedded Development" userId="97690703-89ef-4183-8a66-0c81b6c8ace9" providerId="ADAL" clId="{65595279-B11A-44E5-9023-6BC560F7656F}" dt="2024-02-08T08:10:53.541" v="2977"/>
          <ac:spMkLst>
            <pc:docMk/>
            <pc:sldMk cId="3095832009" sldId="275"/>
            <ac:spMk id="32" creationId="{85A8E0D0-8586-E516-E60D-730ECEF239E9}"/>
          </ac:spMkLst>
        </pc:spChg>
        <pc:spChg chg="add mod">
          <ac:chgData name="Embedded Development" userId="97690703-89ef-4183-8a66-0c81b6c8ace9" providerId="ADAL" clId="{65595279-B11A-44E5-9023-6BC560F7656F}" dt="2024-02-08T08:10:53.541" v="2977"/>
          <ac:spMkLst>
            <pc:docMk/>
            <pc:sldMk cId="3095832009" sldId="275"/>
            <ac:spMk id="34" creationId="{8AEC23E0-850B-C44A-6FA1-291AF4BED320}"/>
          </ac:spMkLst>
        </pc:spChg>
        <pc:spChg chg="add del mod">
          <ac:chgData name="Embedded Development" userId="97690703-89ef-4183-8a66-0c81b6c8ace9" providerId="ADAL" clId="{65595279-B11A-44E5-9023-6BC560F7656F}" dt="2024-02-08T11:02:17.305" v="8971" actId="478"/>
          <ac:spMkLst>
            <pc:docMk/>
            <pc:sldMk cId="3095832009" sldId="275"/>
            <ac:spMk id="35" creationId="{97370880-CE14-E81C-A808-B84F1C456245}"/>
          </ac:spMkLst>
        </pc:spChg>
        <pc:spChg chg="add mod">
          <ac:chgData name="Embedded Development" userId="97690703-89ef-4183-8a66-0c81b6c8ace9" providerId="ADAL" clId="{65595279-B11A-44E5-9023-6BC560F7656F}" dt="2024-02-09T07:07:17.305" v="11715" actId="1076"/>
          <ac:spMkLst>
            <pc:docMk/>
            <pc:sldMk cId="3095832009" sldId="275"/>
            <ac:spMk id="36" creationId="{86D4DE69-35AB-7D8A-4926-FADB258B2C89}"/>
          </ac:spMkLst>
        </pc:spChg>
        <pc:spChg chg="add del">
          <ac:chgData name="Embedded Development" userId="97690703-89ef-4183-8a66-0c81b6c8ace9" providerId="ADAL" clId="{65595279-B11A-44E5-9023-6BC560F7656F}" dt="2024-02-08T09:18:41.086" v="3539" actId="22"/>
          <ac:spMkLst>
            <pc:docMk/>
            <pc:sldMk cId="3095832009" sldId="275"/>
            <ac:spMk id="39" creationId="{28289D65-E77B-9E37-C77E-0A4624DFF998}"/>
          </ac:spMkLst>
        </pc:spChg>
        <pc:spChg chg="add mod">
          <ac:chgData name="Embedded Development" userId="97690703-89ef-4183-8a66-0c81b6c8ace9" providerId="ADAL" clId="{65595279-B11A-44E5-9023-6BC560F7656F}" dt="2024-02-08T09:19:43.120" v="3608"/>
          <ac:spMkLst>
            <pc:docMk/>
            <pc:sldMk cId="3095832009" sldId="275"/>
            <ac:spMk id="41" creationId="{3B0678C7-03A4-7B69-2074-BBDA8A38520A}"/>
          </ac:spMkLst>
        </pc:spChg>
        <pc:spChg chg="add mod">
          <ac:chgData name="Embedded Development" userId="97690703-89ef-4183-8a66-0c81b6c8ace9" providerId="ADAL" clId="{65595279-B11A-44E5-9023-6BC560F7656F}" dt="2024-02-08T11:02:24.964" v="8972"/>
          <ac:spMkLst>
            <pc:docMk/>
            <pc:sldMk cId="3095832009" sldId="275"/>
            <ac:spMk id="42" creationId="{E1FC05B6-F7AE-FA7E-9577-F17BAA2CF200}"/>
          </ac:spMkLst>
        </pc:spChg>
        <pc:spChg chg="add mod">
          <ac:chgData name="Embedded Development" userId="97690703-89ef-4183-8a66-0c81b6c8ace9" providerId="ADAL" clId="{65595279-B11A-44E5-9023-6BC560F7656F}" dt="2024-02-08T11:02:24.964" v="8972"/>
          <ac:spMkLst>
            <pc:docMk/>
            <pc:sldMk cId="3095832009" sldId="275"/>
            <ac:spMk id="43" creationId="{10167BBA-E946-8066-1D93-9BB4C0052786}"/>
          </ac:spMkLst>
        </pc:spChg>
        <pc:graphicFrameChg chg="add del mod">
          <ac:chgData name="Embedded Development" userId="97690703-89ef-4183-8a66-0c81b6c8ace9" providerId="ADAL" clId="{65595279-B11A-44E5-9023-6BC560F7656F}" dt="2024-02-08T11:01:33.224" v="8939" actId="478"/>
          <ac:graphicFrameMkLst>
            <pc:docMk/>
            <pc:sldMk cId="3095832009" sldId="275"/>
            <ac:graphicFrameMk id="23" creationId="{4EDB4A17-DCF2-C504-4DAC-DA46BB33327B}"/>
          </ac:graphicFrameMkLst>
        </pc:graphicFrameChg>
        <pc:graphicFrameChg chg="add mod modGraphic">
          <ac:chgData name="Embedded Development" userId="97690703-89ef-4183-8a66-0c81b6c8ace9" providerId="ADAL" clId="{65595279-B11A-44E5-9023-6BC560F7656F}" dt="2024-02-08T11:05:50.920" v="9115" actId="1076"/>
          <ac:graphicFrameMkLst>
            <pc:docMk/>
            <pc:sldMk cId="3095832009" sldId="275"/>
            <ac:graphicFrameMk id="25" creationId="{E8E13FC1-CC31-DEB2-435A-664694F04B1E}"/>
          </ac:graphicFrameMkLst>
        </pc:graphicFrameChg>
        <pc:graphicFrameChg chg="add del mod modGraphic">
          <ac:chgData name="Embedded Development" userId="97690703-89ef-4183-8a66-0c81b6c8ace9" providerId="ADAL" clId="{65595279-B11A-44E5-9023-6BC560F7656F}" dt="2024-02-08T11:05:50.920" v="9115" actId="1076"/>
          <ac:graphicFrameMkLst>
            <pc:docMk/>
            <pc:sldMk cId="3095832009" sldId="275"/>
            <ac:graphicFrameMk id="27" creationId="{B0952A9E-173A-FE48-CE20-AEE286737A95}"/>
          </ac:graphicFrameMkLst>
        </pc:graphicFrameChg>
        <pc:graphicFrameChg chg="add mod">
          <ac:chgData name="Embedded Development" userId="97690703-89ef-4183-8a66-0c81b6c8ace9" providerId="ADAL" clId="{65595279-B11A-44E5-9023-6BC560F7656F}" dt="2024-02-08T08:10:53.541" v="2977"/>
          <ac:graphicFrameMkLst>
            <pc:docMk/>
            <pc:sldMk cId="3095832009" sldId="275"/>
            <ac:graphicFrameMk id="29" creationId="{23391279-E965-8E4D-4E31-F95526E7D5CA}"/>
          </ac:graphicFrameMkLst>
        </pc:graphicFrameChg>
        <pc:graphicFrameChg chg="add mod">
          <ac:chgData name="Embedded Development" userId="97690703-89ef-4183-8a66-0c81b6c8ace9" providerId="ADAL" clId="{65595279-B11A-44E5-9023-6BC560F7656F}" dt="2024-02-08T08:10:53.541" v="2977"/>
          <ac:graphicFrameMkLst>
            <pc:docMk/>
            <pc:sldMk cId="3095832009" sldId="275"/>
            <ac:graphicFrameMk id="31" creationId="{49B2015D-B499-BC96-4084-A654AAFF9AB8}"/>
          </ac:graphicFrameMkLst>
        </pc:graphicFrameChg>
        <pc:graphicFrameChg chg="add mod">
          <ac:chgData name="Embedded Development" userId="97690703-89ef-4183-8a66-0c81b6c8ace9" providerId="ADAL" clId="{65595279-B11A-44E5-9023-6BC560F7656F}" dt="2024-02-08T08:10:53.541" v="2977"/>
          <ac:graphicFrameMkLst>
            <pc:docMk/>
            <pc:sldMk cId="3095832009" sldId="275"/>
            <ac:graphicFrameMk id="33" creationId="{97E7D4CE-4491-C311-203B-9249E8091F5B}"/>
          </ac:graphicFrameMkLst>
        </pc:graphicFrameChg>
        <pc:cxnChg chg="add mod">
          <ac:chgData name="Embedded Development" userId="97690703-89ef-4183-8a66-0c81b6c8ace9" providerId="ADAL" clId="{65595279-B11A-44E5-9023-6BC560F7656F}" dt="2024-02-08T10:40:22.587" v="8033" actId="1582"/>
          <ac:cxnSpMkLst>
            <pc:docMk/>
            <pc:sldMk cId="3095832009" sldId="275"/>
            <ac:cxnSpMk id="5" creationId="{E9A21C8D-6DCF-C12C-1591-1D082E94E035}"/>
          </ac:cxnSpMkLst>
        </pc:cxnChg>
        <pc:cxnChg chg="add mod">
          <ac:chgData name="Embedded Development" userId="97690703-89ef-4183-8a66-0c81b6c8ace9" providerId="ADAL" clId="{65595279-B11A-44E5-9023-6BC560F7656F}" dt="2024-02-08T10:40:22.587" v="8033" actId="1582"/>
          <ac:cxnSpMkLst>
            <pc:docMk/>
            <pc:sldMk cId="3095832009" sldId="275"/>
            <ac:cxnSpMk id="6" creationId="{C6D8B34B-0656-DFAA-CCCB-F789DA9D446C}"/>
          </ac:cxnSpMkLst>
        </pc:cxnChg>
        <pc:cxnChg chg="add mod">
          <ac:chgData name="Embedded Development" userId="97690703-89ef-4183-8a66-0c81b6c8ace9" providerId="ADAL" clId="{65595279-B11A-44E5-9023-6BC560F7656F}" dt="2024-02-08T10:40:22.587" v="8033" actId="1582"/>
          <ac:cxnSpMkLst>
            <pc:docMk/>
            <pc:sldMk cId="3095832009" sldId="275"/>
            <ac:cxnSpMk id="7" creationId="{E0D13990-0B03-DF48-5596-1531AC07A6EE}"/>
          </ac:cxnSpMkLst>
        </pc:cxnChg>
        <pc:cxnChg chg="add mod">
          <ac:chgData name="Embedded Development" userId="97690703-89ef-4183-8a66-0c81b6c8ace9" providerId="ADAL" clId="{65595279-B11A-44E5-9023-6BC560F7656F}" dt="2024-02-08T10:40:22.587" v="8033" actId="1582"/>
          <ac:cxnSpMkLst>
            <pc:docMk/>
            <pc:sldMk cId="3095832009" sldId="275"/>
            <ac:cxnSpMk id="10" creationId="{168BE019-D407-F6D4-9C80-06CAE6F4D4E1}"/>
          </ac:cxnSpMkLst>
        </pc:cxnChg>
        <pc:cxnChg chg="add mod">
          <ac:chgData name="Embedded Development" userId="97690703-89ef-4183-8a66-0c81b6c8ace9" providerId="ADAL" clId="{65595279-B11A-44E5-9023-6BC560F7656F}" dt="2024-02-08T10:40:22.587" v="8033" actId="1582"/>
          <ac:cxnSpMkLst>
            <pc:docMk/>
            <pc:sldMk cId="3095832009" sldId="275"/>
            <ac:cxnSpMk id="12" creationId="{CCCF1B18-2BA7-04E8-FF8C-3FE736E84C46}"/>
          </ac:cxnSpMkLst>
        </pc:cxnChg>
        <pc:cxnChg chg="add del mod">
          <ac:chgData name="Embedded Development" userId="97690703-89ef-4183-8a66-0c81b6c8ace9" providerId="ADAL" clId="{65595279-B11A-44E5-9023-6BC560F7656F}" dt="2024-02-08T08:09:24.063" v="2728" actId="478"/>
          <ac:cxnSpMkLst>
            <pc:docMk/>
            <pc:sldMk cId="3095832009" sldId="275"/>
            <ac:cxnSpMk id="15" creationId="{CF7009DA-D1B5-B01C-8990-F55451A3F589}"/>
          </ac:cxnSpMkLst>
        </pc:cxnChg>
        <pc:cxnChg chg="add mod">
          <ac:chgData name="Embedded Development" userId="97690703-89ef-4183-8a66-0c81b6c8ace9" providerId="ADAL" clId="{65595279-B11A-44E5-9023-6BC560F7656F}" dt="2024-02-08T10:40:22.587" v="8033" actId="1582"/>
          <ac:cxnSpMkLst>
            <pc:docMk/>
            <pc:sldMk cId="3095832009" sldId="275"/>
            <ac:cxnSpMk id="17" creationId="{15F33163-76F1-EA67-4F7B-C006F2E40A8D}"/>
          </ac:cxnSpMkLst>
        </pc:cxnChg>
        <pc:cxnChg chg="add mod">
          <ac:chgData name="Embedded Development" userId="97690703-89ef-4183-8a66-0c81b6c8ace9" providerId="ADAL" clId="{65595279-B11A-44E5-9023-6BC560F7656F}" dt="2024-02-08T10:40:22.587" v="8033" actId="1582"/>
          <ac:cxnSpMkLst>
            <pc:docMk/>
            <pc:sldMk cId="3095832009" sldId="275"/>
            <ac:cxnSpMk id="19" creationId="{9735CB96-2EB1-6683-BA01-CE35F74A8369}"/>
          </ac:cxnSpMkLst>
        </pc:cxnChg>
        <pc:cxnChg chg="add mod">
          <ac:chgData name="Embedded Development" userId="97690703-89ef-4183-8a66-0c81b6c8ace9" providerId="ADAL" clId="{65595279-B11A-44E5-9023-6BC560F7656F}" dt="2024-02-08T09:19:43.120" v="3608"/>
          <ac:cxnSpMkLst>
            <pc:docMk/>
            <pc:sldMk cId="3095832009" sldId="275"/>
            <ac:cxnSpMk id="40" creationId="{249EC701-9BF4-0FA3-95D9-AFAC9E7AADEE}"/>
          </ac:cxnSpMkLst>
        </pc:cxnChg>
        <pc:cxnChg chg="add mod">
          <ac:chgData name="Embedded Development" userId="97690703-89ef-4183-8a66-0c81b6c8ace9" providerId="ADAL" clId="{65595279-B11A-44E5-9023-6BC560F7656F}" dt="2024-02-08T11:02:24.964" v="8972"/>
          <ac:cxnSpMkLst>
            <pc:docMk/>
            <pc:sldMk cId="3095832009" sldId="275"/>
            <ac:cxnSpMk id="44" creationId="{2299C670-04A8-8008-562E-F3DB8C8BE8D2}"/>
          </ac:cxnSpMkLst>
        </pc:cxnChg>
        <pc:cxnChg chg="add mod">
          <ac:chgData name="Embedded Development" userId="97690703-89ef-4183-8a66-0c81b6c8ace9" providerId="ADAL" clId="{65595279-B11A-44E5-9023-6BC560F7656F}" dt="2024-02-08T11:02:24.964" v="8972"/>
          <ac:cxnSpMkLst>
            <pc:docMk/>
            <pc:sldMk cId="3095832009" sldId="275"/>
            <ac:cxnSpMk id="45" creationId="{548519B4-8E52-CE9D-008E-8AC70775127E}"/>
          </ac:cxnSpMkLst>
        </pc:cxnChg>
      </pc:sldChg>
      <pc:sldChg chg="addSp delSp modSp add mod">
        <pc:chgData name="Embedded Development" userId="97690703-89ef-4183-8a66-0c81b6c8ace9" providerId="ADAL" clId="{65595279-B11A-44E5-9023-6BC560F7656F}" dt="2024-02-09T05:18:04.613" v="11120" actId="20577"/>
        <pc:sldMkLst>
          <pc:docMk/>
          <pc:sldMk cId="125140687" sldId="276"/>
        </pc:sldMkLst>
        <pc:spChg chg="add mod">
          <ac:chgData name="Embedded Development" userId="97690703-89ef-4183-8a66-0c81b6c8ace9" providerId="ADAL" clId="{65595279-B11A-44E5-9023-6BC560F7656F}" dt="2024-02-08T09:49:50.980" v="4130" actId="1076"/>
          <ac:spMkLst>
            <pc:docMk/>
            <pc:sldMk cId="125140687" sldId="276"/>
            <ac:spMk id="3" creationId="{195AEA51-EC55-660D-2349-38BF0C5DA16E}"/>
          </ac:spMkLst>
        </pc:spChg>
        <pc:spChg chg="mod">
          <ac:chgData name="Embedded Development" userId="97690703-89ef-4183-8a66-0c81b6c8ace9" providerId="ADAL" clId="{65595279-B11A-44E5-9023-6BC560F7656F}" dt="2024-02-08T09:49:50.980" v="4130" actId="1076"/>
          <ac:spMkLst>
            <pc:docMk/>
            <pc:sldMk cId="125140687" sldId="276"/>
            <ac:spMk id="4" creationId="{CD7DA3F5-D38C-CE5A-457B-58F2F3AF56DD}"/>
          </ac:spMkLst>
        </pc:spChg>
        <pc:spChg chg="mod">
          <ac:chgData name="Embedded Development" userId="97690703-89ef-4183-8a66-0c81b6c8ace9" providerId="ADAL" clId="{65595279-B11A-44E5-9023-6BC560F7656F}" dt="2024-02-08T09:49:50.980" v="4130" actId="1076"/>
          <ac:spMkLst>
            <pc:docMk/>
            <pc:sldMk cId="125140687" sldId="276"/>
            <ac:spMk id="8" creationId="{1F5C15BC-4F3C-5DA0-4C78-DF0B3E170E1B}"/>
          </ac:spMkLst>
        </pc:spChg>
        <pc:spChg chg="mod">
          <ac:chgData name="Embedded Development" userId="97690703-89ef-4183-8a66-0c81b6c8ace9" providerId="ADAL" clId="{65595279-B11A-44E5-9023-6BC560F7656F}" dt="2024-02-08T09:49:50.980" v="4130" actId="1076"/>
          <ac:spMkLst>
            <pc:docMk/>
            <pc:sldMk cId="125140687" sldId="276"/>
            <ac:spMk id="9" creationId="{351A656D-D575-59B0-C5B6-4FA06ACE3582}"/>
          </ac:spMkLst>
        </pc:spChg>
        <pc:spChg chg="mod">
          <ac:chgData name="Embedded Development" userId="97690703-89ef-4183-8a66-0c81b6c8ace9" providerId="ADAL" clId="{65595279-B11A-44E5-9023-6BC560F7656F}" dt="2024-02-08T09:49:50.980" v="4130" actId="1076"/>
          <ac:spMkLst>
            <pc:docMk/>
            <pc:sldMk cId="125140687" sldId="276"/>
            <ac:spMk id="11" creationId="{FD883960-CA6D-F41E-F8CC-C452528AC8F5}"/>
          </ac:spMkLst>
        </pc:spChg>
        <pc:spChg chg="mod">
          <ac:chgData name="Embedded Development" userId="97690703-89ef-4183-8a66-0c81b6c8ace9" providerId="ADAL" clId="{65595279-B11A-44E5-9023-6BC560F7656F}" dt="2024-02-08T09:49:50.980" v="4130" actId="1076"/>
          <ac:spMkLst>
            <pc:docMk/>
            <pc:sldMk cId="125140687" sldId="276"/>
            <ac:spMk id="13" creationId="{9BF19E09-7823-B706-BDA1-B6F918BD305B}"/>
          </ac:spMkLst>
        </pc:spChg>
        <pc:spChg chg="mod">
          <ac:chgData name="Embedded Development" userId="97690703-89ef-4183-8a66-0c81b6c8ace9" providerId="ADAL" clId="{65595279-B11A-44E5-9023-6BC560F7656F}" dt="2024-02-08T09:49:50.980" v="4130" actId="1076"/>
          <ac:spMkLst>
            <pc:docMk/>
            <pc:sldMk cId="125140687" sldId="276"/>
            <ac:spMk id="14" creationId="{DC18236C-CC66-BD95-7A37-9CF9396F7DDA}"/>
          </ac:spMkLst>
        </pc:spChg>
        <pc:spChg chg="add mod">
          <ac:chgData name="Embedded Development" userId="97690703-89ef-4183-8a66-0c81b6c8ace9" providerId="ADAL" clId="{65595279-B11A-44E5-9023-6BC560F7656F}" dt="2024-02-08T09:49:50.980" v="4130" actId="1076"/>
          <ac:spMkLst>
            <pc:docMk/>
            <pc:sldMk cId="125140687" sldId="276"/>
            <ac:spMk id="16" creationId="{C961850D-3689-1766-FD4F-121F64BD3F18}"/>
          </ac:spMkLst>
        </pc:spChg>
        <pc:spChg chg="del">
          <ac:chgData name="Embedded Development" userId="97690703-89ef-4183-8a66-0c81b6c8ace9" providerId="ADAL" clId="{65595279-B11A-44E5-9023-6BC560F7656F}" dt="2024-02-08T09:18:48.230" v="3541" actId="478"/>
          <ac:spMkLst>
            <pc:docMk/>
            <pc:sldMk cId="125140687" sldId="276"/>
            <ac:spMk id="18" creationId="{756358D3-639B-EAD9-6D8F-1792EAFE6661}"/>
          </ac:spMkLst>
        </pc:spChg>
        <pc:spChg chg="del mod">
          <ac:chgData name="Embedded Development" userId="97690703-89ef-4183-8a66-0c81b6c8ace9" providerId="ADAL" clId="{65595279-B11A-44E5-9023-6BC560F7656F}" dt="2024-02-08T09:18:49.973" v="3544" actId="478"/>
          <ac:spMkLst>
            <pc:docMk/>
            <pc:sldMk cId="125140687" sldId="276"/>
            <ac:spMk id="20" creationId="{B675B1D9-ABB3-D4EA-3FF9-DC12012D7968}"/>
          </ac:spMkLst>
        </pc:spChg>
        <pc:spChg chg="add mod">
          <ac:chgData name="Embedded Development" userId="97690703-89ef-4183-8a66-0c81b6c8ace9" providerId="ADAL" clId="{65595279-B11A-44E5-9023-6BC560F7656F}" dt="2024-02-08T09:49:50.980" v="4130" actId="1076"/>
          <ac:spMkLst>
            <pc:docMk/>
            <pc:sldMk cId="125140687" sldId="276"/>
            <ac:spMk id="22" creationId="{A077B3C8-D157-CBDD-F087-074BBFDEBC5F}"/>
          </ac:spMkLst>
        </pc:spChg>
        <pc:spChg chg="del mod">
          <ac:chgData name="Embedded Development" userId="97690703-89ef-4183-8a66-0c81b6c8ace9" providerId="ADAL" clId="{65595279-B11A-44E5-9023-6BC560F7656F}" dt="2024-02-08T09:41:01.563" v="4039" actId="21"/>
          <ac:spMkLst>
            <pc:docMk/>
            <pc:sldMk cId="125140687" sldId="276"/>
            <ac:spMk id="24" creationId="{9C2BEFE7-AD49-F3A6-8CFA-2C494CB7BA30}"/>
          </ac:spMkLst>
        </pc:spChg>
        <pc:spChg chg="del mod">
          <ac:chgData name="Embedded Development" userId="97690703-89ef-4183-8a66-0c81b6c8ace9" providerId="ADAL" clId="{65595279-B11A-44E5-9023-6BC560F7656F}" dt="2024-02-08T09:41:01.563" v="4039" actId="21"/>
          <ac:spMkLst>
            <pc:docMk/>
            <pc:sldMk cId="125140687" sldId="276"/>
            <ac:spMk id="26" creationId="{816868FD-B3EF-D610-B989-8B3FCDA590C2}"/>
          </ac:spMkLst>
        </pc:spChg>
        <pc:spChg chg="del">
          <ac:chgData name="Embedded Development" userId="97690703-89ef-4183-8a66-0c81b6c8ace9" providerId="ADAL" clId="{65595279-B11A-44E5-9023-6BC560F7656F}" dt="2024-02-08T09:41:01.563" v="4039" actId="21"/>
          <ac:spMkLst>
            <pc:docMk/>
            <pc:sldMk cId="125140687" sldId="276"/>
            <ac:spMk id="28" creationId="{611DCF5C-F592-FFF6-D459-B661E2B49CC9}"/>
          </ac:spMkLst>
        </pc:spChg>
        <pc:spChg chg="add mod">
          <ac:chgData name="Embedded Development" userId="97690703-89ef-4183-8a66-0c81b6c8ace9" providerId="ADAL" clId="{65595279-B11A-44E5-9023-6BC560F7656F}" dt="2024-02-08T09:49:50.980" v="4130" actId="1076"/>
          <ac:spMkLst>
            <pc:docMk/>
            <pc:sldMk cId="125140687" sldId="276"/>
            <ac:spMk id="32" creationId="{84C4BB58-EB3C-D3E1-F512-C669E68584BA}"/>
          </ac:spMkLst>
        </pc:spChg>
        <pc:spChg chg="add mod">
          <ac:chgData name="Embedded Development" userId="97690703-89ef-4183-8a66-0c81b6c8ace9" providerId="ADAL" clId="{65595279-B11A-44E5-9023-6BC560F7656F}" dt="2024-02-08T09:49:50.980" v="4130" actId="1076"/>
          <ac:spMkLst>
            <pc:docMk/>
            <pc:sldMk cId="125140687" sldId="276"/>
            <ac:spMk id="33" creationId="{F0F4AC09-C370-62C6-B575-41E0EA960EB3}"/>
          </ac:spMkLst>
        </pc:spChg>
        <pc:spChg chg="add mod">
          <ac:chgData name="Embedded Development" userId="97690703-89ef-4183-8a66-0c81b6c8ace9" providerId="ADAL" clId="{65595279-B11A-44E5-9023-6BC560F7656F}" dt="2024-02-08T09:38:56.284" v="4011" actId="571"/>
          <ac:spMkLst>
            <pc:docMk/>
            <pc:sldMk cId="125140687" sldId="276"/>
            <ac:spMk id="34" creationId="{BE2219FB-5EEA-D820-9FF0-B4A4B7E7F061}"/>
          </ac:spMkLst>
        </pc:spChg>
        <pc:spChg chg="mod">
          <ac:chgData name="Embedded Development" userId="97690703-89ef-4183-8a66-0c81b6c8ace9" providerId="ADAL" clId="{65595279-B11A-44E5-9023-6BC560F7656F}" dt="2024-02-09T05:17:57.712" v="11097" actId="20577"/>
          <ac:spMkLst>
            <pc:docMk/>
            <pc:sldMk cId="125140687" sldId="276"/>
            <ac:spMk id="35" creationId="{E4ACBD17-8614-C5B6-B14B-6EF3DE8ECF88}"/>
          </ac:spMkLst>
        </pc:spChg>
        <pc:spChg chg="mod">
          <ac:chgData name="Embedded Development" userId="97690703-89ef-4183-8a66-0c81b6c8ace9" providerId="ADAL" clId="{65595279-B11A-44E5-9023-6BC560F7656F}" dt="2024-02-09T05:18:04.613" v="11120" actId="20577"/>
          <ac:spMkLst>
            <pc:docMk/>
            <pc:sldMk cId="125140687" sldId="276"/>
            <ac:spMk id="36" creationId="{3B2A641D-B598-35A1-D564-C23F7446E0FB}"/>
          </ac:spMkLst>
        </pc:spChg>
        <pc:graphicFrameChg chg="del mod">
          <ac:chgData name="Embedded Development" userId="97690703-89ef-4183-8a66-0c81b6c8ace9" providerId="ADAL" clId="{65595279-B11A-44E5-9023-6BC560F7656F}" dt="2024-02-08T09:41:01.563" v="4039" actId="21"/>
          <ac:graphicFrameMkLst>
            <pc:docMk/>
            <pc:sldMk cId="125140687" sldId="276"/>
            <ac:graphicFrameMk id="23" creationId="{302C7FC7-9442-8434-8531-A930F5F3054B}"/>
          </ac:graphicFrameMkLst>
        </pc:graphicFrameChg>
        <pc:graphicFrameChg chg="del">
          <ac:chgData name="Embedded Development" userId="97690703-89ef-4183-8a66-0c81b6c8ace9" providerId="ADAL" clId="{65595279-B11A-44E5-9023-6BC560F7656F}" dt="2024-02-08T09:41:01.563" v="4039" actId="21"/>
          <ac:graphicFrameMkLst>
            <pc:docMk/>
            <pc:sldMk cId="125140687" sldId="276"/>
            <ac:graphicFrameMk id="25" creationId="{C19C7A2E-928D-B7F8-5691-8DF7BEEB55E9}"/>
          </ac:graphicFrameMkLst>
        </pc:graphicFrameChg>
        <pc:graphicFrameChg chg="del">
          <ac:chgData name="Embedded Development" userId="97690703-89ef-4183-8a66-0c81b6c8ace9" providerId="ADAL" clId="{65595279-B11A-44E5-9023-6BC560F7656F}" dt="2024-02-08T09:41:01.563" v="4039" actId="21"/>
          <ac:graphicFrameMkLst>
            <pc:docMk/>
            <pc:sldMk cId="125140687" sldId="276"/>
            <ac:graphicFrameMk id="27" creationId="{4B39133D-5B08-309D-A9ED-7503942F45C2}"/>
          </ac:graphicFrameMkLst>
        </pc:graphicFrameChg>
        <pc:graphicFrameChg chg="add mod">
          <ac:chgData name="Embedded Development" userId="97690703-89ef-4183-8a66-0c81b6c8ace9" providerId="ADAL" clId="{65595279-B11A-44E5-9023-6BC560F7656F}" dt="2024-02-08T09:39:02.641" v="4013" actId="571"/>
          <ac:graphicFrameMkLst>
            <pc:docMk/>
            <pc:sldMk cId="125140687" sldId="276"/>
            <ac:graphicFrameMk id="37" creationId="{21216ED0-33A7-D405-665A-244EF4899D37}"/>
          </ac:graphicFrameMkLst>
        </pc:graphicFrameChg>
        <pc:cxnChg chg="add mod">
          <ac:chgData name="Embedded Development" userId="97690703-89ef-4183-8a66-0c81b6c8ace9" providerId="ADAL" clId="{65595279-B11A-44E5-9023-6BC560F7656F}" dt="2024-02-08T10:40:41.915" v="8034" actId="1582"/>
          <ac:cxnSpMkLst>
            <pc:docMk/>
            <pc:sldMk cId="125140687" sldId="276"/>
            <ac:cxnSpMk id="2" creationId="{9EA9DC58-5DB6-883A-7606-C4361F8CA7A7}"/>
          </ac:cxnSpMkLst>
        </pc:cxnChg>
        <pc:cxnChg chg="mod">
          <ac:chgData name="Embedded Development" userId="97690703-89ef-4183-8a66-0c81b6c8ace9" providerId="ADAL" clId="{65595279-B11A-44E5-9023-6BC560F7656F}" dt="2024-02-08T10:40:41.915" v="8034" actId="1582"/>
          <ac:cxnSpMkLst>
            <pc:docMk/>
            <pc:sldMk cId="125140687" sldId="276"/>
            <ac:cxnSpMk id="5" creationId="{B4064D51-0DD9-9D93-BEB9-51FA5CD6DDCB}"/>
          </ac:cxnSpMkLst>
        </pc:cxnChg>
        <pc:cxnChg chg="mod">
          <ac:chgData name="Embedded Development" userId="97690703-89ef-4183-8a66-0c81b6c8ace9" providerId="ADAL" clId="{65595279-B11A-44E5-9023-6BC560F7656F}" dt="2024-02-08T10:40:41.915" v="8034" actId="1582"/>
          <ac:cxnSpMkLst>
            <pc:docMk/>
            <pc:sldMk cId="125140687" sldId="276"/>
            <ac:cxnSpMk id="6" creationId="{ABB50800-D7C4-09E3-8DE6-6D798549A58A}"/>
          </ac:cxnSpMkLst>
        </pc:cxnChg>
        <pc:cxnChg chg="mod">
          <ac:chgData name="Embedded Development" userId="97690703-89ef-4183-8a66-0c81b6c8ace9" providerId="ADAL" clId="{65595279-B11A-44E5-9023-6BC560F7656F}" dt="2024-02-08T10:40:41.915" v="8034" actId="1582"/>
          <ac:cxnSpMkLst>
            <pc:docMk/>
            <pc:sldMk cId="125140687" sldId="276"/>
            <ac:cxnSpMk id="7" creationId="{35F735A7-594E-3D31-F372-616020B99138}"/>
          </ac:cxnSpMkLst>
        </pc:cxnChg>
        <pc:cxnChg chg="mod">
          <ac:chgData name="Embedded Development" userId="97690703-89ef-4183-8a66-0c81b6c8ace9" providerId="ADAL" clId="{65595279-B11A-44E5-9023-6BC560F7656F}" dt="2024-02-08T10:40:41.915" v="8034" actId="1582"/>
          <ac:cxnSpMkLst>
            <pc:docMk/>
            <pc:sldMk cId="125140687" sldId="276"/>
            <ac:cxnSpMk id="10" creationId="{899EA28E-A14A-EC4F-1040-BB527A804C68}"/>
          </ac:cxnSpMkLst>
        </pc:cxnChg>
        <pc:cxnChg chg="mod">
          <ac:chgData name="Embedded Development" userId="97690703-89ef-4183-8a66-0c81b6c8ace9" providerId="ADAL" clId="{65595279-B11A-44E5-9023-6BC560F7656F}" dt="2024-02-08T10:40:41.915" v="8034" actId="1582"/>
          <ac:cxnSpMkLst>
            <pc:docMk/>
            <pc:sldMk cId="125140687" sldId="276"/>
            <ac:cxnSpMk id="12" creationId="{BBCD93C3-DF12-2471-F569-B567E35781A3}"/>
          </ac:cxnSpMkLst>
        </pc:cxnChg>
        <pc:cxnChg chg="add mod">
          <ac:chgData name="Embedded Development" userId="97690703-89ef-4183-8a66-0c81b6c8ace9" providerId="ADAL" clId="{65595279-B11A-44E5-9023-6BC560F7656F}" dt="2024-02-08T10:40:41.915" v="8034" actId="1582"/>
          <ac:cxnSpMkLst>
            <pc:docMk/>
            <pc:sldMk cId="125140687" sldId="276"/>
            <ac:cxnSpMk id="15" creationId="{64C20BB1-9428-4890-72DA-10526C5CE2D2}"/>
          </ac:cxnSpMkLst>
        </pc:cxnChg>
        <pc:cxnChg chg="del">
          <ac:chgData name="Embedded Development" userId="97690703-89ef-4183-8a66-0c81b6c8ace9" providerId="ADAL" clId="{65595279-B11A-44E5-9023-6BC560F7656F}" dt="2024-02-08T09:18:48.952" v="3542" actId="478"/>
          <ac:cxnSpMkLst>
            <pc:docMk/>
            <pc:sldMk cId="125140687" sldId="276"/>
            <ac:cxnSpMk id="17" creationId="{7ABBC077-33CB-8365-475C-30A29647C740}"/>
          </ac:cxnSpMkLst>
        </pc:cxnChg>
        <pc:cxnChg chg="del">
          <ac:chgData name="Embedded Development" userId="97690703-89ef-4183-8a66-0c81b6c8ace9" providerId="ADAL" clId="{65595279-B11A-44E5-9023-6BC560F7656F}" dt="2024-02-08T09:18:50.538" v="3545" actId="478"/>
          <ac:cxnSpMkLst>
            <pc:docMk/>
            <pc:sldMk cId="125140687" sldId="276"/>
            <ac:cxnSpMk id="19" creationId="{FCB22CC9-C2E8-D770-8F8C-F9BCAE631C23}"/>
          </ac:cxnSpMkLst>
        </pc:cxnChg>
        <pc:cxnChg chg="add mod">
          <ac:chgData name="Embedded Development" userId="97690703-89ef-4183-8a66-0c81b6c8ace9" providerId="ADAL" clId="{65595279-B11A-44E5-9023-6BC560F7656F}" dt="2024-02-08T10:40:49.423" v="8035" actId="1582"/>
          <ac:cxnSpMkLst>
            <pc:docMk/>
            <pc:sldMk cId="125140687" sldId="276"/>
            <ac:cxnSpMk id="21" creationId="{32B25B0A-9990-075C-492E-759552BE25EC}"/>
          </ac:cxnSpMkLst>
        </pc:cxnChg>
        <pc:cxnChg chg="add mod">
          <ac:chgData name="Embedded Development" userId="97690703-89ef-4183-8a66-0c81b6c8ace9" providerId="ADAL" clId="{65595279-B11A-44E5-9023-6BC560F7656F}" dt="2024-02-08T10:40:41.915" v="8034" actId="1582"/>
          <ac:cxnSpMkLst>
            <pc:docMk/>
            <pc:sldMk cId="125140687" sldId="276"/>
            <ac:cxnSpMk id="30" creationId="{F1720FE7-F6EE-D115-9AB5-55B90077C334}"/>
          </ac:cxnSpMkLst>
        </pc:cxnChg>
        <pc:cxnChg chg="add mod">
          <ac:chgData name="Embedded Development" userId="97690703-89ef-4183-8a66-0c81b6c8ace9" providerId="ADAL" clId="{65595279-B11A-44E5-9023-6BC560F7656F}" dt="2024-02-08T10:40:41.915" v="8034" actId="1582"/>
          <ac:cxnSpMkLst>
            <pc:docMk/>
            <pc:sldMk cId="125140687" sldId="276"/>
            <ac:cxnSpMk id="31" creationId="{2DAB1ECD-77A7-99CD-4873-5C5A6540B785}"/>
          </ac:cxnSpMkLst>
        </pc:cxnChg>
      </pc:sldChg>
      <pc:sldChg chg="addSp delSp modSp new mod">
        <pc:chgData name="Embedded Development" userId="97690703-89ef-4183-8a66-0c81b6c8ace9" providerId="ADAL" clId="{65595279-B11A-44E5-9023-6BC560F7656F}" dt="2024-02-08T10:56:14.244" v="8098" actId="20577"/>
        <pc:sldMkLst>
          <pc:docMk/>
          <pc:sldMk cId="3948856911" sldId="277"/>
        </pc:sldMkLst>
        <pc:spChg chg="del">
          <ac:chgData name="Embedded Development" userId="97690703-89ef-4183-8a66-0c81b6c8ace9" providerId="ADAL" clId="{65595279-B11A-44E5-9023-6BC560F7656F}" dt="2024-02-08T09:40:54.078" v="4037" actId="478"/>
          <ac:spMkLst>
            <pc:docMk/>
            <pc:sldMk cId="3948856911" sldId="277"/>
            <ac:spMk id="2" creationId="{ED8E0EE9-0CF7-BBE9-3146-64EBFF1CD942}"/>
          </ac:spMkLst>
        </pc:spChg>
        <pc:spChg chg="del">
          <ac:chgData name="Embedded Development" userId="97690703-89ef-4183-8a66-0c81b6c8ace9" providerId="ADAL" clId="{65595279-B11A-44E5-9023-6BC560F7656F}" dt="2024-02-08T09:40:55.214" v="4038" actId="478"/>
          <ac:spMkLst>
            <pc:docMk/>
            <pc:sldMk cId="3948856911" sldId="277"/>
            <ac:spMk id="3" creationId="{02356654-7FDB-D4ED-F5CF-F970EBBF03F4}"/>
          </ac:spMkLst>
        </pc:spChg>
        <pc:spChg chg="add mod">
          <ac:chgData name="Embedded Development" userId="97690703-89ef-4183-8a66-0c81b6c8ace9" providerId="ADAL" clId="{65595279-B11A-44E5-9023-6BC560F7656F}" dt="2024-02-08T09:41:45.139" v="4054" actId="14100"/>
          <ac:spMkLst>
            <pc:docMk/>
            <pc:sldMk cId="3948856911" sldId="277"/>
            <ac:spMk id="24" creationId="{9C2BEFE7-AD49-F3A6-8CFA-2C494CB7BA30}"/>
          </ac:spMkLst>
        </pc:spChg>
        <pc:spChg chg="add mod">
          <ac:chgData name="Embedded Development" userId="97690703-89ef-4183-8a66-0c81b6c8ace9" providerId="ADAL" clId="{65595279-B11A-44E5-9023-6BC560F7656F}" dt="2024-02-08T09:41:59.082" v="4057" actId="14100"/>
          <ac:spMkLst>
            <pc:docMk/>
            <pc:sldMk cId="3948856911" sldId="277"/>
            <ac:spMk id="26" creationId="{816868FD-B3EF-D610-B989-8B3FCDA590C2}"/>
          </ac:spMkLst>
        </pc:spChg>
        <pc:spChg chg="add mod">
          <ac:chgData name="Embedded Development" userId="97690703-89ef-4183-8a66-0c81b6c8ace9" providerId="ADAL" clId="{65595279-B11A-44E5-9023-6BC560F7656F}" dt="2024-02-08T09:44:19.412" v="4092" actId="14100"/>
          <ac:spMkLst>
            <pc:docMk/>
            <pc:sldMk cId="3948856911" sldId="277"/>
            <ac:spMk id="28" creationId="{611DCF5C-F592-FFF6-D459-B661E2B49CC9}"/>
          </ac:spMkLst>
        </pc:spChg>
        <pc:graphicFrameChg chg="add mod modGraphic">
          <ac:chgData name="Embedded Development" userId="97690703-89ef-4183-8a66-0c81b6c8ace9" providerId="ADAL" clId="{65595279-B11A-44E5-9023-6BC560F7656F}" dt="2024-02-08T09:51:08.655" v="4180" actId="14100"/>
          <ac:graphicFrameMkLst>
            <pc:docMk/>
            <pc:sldMk cId="3948856911" sldId="277"/>
            <ac:graphicFrameMk id="23" creationId="{302C7FC7-9442-8434-8531-A930F5F3054B}"/>
          </ac:graphicFrameMkLst>
        </pc:graphicFrameChg>
        <pc:graphicFrameChg chg="add mod modGraphic">
          <ac:chgData name="Embedded Development" userId="97690703-89ef-4183-8a66-0c81b6c8ace9" providerId="ADAL" clId="{65595279-B11A-44E5-9023-6BC560F7656F}" dt="2024-02-08T10:56:14.244" v="8098" actId="20577"/>
          <ac:graphicFrameMkLst>
            <pc:docMk/>
            <pc:sldMk cId="3948856911" sldId="277"/>
            <ac:graphicFrameMk id="25" creationId="{C19C7A2E-928D-B7F8-5691-8DF7BEEB55E9}"/>
          </ac:graphicFrameMkLst>
        </pc:graphicFrameChg>
        <pc:graphicFrameChg chg="add mod modGraphic">
          <ac:chgData name="Embedded Development" userId="97690703-89ef-4183-8a66-0c81b6c8ace9" providerId="ADAL" clId="{65595279-B11A-44E5-9023-6BC560F7656F}" dt="2024-02-08T09:50:52.857" v="4176" actId="14100"/>
          <ac:graphicFrameMkLst>
            <pc:docMk/>
            <pc:sldMk cId="3948856911" sldId="277"/>
            <ac:graphicFrameMk id="27" creationId="{4B39133D-5B08-309D-A9ED-7503942F45C2}"/>
          </ac:graphicFrameMkLst>
        </pc:graphicFrameChg>
      </pc:sldChg>
      <pc:sldChg chg="addSp delSp modSp new mod">
        <pc:chgData name="Embedded Development" userId="97690703-89ef-4183-8a66-0c81b6c8ace9" providerId="ADAL" clId="{65595279-B11A-44E5-9023-6BC560F7656F}" dt="2024-02-09T05:18:20.091" v="11140" actId="20577"/>
        <pc:sldMkLst>
          <pc:docMk/>
          <pc:sldMk cId="181310961" sldId="278"/>
        </pc:sldMkLst>
        <pc:spChg chg="del">
          <ac:chgData name="Embedded Development" userId="97690703-89ef-4183-8a66-0c81b6c8ace9" providerId="ADAL" clId="{65595279-B11A-44E5-9023-6BC560F7656F}" dt="2024-02-08T09:51:37.702" v="4182" actId="478"/>
          <ac:spMkLst>
            <pc:docMk/>
            <pc:sldMk cId="181310961" sldId="278"/>
            <ac:spMk id="2" creationId="{6CF07173-7D25-D4A7-E7C2-D9350B709B7B}"/>
          </ac:spMkLst>
        </pc:spChg>
        <pc:spChg chg="del">
          <ac:chgData name="Embedded Development" userId="97690703-89ef-4183-8a66-0c81b6c8ace9" providerId="ADAL" clId="{65595279-B11A-44E5-9023-6BC560F7656F}" dt="2024-02-08T09:51:40.188" v="4183" actId="478"/>
          <ac:spMkLst>
            <pc:docMk/>
            <pc:sldMk cId="181310961" sldId="278"/>
            <ac:spMk id="3" creationId="{001B270E-9C45-4365-1962-7C29C44EE782}"/>
          </ac:spMkLst>
        </pc:spChg>
        <pc:spChg chg="add mod">
          <ac:chgData name="Embedded Development" userId="97690703-89ef-4183-8a66-0c81b6c8ace9" providerId="ADAL" clId="{65595279-B11A-44E5-9023-6BC560F7656F}" dt="2024-02-08T09:53:03.889" v="4238" actId="1076"/>
          <ac:spMkLst>
            <pc:docMk/>
            <pc:sldMk cId="181310961" sldId="278"/>
            <ac:spMk id="4" creationId="{30EB5D64-538A-187F-FC23-F14348807BED}"/>
          </ac:spMkLst>
        </pc:spChg>
        <pc:spChg chg="add mod">
          <ac:chgData name="Embedded Development" userId="97690703-89ef-4183-8a66-0c81b6c8ace9" providerId="ADAL" clId="{65595279-B11A-44E5-9023-6BC560F7656F}" dt="2024-02-08T09:53:03.889" v="4238" actId="1076"/>
          <ac:spMkLst>
            <pc:docMk/>
            <pc:sldMk cId="181310961" sldId="278"/>
            <ac:spMk id="8" creationId="{A6136348-1D78-1739-9EB2-A3D1B8769BBD}"/>
          </ac:spMkLst>
        </pc:spChg>
        <pc:spChg chg="add mod">
          <ac:chgData name="Embedded Development" userId="97690703-89ef-4183-8a66-0c81b6c8ace9" providerId="ADAL" clId="{65595279-B11A-44E5-9023-6BC560F7656F}" dt="2024-02-08T09:53:03.889" v="4238" actId="1076"/>
          <ac:spMkLst>
            <pc:docMk/>
            <pc:sldMk cId="181310961" sldId="278"/>
            <ac:spMk id="9" creationId="{075EFA43-1A40-AD58-BEC8-86AD6F2F35C3}"/>
          </ac:spMkLst>
        </pc:spChg>
        <pc:spChg chg="add mod">
          <ac:chgData name="Embedded Development" userId="97690703-89ef-4183-8a66-0c81b6c8ace9" providerId="ADAL" clId="{65595279-B11A-44E5-9023-6BC560F7656F}" dt="2024-02-08T09:53:03.889" v="4238" actId="1076"/>
          <ac:spMkLst>
            <pc:docMk/>
            <pc:sldMk cId="181310961" sldId="278"/>
            <ac:spMk id="11" creationId="{7167121F-A7EA-3847-E343-4551050032CA}"/>
          </ac:spMkLst>
        </pc:spChg>
        <pc:spChg chg="add mod">
          <ac:chgData name="Embedded Development" userId="97690703-89ef-4183-8a66-0c81b6c8ace9" providerId="ADAL" clId="{65595279-B11A-44E5-9023-6BC560F7656F}" dt="2024-02-08T09:53:03.889" v="4238" actId="1076"/>
          <ac:spMkLst>
            <pc:docMk/>
            <pc:sldMk cId="181310961" sldId="278"/>
            <ac:spMk id="13" creationId="{48ABE79E-3C5C-2B75-BAFB-B25CC3C1A94E}"/>
          </ac:spMkLst>
        </pc:spChg>
        <pc:spChg chg="add mod">
          <ac:chgData name="Embedded Development" userId="97690703-89ef-4183-8a66-0c81b6c8ace9" providerId="ADAL" clId="{65595279-B11A-44E5-9023-6BC560F7656F}" dt="2024-02-08T09:53:03.889" v="4238" actId="1076"/>
          <ac:spMkLst>
            <pc:docMk/>
            <pc:sldMk cId="181310961" sldId="278"/>
            <ac:spMk id="14" creationId="{5A14F15A-65D2-0B17-EF13-6E4999F30374}"/>
          </ac:spMkLst>
        </pc:spChg>
        <pc:spChg chg="add mod">
          <ac:chgData name="Embedded Development" userId="97690703-89ef-4183-8a66-0c81b6c8ace9" providerId="ADAL" clId="{65595279-B11A-44E5-9023-6BC560F7656F}" dt="2024-02-08T09:55:11.860" v="4418" actId="20577"/>
          <ac:spMkLst>
            <pc:docMk/>
            <pc:sldMk cId="181310961" sldId="278"/>
            <ac:spMk id="16" creationId="{7EFA734F-5699-4B24-A410-9FA41845AA82}"/>
          </ac:spMkLst>
        </pc:spChg>
        <pc:spChg chg="add mod">
          <ac:chgData name="Embedded Development" userId="97690703-89ef-4183-8a66-0c81b6c8ace9" providerId="ADAL" clId="{65595279-B11A-44E5-9023-6BC560F7656F}" dt="2024-02-08T09:56:15.881" v="4553" actId="1076"/>
          <ac:spMkLst>
            <pc:docMk/>
            <pc:sldMk cId="181310961" sldId="278"/>
            <ac:spMk id="18" creationId="{9C132492-9900-8181-1E83-074ED1D072CB}"/>
          </ac:spMkLst>
        </pc:spChg>
        <pc:spChg chg="add mod">
          <ac:chgData name="Embedded Development" userId="97690703-89ef-4183-8a66-0c81b6c8ace9" providerId="ADAL" clId="{65595279-B11A-44E5-9023-6BC560F7656F}" dt="2024-02-08T09:57:09.096" v="4667" actId="20577"/>
          <ac:spMkLst>
            <pc:docMk/>
            <pc:sldMk cId="181310961" sldId="278"/>
            <ac:spMk id="20" creationId="{4FA23EEF-0F71-3155-27DA-3D9948BD046A}"/>
          </ac:spMkLst>
        </pc:spChg>
        <pc:spChg chg="add mod">
          <ac:chgData name="Embedded Development" userId="97690703-89ef-4183-8a66-0c81b6c8ace9" providerId="ADAL" clId="{65595279-B11A-44E5-9023-6BC560F7656F}" dt="2024-02-09T05:18:20.091" v="11140" actId="20577"/>
          <ac:spMkLst>
            <pc:docMk/>
            <pc:sldMk cId="181310961" sldId="278"/>
            <ac:spMk id="21" creationId="{5322282F-2FEE-4899-E15F-1616F4D991F4}"/>
          </ac:spMkLst>
        </pc:spChg>
        <pc:spChg chg="add mod">
          <ac:chgData name="Embedded Development" userId="97690703-89ef-4183-8a66-0c81b6c8ace9" providerId="ADAL" clId="{65595279-B11A-44E5-9023-6BC560F7656F}" dt="2024-02-08T09:56:44.911" v="4654" actId="20577"/>
          <ac:spMkLst>
            <pc:docMk/>
            <pc:sldMk cId="181310961" sldId="278"/>
            <ac:spMk id="22" creationId="{DF0EDF7F-54F0-F5FE-86EC-1213B93A1AA8}"/>
          </ac:spMkLst>
        </pc:spChg>
        <pc:graphicFrameChg chg="add mod modGraphic">
          <ac:chgData name="Embedded Development" userId="97690703-89ef-4183-8a66-0c81b6c8ace9" providerId="ADAL" clId="{65595279-B11A-44E5-9023-6BC560F7656F}" dt="2024-02-08T11:05:17.914" v="9109" actId="2165"/>
          <ac:graphicFrameMkLst>
            <pc:docMk/>
            <pc:sldMk cId="181310961" sldId="278"/>
            <ac:graphicFrameMk id="19" creationId="{E4FFD3C2-7C5B-40C4-F443-64DD9437A3DB}"/>
          </ac:graphicFrameMkLst>
        </pc:graphicFrameChg>
        <pc:cxnChg chg="add mod">
          <ac:chgData name="Embedded Development" userId="97690703-89ef-4183-8a66-0c81b6c8ace9" providerId="ADAL" clId="{65595279-B11A-44E5-9023-6BC560F7656F}" dt="2024-02-08T10:41:03.707" v="8036" actId="1582"/>
          <ac:cxnSpMkLst>
            <pc:docMk/>
            <pc:sldMk cId="181310961" sldId="278"/>
            <ac:cxnSpMk id="5" creationId="{9A819AD4-29B1-8962-8C6A-F73094862AF0}"/>
          </ac:cxnSpMkLst>
        </pc:cxnChg>
        <pc:cxnChg chg="add mod">
          <ac:chgData name="Embedded Development" userId="97690703-89ef-4183-8a66-0c81b6c8ace9" providerId="ADAL" clId="{65595279-B11A-44E5-9023-6BC560F7656F}" dt="2024-02-08T10:41:03.707" v="8036" actId="1582"/>
          <ac:cxnSpMkLst>
            <pc:docMk/>
            <pc:sldMk cId="181310961" sldId="278"/>
            <ac:cxnSpMk id="6" creationId="{144749F6-34AE-544B-A7EB-E334300F8AE9}"/>
          </ac:cxnSpMkLst>
        </pc:cxnChg>
        <pc:cxnChg chg="add mod">
          <ac:chgData name="Embedded Development" userId="97690703-89ef-4183-8a66-0c81b6c8ace9" providerId="ADAL" clId="{65595279-B11A-44E5-9023-6BC560F7656F}" dt="2024-02-08T10:41:03.707" v="8036" actId="1582"/>
          <ac:cxnSpMkLst>
            <pc:docMk/>
            <pc:sldMk cId="181310961" sldId="278"/>
            <ac:cxnSpMk id="7" creationId="{28367224-DC54-5DCA-E0E4-0F1E570EBDCE}"/>
          </ac:cxnSpMkLst>
        </pc:cxnChg>
        <pc:cxnChg chg="add mod">
          <ac:chgData name="Embedded Development" userId="97690703-89ef-4183-8a66-0c81b6c8ace9" providerId="ADAL" clId="{65595279-B11A-44E5-9023-6BC560F7656F}" dt="2024-02-08T10:41:03.707" v="8036" actId="1582"/>
          <ac:cxnSpMkLst>
            <pc:docMk/>
            <pc:sldMk cId="181310961" sldId="278"/>
            <ac:cxnSpMk id="10" creationId="{FC68CDC9-DD90-1368-C488-04EB71A7FCE5}"/>
          </ac:cxnSpMkLst>
        </pc:cxnChg>
        <pc:cxnChg chg="add mod">
          <ac:chgData name="Embedded Development" userId="97690703-89ef-4183-8a66-0c81b6c8ace9" providerId="ADAL" clId="{65595279-B11A-44E5-9023-6BC560F7656F}" dt="2024-02-08T10:41:03.707" v="8036" actId="1582"/>
          <ac:cxnSpMkLst>
            <pc:docMk/>
            <pc:sldMk cId="181310961" sldId="278"/>
            <ac:cxnSpMk id="12" creationId="{CCD21C21-798C-1D0A-703D-F570854C6E5E}"/>
          </ac:cxnSpMkLst>
        </pc:cxnChg>
        <pc:cxnChg chg="add mod">
          <ac:chgData name="Embedded Development" userId="97690703-89ef-4183-8a66-0c81b6c8ace9" providerId="ADAL" clId="{65595279-B11A-44E5-9023-6BC560F7656F}" dt="2024-02-08T10:41:03.707" v="8036" actId="1582"/>
          <ac:cxnSpMkLst>
            <pc:docMk/>
            <pc:sldMk cId="181310961" sldId="278"/>
            <ac:cxnSpMk id="15" creationId="{CA7E2B34-4257-BA2F-A1DB-E14E9E809900}"/>
          </ac:cxnSpMkLst>
        </pc:cxnChg>
        <pc:cxnChg chg="add mod">
          <ac:chgData name="Embedded Development" userId="97690703-89ef-4183-8a66-0c81b6c8ace9" providerId="ADAL" clId="{65595279-B11A-44E5-9023-6BC560F7656F}" dt="2024-02-08T10:41:03.707" v="8036" actId="1582"/>
          <ac:cxnSpMkLst>
            <pc:docMk/>
            <pc:sldMk cId="181310961" sldId="278"/>
            <ac:cxnSpMk id="17" creationId="{07441882-80A7-80B6-2373-252E81E0C10A}"/>
          </ac:cxnSpMkLst>
        </pc:cxnChg>
      </pc:sldChg>
      <pc:sldChg chg="addSp delSp modSp new mod ord">
        <pc:chgData name="Embedded Development" userId="97690703-89ef-4183-8a66-0c81b6c8ace9" providerId="ADAL" clId="{65595279-B11A-44E5-9023-6BC560F7656F}" dt="2024-02-09T05:14:46.353" v="10863" actId="478"/>
        <pc:sldMkLst>
          <pc:docMk/>
          <pc:sldMk cId="1588761885" sldId="279"/>
        </pc:sldMkLst>
        <pc:spChg chg="del">
          <ac:chgData name="Embedded Development" userId="97690703-89ef-4183-8a66-0c81b6c8ace9" providerId="ADAL" clId="{65595279-B11A-44E5-9023-6BC560F7656F}" dt="2024-02-08T10:00:06.748" v="4700" actId="478"/>
          <ac:spMkLst>
            <pc:docMk/>
            <pc:sldMk cId="1588761885" sldId="279"/>
            <ac:spMk id="2" creationId="{093F3BB0-8AFE-1582-B726-244A16768835}"/>
          </ac:spMkLst>
        </pc:spChg>
        <pc:spChg chg="del">
          <ac:chgData name="Embedded Development" userId="97690703-89ef-4183-8a66-0c81b6c8ace9" providerId="ADAL" clId="{65595279-B11A-44E5-9023-6BC560F7656F}" dt="2024-02-08T10:00:08.624" v="4701" actId="478"/>
          <ac:spMkLst>
            <pc:docMk/>
            <pc:sldMk cId="1588761885" sldId="279"/>
            <ac:spMk id="3" creationId="{940540C0-FF2B-6A71-8DF7-9FD493E7F990}"/>
          </ac:spMkLst>
        </pc:spChg>
        <pc:spChg chg="add del">
          <ac:chgData name="Embedded Development" userId="97690703-89ef-4183-8a66-0c81b6c8ace9" providerId="ADAL" clId="{65595279-B11A-44E5-9023-6BC560F7656F}" dt="2024-02-08T10:00:19.303" v="4703" actId="478"/>
          <ac:spMkLst>
            <pc:docMk/>
            <pc:sldMk cId="1588761885" sldId="279"/>
            <ac:spMk id="4" creationId="{456317F5-A249-0CF9-490C-D1B0C15C9C60}"/>
          </ac:spMkLst>
        </pc:spChg>
        <pc:spChg chg="add mod">
          <ac:chgData name="Embedded Development" userId="97690703-89ef-4183-8a66-0c81b6c8ace9" providerId="ADAL" clId="{65595279-B11A-44E5-9023-6BC560F7656F}" dt="2024-02-08T10:03:38.061" v="4750" actId="164"/>
          <ac:spMkLst>
            <pc:docMk/>
            <pc:sldMk cId="1588761885" sldId="279"/>
            <ac:spMk id="5" creationId="{C599656C-6E93-8FFE-D590-D85EF26E84B1}"/>
          </ac:spMkLst>
        </pc:spChg>
        <pc:spChg chg="add mod">
          <ac:chgData name="Embedded Development" userId="97690703-89ef-4183-8a66-0c81b6c8ace9" providerId="ADAL" clId="{65595279-B11A-44E5-9023-6BC560F7656F}" dt="2024-02-08T11:29:23.290" v="10612" actId="14100"/>
          <ac:spMkLst>
            <pc:docMk/>
            <pc:sldMk cId="1588761885" sldId="279"/>
            <ac:spMk id="6" creationId="{E38CD557-010D-AC24-BB17-DBA9B25FAF4E}"/>
          </ac:spMkLst>
        </pc:spChg>
        <pc:spChg chg="add mod">
          <ac:chgData name="Embedded Development" userId="97690703-89ef-4183-8a66-0c81b6c8ace9" providerId="ADAL" clId="{65595279-B11A-44E5-9023-6BC560F7656F}" dt="2024-02-08T10:09:31.850" v="5162" actId="164"/>
          <ac:spMkLst>
            <pc:docMk/>
            <pc:sldMk cId="1588761885" sldId="279"/>
            <ac:spMk id="14" creationId="{76FF8BAC-3B36-DC0C-B2FA-A3046B7BFB20}"/>
          </ac:spMkLst>
        </pc:spChg>
        <pc:spChg chg="add mod">
          <ac:chgData name="Embedded Development" userId="97690703-89ef-4183-8a66-0c81b6c8ace9" providerId="ADAL" clId="{65595279-B11A-44E5-9023-6BC560F7656F}" dt="2024-02-08T10:09:31.850" v="5162" actId="164"/>
          <ac:spMkLst>
            <pc:docMk/>
            <pc:sldMk cId="1588761885" sldId="279"/>
            <ac:spMk id="15" creationId="{94C9B0BC-07F4-B689-D1B8-F5D9D99B5364}"/>
          </ac:spMkLst>
        </pc:spChg>
        <pc:spChg chg="add mod">
          <ac:chgData name="Embedded Development" userId="97690703-89ef-4183-8a66-0c81b6c8ace9" providerId="ADAL" clId="{65595279-B11A-44E5-9023-6BC560F7656F}" dt="2024-02-08T10:09:31.850" v="5162" actId="164"/>
          <ac:spMkLst>
            <pc:docMk/>
            <pc:sldMk cId="1588761885" sldId="279"/>
            <ac:spMk id="16" creationId="{B8E08160-7E14-E28B-DD12-263476514E39}"/>
          </ac:spMkLst>
        </pc:spChg>
        <pc:spChg chg="add mod">
          <ac:chgData name="Embedded Development" userId="97690703-89ef-4183-8a66-0c81b6c8ace9" providerId="ADAL" clId="{65595279-B11A-44E5-9023-6BC560F7656F}" dt="2024-02-08T11:29:58.358" v="10615" actId="1076"/>
          <ac:spMkLst>
            <pc:docMk/>
            <pc:sldMk cId="1588761885" sldId="279"/>
            <ac:spMk id="17" creationId="{EFA1CF0A-A58C-DDBB-359C-94C417F4879B}"/>
          </ac:spMkLst>
        </pc:spChg>
        <pc:spChg chg="add mod">
          <ac:chgData name="Embedded Development" userId="97690703-89ef-4183-8a66-0c81b6c8ace9" providerId="ADAL" clId="{65595279-B11A-44E5-9023-6BC560F7656F}" dt="2024-02-08T11:29:58.358" v="10615" actId="1076"/>
          <ac:spMkLst>
            <pc:docMk/>
            <pc:sldMk cId="1588761885" sldId="279"/>
            <ac:spMk id="18" creationId="{64BBD591-8D1C-3ED0-5B7A-E8791118D5A3}"/>
          </ac:spMkLst>
        </pc:spChg>
        <pc:spChg chg="add del mod">
          <ac:chgData name="Embedded Development" userId="97690703-89ef-4183-8a66-0c81b6c8ace9" providerId="ADAL" clId="{65595279-B11A-44E5-9023-6BC560F7656F}" dt="2024-02-08T10:11:07.477" v="5293" actId="478"/>
          <ac:spMkLst>
            <pc:docMk/>
            <pc:sldMk cId="1588761885" sldId="279"/>
            <ac:spMk id="19" creationId="{5D08E419-C9D1-1234-BFAD-7ED36B99B53D}"/>
          </ac:spMkLst>
        </pc:spChg>
        <pc:spChg chg="add del mod">
          <ac:chgData name="Embedded Development" userId="97690703-89ef-4183-8a66-0c81b6c8ace9" providerId="ADAL" clId="{65595279-B11A-44E5-9023-6BC560F7656F}" dt="2024-02-08T10:12:12.762" v="5364" actId="478"/>
          <ac:spMkLst>
            <pc:docMk/>
            <pc:sldMk cId="1588761885" sldId="279"/>
            <ac:spMk id="20" creationId="{A2C9E1E6-F844-11C7-C754-30A4BAE46923}"/>
          </ac:spMkLst>
        </pc:spChg>
        <pc:spChg chg="add mod">
          <ac:chgData name="Embedded Development" userId="97690703-89ef-4183-8a66-0c81b6c8ace9" providerId="ADAL" clId="{65595279-B11A-44E5-9023-6BC560F7656F}" dt="2024-02-08T11:30:07.940" v="10616" actId="1076"/>
          <ac:spMkLst>
            <pc:docMk/>
            <pc:sldMk cId="1588761885" sldId="279"/>
            <ac:spMk id="24" creationId="{2E63EA01-6A15-55AB-A8DF-843BB26DF2DD}"/>
          </ac:spMkLst>
        </pc:spChg>
        <pc:spChg chg="add mod">
          <ac:chgData name="Embedded Development" userId="97690703-89ef-4183-8a66-0c81b6c8ace9" providerId="ADAL" clId="{65595279-B11A-44E5-9023-6BC560F7656F}" dt="2024-02-08T11:30:07.940" v="10616" actId="1076"/>
          <ac:spMkLst>
            <pc:docMk/>
            <pc:sldMk cId="1588761885" sldId="279"/>
            <ac:spMk id="25" creationId="{753F128F-5D88-A276-C51B-AC5FDF13F950}"/>
          </ac:spMkLst>
        </pc:spChg>
        <pc:spChg chg="add mod">
          <ac:chgData name="Embedded Development" userId="97690703-89ef-4183-8a66-0c81b6c8ace9" providerId="ADAL" clId="{65595279-B11A-44E5-9023-6BC560F7656F}" dt="2024-02-08T11:30:07.940" v="10616" actId="1076"/>
          <ac:spMkLst>
            <pc:docMk/>
            <pc:sldMk cId="1588761885" sldId="279"/>
            <ac:spMk id="26" creationId="{CF469838-27FE-46E4-803B-5E8E70CCAFC7}"/>
          </ac:spMkLst>
        </pc:spChg>
        <pc:spChg chg="add mod">
          <ac:chgData name="Embedded Development" userId="97690703-89ef-4183-8a66-0c81b6c8ace9" providerId="ADAL" clId="{65595279-B11A-44E5-9023-6BC560F7656F}" dt="2024-02-08T11:30:07.940" v="10616" actId="1076"/>
          <ac:spMkLst>
            <pc:docMk/>
            <pc:sldMk cId="1588761885" sldId="279"/>
            <ac:spMk id="33" creationId="{0C0A8FD9-7BD9-5786-FE08-B165987BEC3A}"/>
          </ac:spMkLst>
        </pc:spChg>
        <pc:spChg chg="add mod">
          <ac:chgData name="Embedded Development" userId="97690703-89ef-4183-8a66-0c81b6c8ace9" providerId="ADAL" clId="{65595279-B11A-44E5-9023-6BC560F7656F}" dt="2024-02-08T11:30:07.940" v="10616" actId="1076"/>
          <ac:spMkLst>
            <pc:docMk/>
            <pc:sldMk cId="1588761885" sldId="279"/>
            <ac:spMk id="34" creationId="{C9429148-7CBD-690F-A0AD-D39BE28D446A}"/>
          </ac:spMkLst>
        </pc:spChg>
        <pc:spChg chg="add mod">
          <ac:chgData name="Embedded Development" userId="97690703-89ef-4183-8a66-0c81b6c8ace9" providerId="ADAL" clId="{65595279-B11A-44E5-9023-6BC560F7656F}" dt="2024-02-08T11:30:07.940" v="10616" actId="1076"/>
          <ac:spMkLst>
            <pc:docMk/>
            <pc:sldMk cId="1588761885" sldId="279"/>
            <ac:spMk id="35" creationId="{8EA8476B-1637-15F1-1B1C-8A32864C1273}"/>
          </ac:spMkLst>
        </pc:spChg>
        <pc:spChg chg="add mod">
          <ac:chgData name="Embedded Development" userId="97690703-89ef-4183-8a66-0c81b6c8ace9" providerId="ADAL" clId="{65595279-B11A-44E5-9023-6BC560F7656F}" dt="2024-02-08T11:29:58.358" v="10615" actId="1076"/>
          <ac:spMkLst>
            <pc:docMk/>
            <pc:sldMk cId="1588761885" sldId="279"/>
            <ac:spMk id="36" creationId="{A397189C-E897-F756-78A7-388346F23604}"/>
          </ac:spMkLst>
        </pc:spChg>
        <pc:spChg chg="add mod">
          <ac:chgData name="Embedded Development" userId="97690703-89ef-4183-8a66-0c81b6c8ace9" providerId="ADAL" clId="{65595279-B11A-44E5-9023-6BC560F7656F}" dt="2024-02-08T11:29:58.358" v="10615" actId="1076"/>
          <ac:spMkLst>
            <pc:docMk/>
            <pc:sldMk cId="1588761885" sldId="279"/>
            <ac:spMk id="37" creationId="{FB95C942-F3F5-3326-4EEE-0794EFBED951}"/>
          </ac:spMkLst>
        </pc:spChg>
        <pc:spChg chg="add mod">
          <ac:chgData name="Embedded Development" userId="97690703-89ef-4183-8a66-0c81b6c8ace9" providerId="ADAL" clId="{65595279-B11A-44E5-9023-6BC560F7656F}" dt="2024-02-08T10:22:51.641" v="6290" actId="1076"/>
          <ac:spMkLst>
            <pc:docMk/>
            <pc:sldMk cId="1588761885" sldId="279"/>
            <ac:spMk id="52" creationId="{8D4C316B-AD8A-DE7B-16A6-D0BDCD9730E0}"/>
          </ac:spMkLst>
        </pc:spChg>
        <pc:spChg chg="add mod">
          <ac:chgData name="Embedded Development" userId="97690703-89ef-4183-8a66-0c81b6c8ace9" providerId="ADAL" clId="{65595279-B11A-44E5-9023-6BC560F7656F}" dt="2024-02-08T10:22:51.641" v="6290" actId="1076"/>
          <ac:spMkLst>
            <pc:docMk/>
            <pc:sldMk cId="1588761885" sldId="279"/>
            <ac:spMk id="53" creationId="{D85CE65D-D25C-8A63-11B1-DD92889C0974}"/>
          </ac:spMkLst>
        </pc:spChg>
        <pc:spChg chg="add mod">
          <ac:chgData name="Embedded Development" userId="97690703-89ef-4183-8a66-0c81b6c8ace9" providerId="ADAL" clId="{65595279-B11A-44E5-9023-6BC560F7656F}" dt="2024-02-08T10:22:51.641" v="6290" actId="1076"/>
          <ac:spMkLst>
            <pc:docMk/>
            <pc:sldMk cId="1588761885" sldId="279"/>
            <ac:spMk id="54" creationId="{19FCBC8A-D845-C294-23CE-C3F978FB4DA7}"/>
          </ac:spMkLst>
        </pc:spChg>
        <pc:spChg chg="add mod">
          <ac:chgData name="Embedded Development" userId="97690703-89ef-4183-8a66-0c81b6c8ace9" providerId="ADAL" clId="{65595279-B11A-44E5-9023-6BC560F7656F}" dt="2024-02-08T10:22:51.641" v="6290" actId="1076"/>
          <ac:spMkLst>
            <pc:docMk/>
            <pc:sldMk cId="1588761885" sldId="279"/>
            <ac:spMk id="57" creationId="{191F7EF0-6F16-5429-E01F-E1ECEF7201D4}"/>
          </ac:spMkLst>
        </pc:spChg>
        <pc:spChg chg="add mod">
          <ac:chgData name="Embedded Development" userId="97690703-89ef-4183-8a66-0c81b6c8ace9" providerId="ADAL" clId="{65595279-B11A-44E5-9023-6BC560F7656F}" dt="2024-02-08T10:22:51.641" v="6290" actId="1076"/>
          <ac:spMkLst>
            <pc:docMk/>
            <pc:sldMk cId="1588761885" sldId="279"/>
            <ac:spMk id="58" creationId="{09F1CEE8-ED5D-629F-9DEE-5CFB38EEEA7F}"/>
          </ac:spMkLst>
        </pc:spChg>
        <pc:spChg chg="add mod">
          <ac:chgData name="Embedded Development" userId="97690703-89ef-4183-8a66-0c81b6c8ace9" providerId="ADAL" clId="{65595279-B11A-44E5-9023-6BC560F7656F}" dt="2024-02-08T10:22:51.641" v="6290" actId="1076"/>
          <ac:spMkLst>
            <pc:docMk/>
            <pc:sldMk cId="1588761885" sldId="279"/>
            <ac:spMk id="59" creationId="{2D1BA0ED-A0C4-D117-F6AE-78A14997AB55}"/>
          </ac:spMkLst>
        </pc:spChg>
        <pc:spChg chg="add mod">
          <ac:chgData name="Embedded Development" userId="97690703-89ef-4183-8a66-0c81b6c8ace9" providerId="ADAL" clId="{65595279-B11A-44E5-9023-6BC560F7656F}" dt="2024-02-08T11:29:40.042" v="10614" actId="1076"/>
          <ac:spMkLst>
            <pc:docMk/>
            <pc:sldMk cId="1588761885" sldId="279"/>
            <ac:spMk id="63" creationId="{B78B323F-C240-6A2A-0CDD-B1B8A8BAB12D}"/>
          </ac:spMkLst>
        </pc:spChg>
        <pc:spChg chg="add mod">
          <ac:chgData name="Embedded Development" userId="97690703-89ef-4183-8a66-0c81b6c8ace9" providerId="ADAL" clId="{65595279-B11A-44E5-9023-6BC560F7656F}" dt="2024-02-08T11:29:40.042" v="10614" actId="1076"/>
          <ac:spMkLst>
            <pc:docMk/>
            <pc:sldMk cId="1588761885" sldId="279"/>
            <ac:spMk id="64" creationId="{849F3C70-AD12-9037-E12B-72E683296D3F}"/>
          </ac:spMkLst>
        </pc:spChg>
        <pc:spChg chg="add mod">
          <ac:chgData name="Embedded Development" userId="97690703-89ef-4183-8a66-0c81b6c8ace9" providerId="ADAL" clId="{65595279-B11A-44E5-9023-6BC560F7656F}" dt="2024-02-08T11:29:40.042" v="10614" actId="1076"/>
          <ac:spMkLst>
            <pc:docMk/>
            <pc:sldMk cId="1588761885" sldId="279"/>
            <ac:spMk id="65" creationId="{20881497-32BE-608D-C319-E64AEFBF21C2}"/>
          </ac:spMkLst>
        </pc:spChg>
        <pc:spChg chg="add mod">
          <ac:chgData name="Embedded Development" userId="97690703-89ef-4183-8a66-0c81b6c8ace9" providerId="ADAL" clId="{65595279-B11A-44E5-9023-6BC560F7656F}" dt="2024-02-08T11:29:40.042" v="10614" actId="1076"/>
          <ac:spMkLst>
            <pc:docMk/>
            <pc:sldMk cId="1588761885" sldId="279"/>
            <ac:spMk id="66" creationId="{4DEE4174-6A46-0646-D6BF-9C5F71363BB7}"/>
          </ac:spMkLst>
        </pc:spChg>
        <pc:spChg chg="add mod">
          <ac:chgData name="Embedded Development" userId="97690703-89ef-4183-8a66-0c81b6c8ace9" providerId="ADAL" clId="{65595279-B11A-44E5-9023-6BC560F7656F}" dt="2024-02-08T11:29:18.961" v="10611"/>
          <ac:spMkLst>
            <pc:docMk/>
            <pc:sldMk cId="1588761885" sldId="279"/>
            <ac:spMk id="71" creationId="{4CC387E1-851B-F82C-07E1-FE6814416BA2}"/>
          </ac:spMkLst>
        </pc:spChg>
        <pc:spChg chg="add mod">
          <ac:chgData name="Embedded Development" userId="97690703-89ef-4183-8a66-0c81b6c8ace9" providerId="ADAL" clId="{65595279-B11A-44E5-9023-6BC560F7656F}" dt="2024-02-08T11:31:23.522" v="10729" actId="20577"/>
          <ac:spMkLst>
            <pc:docMk/>
            <pc:sldMk cId="1588761885" sldId="279"/>
            <ac:spMk id="74" creationId="{3C437C14-F2C0-9437-0731-D12F9E4153E6}"/>
          </ac:spMkLst>
        </pc:spChg>
        <pc:spChg chg="add mod">
          <ac:chgData name="Embedded Development" userId="97690703-89ef-4183-8a66-0c81b6c8ace9" providerId="ADAL" clId="{65595279-B11A-44E5-9023-6BC560F7656F}" dt="2024-02-08T11:31:29.350" v="10746" actId="20577"/>
          <ac:spMkLst>
            <pc:docMk/>
            <pc:sldMk cId="1588761885" sldId="279"/>
            <ac:spMk id="75" creationId="{4E806F7C-7E8A-E106-00E5-6EB3A6CEB7E6}"/>
          </ac:spMkLst>
        </pc:spChg>
        <pc:spChg chg="add mod">
          <ac:chgData name="Embedded Development" userId="97690703-89ef-4183-8a66-0c81b6c8ace9" providerId="ADAL" clId="{65595279-B11A-44E5-9023-6BC560F7656F}" dt="2024-02-08T11:31:32.006" v="10750" actId="20577"/>
          <ac:spMkLst>
            <pc:docMk/>
            <pc:sldMk cId="1588761885" sldId="279"/>
            <ac:spMk id="76" creationId="{BA4F9672-F0BB-E128-1EFF-36907A0EBB61}"/>
          </ac:spMkLst>
        </pc:spChg>
        <pc:grpChg chg="add mod">
          <ac:chgData name="Embedded Development" userId="97690703-89ef-4183-8a66-0c81b6c8ace9" providerId="ADAL" clId="{65595279-B11A-44E5-9023-6BC560F7656F}" dt="2024-02-08T10:04:42.467" v="4772" actId="164"/>
          <ac:grpSpMkLst>
            <pc:docMk/>
            <pc:sldMk cId="1588761885" sldId="279"/>
            <ac:grpSpMk id="10" creationId="{BE7A1BC1-0697-C853-CE60-79D4AE00FC0D}"/>
          </ac:grpSpMkLst>
        </pc:grpChg>
        <pc:grpChg chg="add mod">
          <ac:chgData name="Embedded Development" userId="97690703-89ef-4183-8a66-0c81b6c8ace9" providerId="ADAL" clId="{65595279-B11A-44E5-9023-6BC560F7656F}" dt="2024-02-08T10:09:31.850" v="5162" actId="164"/>
          <ac:grpSpMkLst>
            <pc:docMk/>
            <pc:sldMk cId="1588761885" sldId="279"/>
            <ac:grpSpMk id="13" creationId="{99D977F7-09FD-7BD3-ADB5-31B59FA26215}"/>
          </ac:grpSpMkLst>
        </pc:grpChg>
        <pc:grpChg chg="add mod">
          <ac:chgData name="Embedded Development" userId="97690703-89ef-4183-8a66-0c81b6c8ace9" providerId="ADAL" clId="{65595279-B11A-44E5-9023-6BC560F7656F}" dt="2024-02-08T10:25:51.603" v="6851" actId="1038"/>
          <ac:grpSpMkLst>
            <pc:docMk/>
            <pc:sldMk cId="1588761885" sldId="279"/>
            <ac:grpSpMk id="21" creationId="{119A1EE9-3777-2E64-17B5-A68969FD7E5C}"/>
          </ac:grpSpMkLst>
        </pc:grpChg>
        <pc:graphicFrameChg chg="add del modGraphic">
          <ac:chgData name="Embedded Development" userId="97690703-89ef-4183-8a66-0c81b6c8ace9" providerId="ADAL" clId="{65595279-B11A-44E5-9023-6BC560F7656F}" dt="2024-02-09T05:14:46.353" v="10863" actId="478"/>
          <ac:graphicFrameMkLst>
            <pc:docMk/>
            <pc:sldMk cId="1588761885" sldId="279"/>
            <ac:graphicFrameMk id="3" creationId="{96CCAF2A-321E-6DCE-E838-C09CC1470EEA}"/>
          </ac:graphicFrameMkLst>
        </pc:graphicFrameChg>
        <pc:cxnChg chg="add mod">
          <ac:chgData name="Embedded Development" userId="97690703-89ef-4183-8a66-0c81b6c8ace9" providerId="ADAL" clId="{65595279-B11A-44E5-9023-6BC560F7656F}" dt="2024-02-08T10:03:38.061" v="4750" actId="164"/>
          <ac:cxnSpMkLst>
            <pc:docMk/>
            <pc:sldMk cId="1588761885" sldId="279"/>
            <ac:cxnSpMk id="8" creationId="{C729D845-DD7C-5A58-35FA-AEE1A21E5DC8}"/>
          </ac:cxnSpMkLst>
        </pc:cxnChg>
        <pc:cxnChg chg="add mod">
          <ac:chgData name="Embedded Development" userId="97690703-89ef-4183-8a66-0c81b6c8ace9" providerId="ADAL" clId="{65595279-B11A-44E5-9023-6BC560F7656F}" dt="2024-02-08T10:03:38.061" v="4750" actId="164"/>
          <ac:cxnSpMkLst>
            <pc:docMk/>
            <pc:sldMk cId="1588761885" sldId="279"/>
            <ac:cxnSpMk id="9" creationId="{A7667F82-714E-FA94-1448-30D51AE5674E}"/>
          </ac:cxnSpMkLst>
        </pc:cxnChg>
        <pc:cxnChg chg="add mod">
          <ac:chgData name="Embedded Development" userId="97690703-89ef-4183-8a66-0c81b6c8ace9" providerId="ADAL" clId="{65595279-B11A-44E5-9023-6BC560F7656F}" dt="2024-02-08T10:04:42.467" v="4772" actId="164"/>
          <ac:cxnSpMkLst>
            <pc:docMk/>
            <pc:sldMk cId="1588761885" sldId="279"/>
            <ac:cxnSpMk id="12" creationId="{BF89D8F8-16E0-9E3B-86EE-5C22BAC629CA}"/>
          </ac:cxnSpMkLst>
        </pc:cxnChg>
        <pc:cxnChg chg="add mod">
          <ac:chgData name="Embedded Development" userId="97690703-89ef-4183-8a66-0c81b6c8ace9" providerId="ADAL" clId="{65595279-B11A-44E5-9023-6BC560F7656F}" dt="2024-02-08T11:29:58.358" v="10615" actId="1076"/>
          <ac:cxnSpMkLst>
            <pc:docMk/>
            <pc:sldMk cId="1588761885" sldId="279"/>
            <ac:cxnSpMk id="23" creationId="{91359119-3F9D-1888-B92E-84137A9821DF}"/>
          </ac:cxnSpMkLst>
        </pc:cxnChg>
        <pc:cxnChg chg="add mod">
          <ac:chgData name="Embedded Development" userId="97690703-89ef-4183-8a66-0c81b6c8ace9" providerId="ADAL" clId="{65595279-B11A-44E5-9023-6BC560F7656F}" dt="2024-02-08T11:30:07.940" v="10616" actId="1076"/>
          <ac:cxnSpMkLst>
            <pc:docMk/>
            <pc:sldMk cId="1588761885" sldId="279"/>
            <ac:cxnSpMk id="27" creationId="{2E933225-154F-5BBE-1D6E-9708577477C5}"/>
          </ac:cxnSpMkLst>
        </pc:cxnChg>
        <pc:cxnChg chg="add mod">
          <ac:chgData name="Embedded Development" userId="97690703-89ef-4183-8a66-0c81b6c8ace9" providerId="ADAL" clId="{65595279-B11A-44E5-9023-6BC560F7656F}" dt="2024-02-08T11:30:07.940" v="10616" actId="1076"/>
          <ac:cxnSpMkLst>
            <pc:docMk/>
            <pc:sldMk cId="1588761885" sldId="279"/>
            <ac:cxnSpMk id="30" creationId="{CC5351A6-C716-E2EF-932B-14F54E04AEB6}"/>
          </ac:cxnSpMkLst>
        </pc:cxnChg>
        <pc:cxnChg chg="add mod">
          <ac:chgData name="Embedded Development" userId="97690703-89ef-4183-8a66-0c81b6c8ace9" providerId="ADAL" clId="{65595279-B11A-44E5-9023-6BC560F7656F}" dt="2024-02-08T11:29:58.358" v="10615" actId="1076"/>
          <ac:cxnSpMkLst>
            <pc:docMk/>
            <pc:sldMk cId="1588761885" sldId="279"/>
            <ac:cxnSpMk id="38" creationId="{240E091F-B73F-BE57-F569-BFF92A7EEE0B}"/>
          </ac:cxnSpMkLst>
        </pc:cxnChg>
        <pc:cxnChg chg="add mod">
          <ac:chgData name="Embedded Development" userId="97690703-89ef-4183-8a66-0c81b6c8ace9" providerId="ADAL" clId="{65595279-B11A-44E5-9023-6BC560F7656F}" dt="2024-02-08T11:30:07.940" v="10616" actId="1076"/>
          <ac:cxnSpMkLst>
            <pc:docMk/>
            <pc:sldMk cId="1588761885" sldId="279"/>
            <ac:cxnSpMk id="42" creationId="{60BA3B90-DB41-E04E-42F6-861C443741AA}"/>
          </ac:cxnSpMkLst>
        </pc:cxnChg>
        <pc:cxnChg chg="add mod">
          <ac:chgData name="Embedded Development" userId="97690703-89ef-4183-8a66-0c81b6c8ace9" providerId="ADAL" clId="{65595279-B11A-44E5-9023-6BC560F7656F}" dt="2024-02-08T11:30:07.940" v="10616" actId="1076"/>
          <ac:cxnSpMkLst>
            <pc:docMk/>
            <pc:sldMk cId="1588761885" sldId="279"/>
            <ac:cxnSpMk id="43" creationId="{B16AAB4B-0A09-2FB4-50FA-B758DDFEFA66}"/>
          </ac:cxnSpMkLst>
        </pc:cxnChg>
        <pc:cxnChg chg="add mod">
          <ac:chgData name="Embedded Development" userId="97690703-89ef-4183-8a66-0c81b6c8ace9" providerId="ADAL" clId="{65595279-B11A-44E5-9023-6BC560F7656F}" dt="2024-02-08T11:29:58.358" v="10615" actId="1076"/>
          <ac:cxnSpMkLst>
            <pc:docMk/>
            <pc:sldMk cId="1588761885" sldId="279"/>
            <ac:cxnSpMk id="49" creationId="{849572BC-646D-C086-A1C0-2E5C4F0E7BB9}"/>
          </ac:cxnSpMkLst>
        </pc:cxnChg>
        <pc:cxnChg chg="add mod">
          <ac:chgData name="Embedded Development" userId="97690703-89ef-4183-8a66-0c81b6c8ace9" providerId="ADAL" clId="{65595279-B11A-44E5-9023-6BC560F7656F}" dt="2024-02-08T11:30:07.940" v="10616" actId="1076"/>
          <ac:cxnSpMkLst>
            <pc:docMk/>
            <pc:sldMk cId="1588761885" sldId="279"/>
            <ac:cxnSpMk id="51" creationId="{8D9FE447-F7ED-54A8-4783-45524C24A3FD}"/>
          </ac:cxnSpMkLst>
        </pc:cxnChg>
        <pc:cxnChg chg="add mod">
          <ac:chgData name="Embedded Development" userId="97690703-89ef-4183-8a66-0c81b6c8ace9" providerId="ADAL" clId="{65595279-B11A-44E5-9023-6BC560F7656F}" dt="2024-02-08T10:22:51.641" v="6290" actId="1076"/>
          <ac:cxnSpMkLst>
            <pc:docMk/>
            <pc:sldMk cId="1588761885" sldId="279"/>
            <ac:cxnSpMk id="55" creationId="{782AFBF1-4946-6C90-060D-5C95C01C5196}"/>
          </ac:cxnSpMkLst>
        </pc:cxnChg>
        <pc:cxnChg chg="add mod">
          <ac:chgData name="Embedded Development" userId="97690703-89ef-4183-8a66-0c81b6c8ace9" providerId="ADAL" clId="{65595279-B11A-44E5-9023-6BC560F7656F}" dt="2024-02-08T10:22:51.641" v="6290" actId="1076"/>
          <ac:cxnSpMkLst>
            <pc:docMk/>
            <pc:sldMk cId="1588761885" sldId="279"/>
            <ac:cxnSpMk id="56" creationId="{48FE551D-5308-4B25-C1CB-9147A91C3280}"/>
          </ac:cxnSpMkLst>
        </pc:cxnChg>
        <pc:cxnChg chg="add mod">
          <ac:chgData name="Embedded Development" userId="97690703-89ef-4183-8a66-0c81b6c8ace9" providerId="ADAL" clId="{65595279-B11A-44E5-9023-6BC560F7656F}" dt="2024-02-08T10:22:51.641" v="6290" actId="1076"/>
          <ac:cxnSpMkLst>
            <pc:docMk/>
            <pc:sldMk cId="1588761885" sldId="279"/>
            <ac:cxnSpMk id="60" creationId="{E8ABE322-E068-2550-A665-D4816D91A2AA}"/>
          </ac:cxnSpMkLst>
        </pc:cxnChg>
        <pc:cxnChg chg="add mod">
          <ac:chgData name="Embedded Development" userId="97690703-89ef-4183-8a66-0c81b6c8ace9" providerId="ADAL" clId="{65595279-B11A-44E5-9023-6BC560F7656F}" dt="2024-02-08T10:22:51.641" v="6290" actId="1076"/>
          <ac:cxnSpMkLst>
            <pc:docMk/>
            <pc:sldMk cId="1588761885" sldId="279"/>
            <ac:cxnSpMk id="61" creationId="{91DCCB3E-4500-27AF-CA6A-7F256D8CD93F}"/>
          </ac:cxnSpMkLst>
        </pc:cxnChg>
        <pc:cxnChg chg="add mod">
          <ac:chgData name="Embedded Development" userId="97690703-89ef-4183-8a66-0c81b6c8ace9" providerId="ADAL" clId="{65595279-B11A-44E5-9023-6BC560F7656F}" dt="2024-02-08T10:22:51.641" v="6290" actId="1076"/>
          <ac:cxnSpMkLst>
            <pc:docMk/>
            <pc:sldMk cId="1588761885" sldId="279"/>
            <ac:cxnSpMk id="62" creationId="{27CF1258-B192-9B06-3A51-71FB7DD28083}"/>
          </ac:cxnSpMkLst>
        </pc:cxnChg>
        <pc:cxnChg chg="add mod">
          <ac:chgData name="Embedded Development" userId="97690703-89ef-4183-8a66-0c81b6c8ace9" providerId="ADAL" clId="{65595279-B11A-44E5-9023-6BC560F7656F}" dt="2024-02-08T11:29:40.042" v="10614" actId="1076"/>
          <ac:cxnSpMkLst>
            <pc:docMk/>
            <pc:sldMk cId="1588761885" sldId="279"/>
            <ac:cxnSpMk id="67" creationId="{689BF092-3A54-9257-C80C-F6FA22CCEF83}"/>
          </ac:cxnSpMkLst>
        </pc:cxnChg>
        <pc:cxnChg chg="add mod">
          <ac:chgData name="Embedded Development" userId="97690703-89ef-4183-8a66-0c81b6c8ace9" providerId="ADAL" clId="{65595279-B11A-44E5-9023-6BC560F7656F}" dt="2024-02-08T11:29:40.042" v="10614" actId="1076"/>
          <ac:cxnSpMkLst>
            <pc:docMk/>
            <pc:sldMk cId="1588761885" sldId="279"/>
            <ac:cxnSpMk id="68" creationId="{E8A79E0E-EAFE-360C-CAC2-7F09CE576C11}"/>
          </ac:cxnSpMkLst>
        </pc:cxnChg>
        <pc:cxnChg chg="add mod">
          <ac:chgData name="Embedded Development" userId="97690703-89ef-4183-8a66-0c81b6c8ace9" providerId="ADAL" clId="{65595279-B11A-44E5-9023-6BC560F7656F}" dt="2024-02-08T11:29:40.042" v="10614" actId="1076"/>
          <ac:cxnSpMkLst>
            <pc:docMk/>
            <pc:sldMk cId="1588761885" sldId="279"/>
            <ac:cxnSpMk id="70" creationId="{755BDE14-8612-48EE-4DBE-7862997B6018}"/>
          </ac:cxnSpMkLst>
        </pc:cxnChg>
        <pc:cxnChg chg="add mod">
          <ac:chgData name="Embedded Development" userId="97690703-89ef-4183-8a66-0c81b6c8ace9" providerId="ADAL" clId="{65595279-B11A-44E5-9023-6BC560F7656F}" dt="2024-02-08T11:29:27.541" v="10613"/>
          <ac:cxnSpMkLst>
            <pc:docMk/>
            <pc:sldMk cId="1588761885" sldId="279"/>
            <ac:cxnSpMk id="72" creationId="{80494513-DDC9-3382-00AF-9A41E362171E}"/>
          </ac:cxnSpMkLst>
        </pc:cxnChg>
        <pc:cxnChg chg="add mod">
          <ac:chgData name="Embedded Development" userId="97690703-89ef-4183-8a66-0c81b6c8ace9" providerId="ADAL" clId="{65595279-B11A-44E5-9023-6BC560F7656F}" dt="2024-02-08T11:29:27.541" v="10613"/>
          <ac:cxnSpMkLst>
            <pc:docMk/>
            <pc:sldMk cId="1588761885" sldId="279"/>
            <ac:cxnSpMk id="73" creationId="{813C4AD7-BCA5-91FF-57BA-AC89500156F5}"/>
          </ac:cxnSpMkLst>
        </pc:cxnChg>
      </pc:sldChg>
      <pc:sldChg chg="addSp delSp modSp add mod">
        <pc:chgData name="Embedded Development" userId="97690703-89ef-4183-8a66-0c81b6c8ace9" providerId="ADAL" clId="{65595279-B11A-44E5-9023-6BC560F7656F}" dt="2024-02-09T05:11:59.321" v="10767" actId="20577"/>
        <pc:sldMkLst>
          <pc:docMk/>
          <pc:sldMk cId="1656820590" sldId="280"/>
        </pc:sldMkLst>
        <pc:spChg chg="add mod">
          <ac:chgData name="Embedded Development" userId="97690703-89ef-4183-8a66-0c81b6c8ace9" providerId="ADAL" clId="{65595279-B11A-44E5-9023-6BC560F7656F}" dt="2024-02-08T11:28:20.093" v="10599" actId="1076"/>
          <ac:spMkLst>
            <pc:docMk/>
            <pc:sldMk cId="1656820590" sldId="280"/>
            <ac:spMk id="2" creationId="{61A667B9-2A59-01D8-359B-167453FD38C0}"/>
          </ac:spMkLst>
        </pc:spChg>
        <pc:spChg chg="add mod">
          <ac:chgData name="Embedded Development" userId="97690703-89ef-4183-8a66-0c81b6c8ace9" providerId="ADAL" clId="{65595279-B11A-44E5-9023-6BC560F7656F}" dt="2024-02-08T11:28:20.093" v="10599" actId="1076"/>
          <ac:spMkLst>
            <pc:docMk/>
            <pc:sldMk cId="1656820590" sldId="280"/>
            <ac:spMk id="3" creationId="{3D8ED9A8-A617-F747-6A77-685DCDEE69B5}"/>
          </ac:spMkLst>
        </pc:spChg>
        <pc:spChg chg="add mod">
          <ac:chgData name="Embedded Development" userId="97690703-89ef-4183-8a66-0c81b6c8ace9" providerId="ADAL" clId="{65595279-B11A-44E5-9023-6BC560F7656F}" dt="2024-02-08T11:28:20.093" v="10599" actId="1076"/>
          <ac:spMkLst>
            <pc:docMk/>
            <pc:sldMk cId="1656820590" sldId="280"/>
            <ac:spMk id="7" creationId="{1B9E2CA3-B910-0DB6-303D-4DA1EB8580A6}"/>
          </ac:spMkLst>
        </pc:spChg>
        <pc:spChg chg="del">
          <ac:chgData name="Embedded Development" userId="97690703-89ef-4183-8a66-0c81b6c8ace9" providerId="ADAL" clId="{65595279-B11A-44E5-9023-6BC560F7656F}" dt="2024-02-08T10:26:24.481" v="6875" actId="478"/>
          <ac:spMkLst>
            <pc:docMk/>
            <pc:sldMk cId="1656820590" sldId="280"/>
            <ac:spMk id="17" creationId="{DAA66DAE-67B9-6948-D67E-4F89BFE6C85A}"/>
          </ac:spMkLst>
        </pc:spChg>
        <pc:spChg chg="del">
          <ac:chgData name="Embedded Development" userId="97690703-89ef-4183-8a66-0c81b6c8ace9" providerId="ADAL" clId="{65595279-B11A-44E5-9023-6BC560F7656F}" dt="2024-02-08T10:26:24.481" v="6875" actId="478"/>
          <ac:spMkLst>
            <pc:docMk/>
            <pc:sldMk cId="1656820590" sldId="280"/>
            <ac:spMk id="18" creationId="{716D733C-4D23-2FF6-DEEB-191E48689A13}"/>
          </ac:spMkLst>
        </pc:spChg>
        <pc:spChg chg="add mod">
          <ac:chgData name="Embedded Development" userId="97690703-89ef-4183-8a66-0c81b6c8ace9" providerId="ADAL" clId="{65595279-B11A-44E5-9023-6BC560F7656F}" dt="2024-02-08T11:28:20.093" v="10599" actId="1076"/>
          <ac:spMkLst>
            <pc:docMk/>
            <pc:sldMk cId="1656820590" sldId="280"/>
            <ac:spMk id="22" creationId="{0A93650C-D406-0DFE-7829-814408BACC7B}"/>
          </ac:spMkLst>
        </pc:spChg>
        <pc:spChg chg="del">
          <ac:chgData name="Embedded Development" userId="97690703-89ef-4183-8a66-0c81b6c8ace9" providerId="ADAL" clId="{65595279-B11A-44E5-9023-6BC560F7656F}" dt="2024-02-08T10:26:24.481" v="6875" actId="478"/>
          <ac:spMkLst>
            <pc:docMk/>
            <pc:sldMk cId="1656820590" sldId="280"/>
            <ac:spMk id="24" creationId="{787B013B-A845-1331-D104-208AC2EFA203}"/>
          </ac:spMkLst>
        </pc:spChg>
        <pc:spChg chg="del">
          <ac:chgData name="Embedded Development" userId="97690703-89ef-4183-8a66-0c81b6c8ace9" providerId="ADAL" clId="{65595279-B11A-44E5-9023-6BC560F7656F}" dt="2024-02-08T10:26:24.481" v="6875" actId="478"/>
          <ac:spMkLst>
            <pc:docMk/>
            <pc:sldMk cId="1656820590" sldId="280"/>
            <ac:spMk id="25" creationId="{A3451461-2E4A-D6B4-0DD3-7F5618C7AA6A}"/>
          </ac:spMkLst>
        </pc:spChg>
        <pc:spChg chg="del">
          <ac:chgData name="Embedded Development" userId="97690703-89ef-4183-8a66-0c81b6c8ace9" providerId="ADAL" clId="{65595279-B11A-44E5-9023-6BC560F7656F}" dt="2024-02-08T10:26:24.481" v="6875" actId="478"/>
          <ac:spMkLst>
            <pc:docMk/>
            <pc:sldMk cId="1656820590" sldId="280"/>
            <ac:spMk id="26" creationId="{5B594BC1-65B9-8754-B205-951178A2CFA6}"/>
          </ac:spMkLst>
        </pc:spChg>
        <pc:spChg chg="add mod">
          <ac:chgData name="Embedded Development" userId="97690703-89ef-4183-8a66-0c81b6c8ace9" providerId="ADAL" clId="{65595279-B11A-44E5-9023-6BC560F7656F}" dt="2024-02-08T11:28:20.093" v="10599" actId="1076"/>
          <ac:spMkLst>
            <pc:docMk/>
            <pc:sldMk cId="1656820590" sldId="280"/>
            <ac:spMk id="32" creationId="{2C483494-70B0-5E51-C893-94C2FEE4AE48}"/>
          </ac:spMkLst>
        </pc:spChg>
        <pc:spChg chg="del">
          <ac:chgData name="Embedded Development" userId="97690703-89ef-4183-8a66-0c81b6c8ace9" providerId="ADAL" clId="{65595279-B11A-44E5-9023-6BC560F7656F}" dt="2024-02-08T10:26:24.481" v="6875" actId="478"/>
          <ac:spMkLst>
            <pc:docMk/>
            <pc:sldMk cId="1656820590" sldId="280"/>
            <ac:spMk id="33" creationId="{5C0F6E59-356A-C761-8832-5FDC805707F6}"/>
          </ac:spMkLst>
        </pc:spChg>
        <pc:spChg chg="del">
          <ac:chgData name="Embedded Development" userId="97690703-89ef-4183-8a66-0c81b6c8ace9" providerId="ADAL" clId="{65595279-B11A-44E5-9023-6BC560F7656F}" dt="2024-02-08T10:26:24.481" v="6875" actId="478"/>
          <ac:spMkLst>
            <pc:docMk/>
            <pc:sldMk cId="1656820590" sldId="280"/>
            <ac:spMk id="34" creationId="{3204DEA1-FC2B-42C6-1371-46AFC261670C}"/>
          </ac:spMkLst>
        </pc:spChg>
        <pc:spChg chg="del">
          <ac:chgData name="Embedded Development" userId="97690703-89ef-4183-8a66-0c81b6c8ace9" providerId="ADAL" clId="{65595279-B11A-44E5-9023-6BC560F7656F}" dt="2024-02-08T10:26:24.481" v="6875" actId="478"/>
          <ac:spMkLst>
            <pc:docMk/>
            <pc:sldMk cId="1656820590" sldId="280"/>
            <ac:spMk id="35" creationId="{598FFB96-103C-EDE5-C005-6307159C7A03}"/>
          </ac:spMkLst>
        </pc:spChg>
        <pc:spChg chg="del">
          <ac:chgData name="Embedded Development" userId="97690703-89ef-4183-8a66-0c81b6c8ace9" providerId="ADAL" clId="{65595279-B11A-44E5-9023-6BC560F7656F}" dt="2024-02-08T10:26:24.481" v="6875" actId="478"/>
          <ac:spMkLst>
            <pc:docMk/>
            <pc:sldMk cId="1656820590" sldId="280"/>
            <ac:spMk id="36" creationId="{050DC566-20C0-6A34-4CE7-50796B1BD092}"/>
          </ac:spMkLst>
        </pc:spChg>
        <pc:spChg chg="del">
          <ac:chgData name="Embedded Development" userId="97690703-89ef-4183-8a66-0c81b6c8ace9" providerId="ADAL" clId="{65595279-B11A-44E5-9023-6BC560F7656F}" dt="2024-02-08T10:26:24.481" v="6875" actId="478"/>
          <ac:spMkLst>
            <pc:docMk/>
            <pc:sldMk cId="1656820590" sldId="280"/>
            <ac:spMk id="37" creationId="{5E539048-4C42-9962-A5D1-5D908983E5E1}"/>
          </ac:spMkLst>
        </pc:spChg>
        <pc:spChg chg="add mod">
          <ac:chgData name="Embedded Development" userId="97690703-89ef-4183-8a66-0c81b6c8ace9" providerId="ADAL" clId="{65595279-B11A-44E5-9023-6BC560F7656F}" dt="2024-02-08T11:28:20.093" v="10599" actId="1076"/>
          <ac:spMkLst>
            <pc:docMk/>
            <pc:sldMk cId="1656820590" sldId="280"/>
            <ac:spMk id="44" creationId="{7A7AADAC-39E2-AA73-32C3-63DDFA1CD3D5}"/>
          </ac:spMkLst>
        </pc:spChg>
        <pc:spChg chg="add mod">
          <ac:chgData name="Embedded Development" userId="97690703-89ef-4183-8a66-0c81b6c8ace9" providerId="ADAL" clId="{65595279-B11A-44E5-9023-6BC560F7656F}" dt="2024-02-08T11:28:57.866" v="10607" actId="1076"/>
          <ac:spMkLst>
            <pc:docMk/>
            <pc:sldMk cId="1656820590" sldId="280"/>
            <ac:spMk id="62" creationId="{EFADCA73-E8F8-DADE-8293-D05BF8F7D2DB}"/>
          </ac:spMkLst>
        </pc:spChg>
        <pc:spChg chg="del">
          <ac:chgData name="Embedded Development" userId="97690703-89ef-4183-8a66-0c81b6c8ace9" providerId="ADAL" clId="{65595279-B11A-44E5-9023-6BC560F7656F}" dt="2024-02-08T10:26:24.481" v="6875" actId="478"/>
          <ac:spMkLst>
            <pc:docMk/>
            <pc:sldMk cId="1656820590" sldId="280"/>
            <ac:spMk id="63" creationId="{D0A1FFEA-05F3-67C0-7D6E-1F1163A5367E}"/>
          </ac:spMkLst>
        </pc:spChg>
        <pc:spChg chg="del">
          <ac:chgData name="Embedded Development" userId="97690703-89ef-4183-8a66-0c81b6c8ace9" providerId="ADAL" clId="{65595279-B11A-44E5-9023-6BC560F7656F}" dt="2024-02-08T10:26:24.481" v="6875" actId="478"/>
          <ac:spMkLst>
            <pc:docMk/>
            <pc:sldMk cId="1656820590" sldId="280"/>
            <ac:spMk id="64" creationId="{C71DE015-CC96-ED68-B54F-DA6819D2B32A}"/>
          </ac:spMkLst>
        </pc:spChg>
        <pc:spChg chg="del">
          <ac:chgData name="Embedded Development" userId="97690703-89ef-4183-8a66-0c81b6c8ace9" providerId="ADAL" clId="{65595279-B11A-44E5-9023-6BC560F7656F}" dt="2024-02-08T10:26:24.481" v="6875" actId="478"/>
          <ac:spMkLst>
            <pc:docMk/>
            <pc:sldMk cId="1656820590" sldId="280"/>
            <ac:spMk id="65" creationId="{C10D25BD-F226-640B-789E-7693C42F3A08}"/>
          </ac:spMkLst>
        </pc:spChg>
        <pc:spChg chg="del">
          <ac:chgData name="Embedded Development" userId="97690703-89ef-4183-8a66-0c81b6c8ace9" providerId="ADAL" clId="{65595279-B11A-44E5-9023-6BC560F7656F}" dt="2024-02-08T10:26:24.481" v="6875" actId="478"/>
          <ac:spMkLst>
            <pc:docMk/>
            <pc:sldMk cId="1656820590" sldId="280"/>
            <ac:spMk id="66" creationId="{27FD1807-D1EE-9950-7D0A-1B8710DBCFE6}"/>
          </ac:spMkLst>
        </pc:spChg>
        <pc:spChg chg="add mod">
          <ac:chgData name="Embedded Development" userId="97690703-89ef-4183-8a66-0c81b6c8ace9" providerId="ADAL" clId="{65595279-B11A-44E5-9023-6BC560F7656F}" dt="2024-02-08T11:28:57.866" v="10607" actId="1076"/>
          <ac:spMkLst>
            <pc:docMk/>
            <pc:sldMk cId="1656820590" sldId="280"/>
            <ac:spMk id="69" creationId="{678BCE49-0392-563F-40E9-BD5560F336B7}"/>
          </ac:spMkLst>
        </pc:spChg>
        <pc:spChg chg="add mod">
          <ac:chgData name="Embedded Development" userId="97690703-89ef-4183-8a66-0c81b6c8ace9" providerId="ADAL" clId="{65595279-B11A-44E5-9023-6BC560F7656F}" dt="2024-02-08T11:28:57.866" v="10607" actId="1076"/>
          <ac:spMkLst>
            <pc:docMk/>
            <pc:sldMk cId="1656820590" sldId="280"/>
            <ac:spMk id="72" creationId="{4DB9CCCA-2CFE-83F7-B5F4-01C323551D29}"/>
          </ac:spMkLst>
        </pc:spChg>
        <pc:spChg chg="add mod">
          <ac:chgData name="Embedded Development" userId="97690703-89ef-4183-8a66-0c81b6c8ace9" providerId="ADAL" clId="{65595279-B11A-44E5-9023-6BC560F7656F}" dt="2024-02-08T11:28:57.866" v="10607" actId="1076"/>
          <ac:spMkLst>
            <pc:docMk/>
            <pc:sldMk cId="1656820590" sldId="280"/>
            <ac:spMk id="73" creationId="{93B02B51-6990-2243-0A82-5674D948C488}"/>
          </ac:spMkLst>
        </pc:spChg>
        <pc:spChg chg="add mod">
          <ac:chgData name="Embedded Development" userId="97690703-89ef-4183-8a66-0c81b6c8ace9" providerId="ADAL" clId="{65595279-B11A-44E5-9023-6BC560F7656F}" dt="2024-02-08T11:17:57.095" v="10575" actId="1035"/>
          <ac:spMkLst>
            <pc:docMk/>
            <pc:sldMk cId="1656820590" sldId="280"/>
            <ac:spMk id="78" creationId="{D9CECB8F-A65F-CF9F-7BEA-99978028A697}"/>
          </ac:spMkLst>
        </pc:spChg>
        <pc:spChg chg="add mod">
          <ac:chgData name="Embedded Development" userId="97690703-89ef-4183-8a66-0c81b6c8ace9" providerId="ADAL" clId="{65595279-B11A-44E5-9023-6BC560F7656F}" dt="2024-02-08T11:17:57.095" v="10575" actId="1035"/>
          <ac:spMkLst>
            <pc:docMk/>
            <pc:sldMk cId="1656820590" sldId="280"/>
            <ac:spMk id="82" creationId="{27782D32-5435-4F4B-1628-5C16C0A06822}"/>
          </ac:spMkLst>
        </pc:spChg>
        <pc:spChg chg="add mod">
          <ac:chgData name="Embedded Development" userId="97690703-89ef-4183-8a66-0c81b6c8ace9" providerId="ADAL" clId="{65595279-B11A-44E5-9023-6BC560F7656F}" dt="2024-02-08T11:17:57.095" v="10575" actId="1035"/>
          <ac:spMkLst>
            <pc:docMk/>
            <pc:sldMk cId="1656820590" sldId="280"/>
            <ac:spMk id="84" creationId="{696EC376-1ABB-9B20-C8ED-2E6C1E2C2009}"/>
          </ac:spMkLst>
        </pc:spChg>
        <pc:spChg chg="add mod">
          <ac:chgData name="Embedded Development" userId="97690703-89ef-4183-8a66-0c81b6c8ace9" providerId="ADAL" clId="{65595279-B11A-44E5-9023-6BC560F7656F}" dt="2024-02-08T11:17:57.095" v="10575" actId="1035"/>
          <ac:spMkLst>
            <pc:docMk/>
            <pc:sldMk cId="1656820590" sldId="280"/>
            <ac:spMk id="87" creationId="{0891B39C-CC52-95EC-8B2D-7497800B4BD1}"/>
          </ac:spMkLst>
        </pc:spChg>
        <pc:spChg chg="add mod">
          <ac:chgData name="Embedded Development" userId="97690703-89ef-4183-8a66-0c81b6c8ace9" providerId="ADAL" clId="{65595279-B11A-44E5-9023-6BC560F7656F}" dt="2024-02-08T11:16:03.348" v="10327" actId="571"/>
          <ac:spMkLst>
            <pc:docMk/>
            <pc:sldMk cId="1656820590" sldId="280"/>
            <ac:spMk id="89" creationId="{32B8E6C2-B948-9CAA-ACD5-07D6BEEC8CC6}"/>
          </ac:spMkLst>
        </pc:spChg>
        <pc:spChg chg="add mod">
          <ac:chgData name="Embedded Development" userId="97690703-89ef-4183-8a66-0c81b6c8ace9" providerId="ADAL" clId="{65595279-B11A-44E5-9023-6BC560F7656F}" dt="2024-02-08T11:16:38.043" v="10396"/>
          <ac:spMkLst>
            <pc:docMk/>
            <pc:sldMk cId="1656820590" sldId="280"/>
            <ac:spMk id="90" creationId="{52CA0D3E-CEBB-5EAC-4F37-3A7B07950F78}"/>
          </ac:spMkLst>
        </pc:spChg>
        <pc:spChg chg="add mod">
          <ac:chgData name="Embedded Development" userId="97690703-89ef-4183-8a66-0c81b6c8ace9" providerId="ADAL" clId="{65595279-B11A-44E5-9023-6BC560F7656F}" dt="2024-02-08T11:16:38.043" v="10396"/>
          <ac:spMkLst>
            <pc:docMk/>
            <pc:sldMk cId="1656820590" sldId="280"/>
            <ac:spMk id="91" creationId="{16D52934-667A-5993-492E-F28DA7E7C5D5}"/>
          </ac:spMkLst>
        </pc:spChg>
        <pc:spChg chg="add mod">
          <ac:chgData name="Embedded Development" userId="97690703-89ef-4183-8a66-0c81b6c8ace9" providerId="ADAL" clId="{65595279-B11A-44E5-9023-6BC560F7656F}" dt="2024-02-08T11:17:57.095" v="10575" actId="1035"/>
          <ac:spMkLst>
            <pc:docMk/>
            <pc:sldMk cId="1656820590" sldId="280"/>
            <ac:spMk id="94" creationId="{6F400D75-A1C7-664D-D33C-8706F077E2DB}"/>
          </ac:spMkLst>
        </pc:spChg>
        <pc:spChg chg="add mod">
          <ac:chgData name="Embedded Development" userId="97690703-89ef-4183-8a66-0c81b6c8ace9" providerId="ADAL" clId="{65595279-B11A-44E5-9023-6BC560F7656F}" dt="2024-02-08T11:17:57.095" v="10575" actId="1035"/>
          <ac:spMkLst>
            <pc:docMk/>
            <pc:sldMk cId="1656820590" sldId="280"/>
            <ac:spMk id="95" creationId="{96871C59-CD27-F4E7-B06E-DE74D98DC1B6}"/>
          </ac:spMkLst>
        </pc:spChg>
        <pc:spChg chg="add mod">
          <ac:chgData name="Embedded Development" userId="97690703-89ef-4183-8a66-0c81b6c8ace9" providerId="ADAL" clId="{65595279-B11A-44E5-9023-6BC560F7656F}" dt="2024-02-08T11:27:41.105" v="10594" actId="207"/>
          <ac:spMkLst>
            <pc:docMk/>
            <pc:sldMk cId="1656820590" sldId="280"/>
            <ac:spMk id="103" creationId="{CBE599C7-55C6-DBF2-D7DE-60AA341A12A4}"/>
          </ac:spMkLst>
        </pc:spChg>
        <pc:spChg chg="add mod">
          <ac:chgData name="Embedded Development" userId="97690703-89ef-4183-8a66-0c81b6c8ace9" providerId="ADAL" clId="{65595279-B11A-44E5-9023-6BC560F7656F}" dt="2024-02-08T11:30:57.223" v="10686" actId="1036"/>
          <ac:spMkLst>
            <pc:docMk/>
            <pc:sldMk cId="1656820590" sldId="280"/>
            <ac:spMk id="122" creationId="{10E51DF3-21C2-3BC5-DDD9-139075B99AC6}"/>
          </ac:spMkLst>
        </pc:spChg>
        <pc:spChg chg="add mod">
          <ac:chgData name="Embedded Development" userId="97690703-89ef-4183-8a66-0c81b6c8ace9" providerId="ADAL" clId="{65595279-B11A-44E5-9023-6BC560F7656F}" dt="2024-02-09T05:11:59.321" v="10767" actId="20577"/>
          <ac:spMkLst>
            <pc:docMk/>
            <pc:sldMk cId="1656820590" sldId="280"/>
            <ac:spMk id="123" creationId="{F18236B9-2A32-0BE3-04F5-53CDD55C42CB}"/>
          </ac:spMkLst>
        </pc:spChg>
        <pc:spChg chg="add mod">
          <ac:chgData name="Embedded Development" userId="97690703-89ef-4183-8a66-0c81b6c8ace9" providerId="ADAL" clId="{65595279-B11A-44E5-9023-6BC560F7656F}" dt="2024-02-08T11:30:58.411" v="10687"/>
          <ac:spMkLst>
            <pc:docMk/>
            <pc:sldMk cId="1656820590" sldId="280"/>
            <ac:spMk id="124" creationId="{A7D45F0D-A693-BEAA-706A-1499652BD111}"/>
          </ac:spMkLst>
        </pc:spChg>
        <pc:spChg chg="add mod">
          <ac:chgData name="Embedded Development" userId="97690703-89ef-4183-8a66-0c81b6c8ace9" providerId="ADAL" clId="{65595279-B11A-44E5-9023-6BC560F7656F}" dt="2024-02-09T05:11:47.870" v="10757" actId="1076"/>
          <ac:spMkLst>
            <pc:docMk/>
            <pc:sldMk cId="1656820590" sldId="280"/>
            <ac:spMk id="125" creationId="{A418E0A6-1C12-1199-CBCF-6F824E75705E}"/>
          </ac:spMkLst>
        </pc:spChg>
        <pc:grpChg chg="add del mod">
          <ac:chgData name="Embedded Development" userId="97690703-89ef-4183-8a66-0c81b6c8ace9" providerId="ADAL" clId="{65595279-B11A-44E5-9023-6BC560F7656F}" dt="2024-02-08T11:18:34.015" v="10586" actId="165"/>
          <ac:grpSpMkLst>
            <pc:docMk/>
            <pc:sldMk cId="1656820590" sldId="280"/>
            <ac:grpSpMk id="61" creationId="{2B64FE26-B114-723E-F36D-4031FAC93C3E}"/>
          </ac:grpSpMkLst>
        </pc:grpChg>
        <pc:grpChg chg="add del mod">
          <ac:chgData name="Embedded Development" userId="97690703-89ef-4183-8a66-0c81b6c8ace9" providerId="ADAL" clId="{65595279-B11A-44E5-9023-6BC560F7656F}" dt="2024-02-08T11:28:25.391" v="10600" actId="165"/>
          <ac:grpSpMkLst>
            <pc:docMk/>
            <pc:sldMk cId="1656820590" sldId="280"/>
            <ac:grpSpMk id="102" creationId="{90C7A6DB-54DE-BE56-1B4D-1C563AF98549}"/>
          </ac:grpSpMkLst>
        </pc:grpChg>
        <pc:cxnChg chg="add mod">
          <ac:chgData name="Embedded Development" userId="97690703-89ef-4183-8a66-0c81b6c8ace9" providerId="ADAL" clId="{65595279-B11A-44E5-9023-6BC560F7656F}" dt="2024-02-08T11:28:20.093" v="10599" actId="1076"/>
          <ac:cxnSpMkLst>
            <pc:docMk/>
            <pc:sldMk cId="1656820590" sldId="280"/>
            <ac:cxnSpMk id="4" creationId="{7AF9F2FE-A196-447F-E71C-FA0B40FF7E10}"/>
          </ac:cxnSpMkLst>
        </pc:cxnChg>
        <pc:cxnChg chg="add mod">
          <ac:chgData name="Embedded Development" userId="97690703-89ef-4183-8a66-0c81b6c8ace9" providerId="ADAL" clId="{65595279-B11A-44E5-9023-6BC560F7656F}" dt="2024-02-08T11:28:20.093" v="10599" actId="1076"/>
          <ac:cxnSpMkLst>
            <pc:docMk/>
            <pc:sldMk cId="1656820590" sldId="280"/>
            <ac:cxnSpMk id="11" creationId="{FEDA5676-55BC-2F19-98CE-82555851090E}"/>
          </ac:cxnSpMkLst>
        </pc:cxnChg>
        <pc:cxnChg chg="del mod">
          <ac:chgData name="Embedded Development" userId="97690703-89ef-4183-8a66-0c81b6c8ace9" providerId="ADAL" clId="{65595279-B11A-44E5-9023-6BC560F7656F}" dt="2024-02-08T10:26:24.481" v="6875" actId="478"/>
          <ac:cxnSpMkLst>
            <pc:docMk/>
            <pc:sldMk cId="1656820590" sldId="280"/>
            <ac:cxnSpMk id="23" creationId="{A46647BB-3E43-4249-6811-7833D1AACE53}"/>
          </ac:cxnSpMkLst>
        </pc:cxnChg>
        <pc:cxnChg chg="del mod">
          <ac:chgData name="Embedded Development" userId="97690703-89ef-4183-8a66-0c81b6c8ace9" providerId="ADAL" clId="{65595279-B11A-44E5-9023-6BC560F7656F}" dt="2024-02-08T10:26:24.481" v="6875" actId="478"/>
          <ac:cxnSpMkLst>
            <pc:docMk/>
            <pc:sldMk cId="1656820590" sldId="280"/>
            <ac:cxnSpMk id="27" creationId="{1D0B2AB1-DCB7-E25E-492E-4544D6DE3105}"/>
          </ac:cxnSpMkLst>
        </pc:cxnChg>
        <pc:cxnChg chg="add del mod">
          <ac:chgData name="Embedded Development" userId="97690703-89ef-4183-8a66-0c81b6c8ace9" providerId="ADAL" clId="{65595279-B11A-44E5-9023-6BC560F7656F}" dt="2024-02-08T10:32:03.947" v="7433" actId="478"/>
          <ac:cxnSpMkLst>
            <pc:docMk/>
            <pc:sldMk cId="1656820590" sldId="280"/>
            <ac:cxnSpMk id="28" creationId="{F29D3045-2408-735B-EC07-B98686573960}"/>
          </ac:cxnSpMkLst>
        </pc:cxnChg>
        <pc:cxnChg chg="del mod">
          <ac:chgData name="Embedded Development" userId="97690703-89ef-4183-8a66-0c81b6c8ace9" providerId="ADAL" clId="{65595279-B11A-44E5-9023-6BC560F7656F}" dt="2024-02-08T10:26:24.481" v="6875" actId="478"/>
          <ac:cxnSpMkLst>
            <pc:docMk/>
            <pc:sldMk cId="1656820590" sldId="280"/>
            <ac:cxnSpMk id="30" creationId="{19AFA152-730C-8300-1C58-98A24ED327C0}"/>
          </ac:cxnSpMkLst>
        </pc:cxnChg>
        <pc:cxnChg chg="del mod">
          <ac:chgData name="Embedded Development" userId="97690703-89ef-4183-8a66-0c81b6c8ace9" providerId="ADAL" clId="{65595279-B11A-44E5-9023-6BC560F7656F}" dt="2024-02-08T10:26:24.481" v="6875" actId="478"/>
          <ac:cxnSpMkLst>
            <pc:docMk/>
            <pc:sldMk cId="1656820590" sldId="280"/>
            <ac:cxnSpMk id="38" creationId="{6B16D6D0-5F91-E0A5-8596-87ABE3EE82B5}"/>
          </ac:cxnSpMkLst>
        </pc:cxnChg>
        <pc:cxnChg chg="add mod">
          <ac:chgData name="Embedded Development" userId="97690703-89ef-4183-8a66-0c81b6c8ace9" providerId="ADAL" clId="{65595279-B11A-44E5-9023-6BC560F7656F}" dt="2024-02-08T11:28:20.093" v="10599" actId="1076"/>
          <ac:cxnSpMkLst>
            <pc:docMk/>
            <pc:sldMk cId="1656820590" sldId="280"/>
            <ac:cxnSpMk id="39" creationId="{BEC3E95F-875D-D7D3-63E1-29FA20396320}"/>
          </ac:cxnSpMkLst>
        </pc:cxnChg>
        <pc:cxnChg chg="del mod">
          <ac:chgData name="Embedded Development" userId="97690703-89ef-4183-8a66-0c81b6c8ace9" providerId="ADAL" clId="{65595279-B11A-44E5-9023-6BC560F7656F}" dt="2024-02-08T10:26:24.481" v="6875" actId="478"/>
          <ac:cxnSpMkLst>
            <pc:docMk/>
            <pc:sldMk cId="1656820590" sldId="280"/>
            <ac:cxnSpMk id="42" creationId="{5D241F4D-B18F-6BBD-16A0-3EDF23C06260}"/>
          </ac:cxnSpMkLst>
        </pc:cxnChg>
        <pc:cxnChg chg="del mod">
          <ac:chgData name="Embedded Development" userId="97690703-89ef-4183-8a66-0c81b6c8ace9" providerId="ADAL" clId="{65595279-B11A-44E5-9023-6BC560F7656F}" dt="2024-02-08T10:26:24.481" v="6875" actId="478"/>
          <ac:cxnSpMkLst>
            <pc:docMk/>
            <pc:sldMk cId="1656820590" sldId="280"/>
            <ac:cxnSpMk id="43" creationId="{C35246D9-FB9D-4385-AA67-A10A2D4FE484}"/>
          </ac:cxnSpMkLst>
        </pc:cxnChg>
        <pc:cxnChg chg="add mod topLvl">
          <ac:chgData name="Embedded Development" userId="97690703-89ef-4183-8a66-0c81b6c8ace9" providerId="ADAL" clId="{65595279-B11A-44E5-9023-6BC560F7656F}" dt="2024-02-08T11:28:43.911" v="10606" actId="14100"/>
          <ac:cxnSpMkLst>
            <pc:docMk/>
            <pc:sldMk cId="1656820590" sldId="280"/>
            <ac:cxnSpMk id="46" creationId="{337C070F-6931-9157-3BF2-7BBAA899FF00}"/>
          </ac:cxnSpMkLst>
        </pc:cxnChg>
        <pc:cxnChg chg="add mod topLvl">
          <ac:chgData name="Embedded Development" userId="97690703-89ef-4183-8a66-0c81b6c8ace9" providerId="ADAL" clId="{65595279-B11A-44E5-9023-6BC560F7656F}" dt="2024-02-08T11:28:43.911" v="10606" actId="14100"/>
          <ac:cxnSpMkLst>
            <pc:docMk/>
            <pc:sldMk cId="1656820590" sldId="280"/>
            <ac:cxnSpMk id="47" creationId="{818B3CF7-E22F-E255-3296-872BCE73A7D3}"/>
          </ac:cxnSpMkLst>
        </pc:cxnChg>
        <pc:cxnChg chg="del mod">
          <ac:chgData name="Embedded Development" userId="97690703-89ef-4183-8a66-0c81b6c8ace9" providerId="ADAL" clId="{65595279-B11A-44E5-9023-6BC560F7656F}" dt="2024-02-08T10:26:24.481" v="6875" actId="478"/>
          <ac:cxnSpMkLst>
            <pc:docMk/>
            <pc:sldMk cId="1656820590" sldId="280"/>
            <ac:cxnSpMk id="49" creationId="{75BBAB84-A67D-FDB9-55BB-16D2AF2DAB4F}"/>
          </ac:cxnSpMkLst>
        </pc:cxnChg>
        <pc:cxnChg chg="del">
          <ac:chgData name="Embedded Development" userId="97690703-89ef-4183-8a66-0c81b6c8ace9" providerId="ADAL" clId="{65595279-B11A-44E5-9023-6BC560F7656F}" dt="2024-02-08T10:26:24.481" v="6875" actId="478"/>
          <ac:cxnSpMkLst>
            <pc:docMk/>
            <pc:sldMk cId="1656820590" sldId="280"/>
            <ac:cxnSpMk id="51" creationId="{74DF587C-BCDA-B28A-0B4E-BA8F533BB124}"/>
          </ac:cxnSpMkLst>
        </pc:cxnChg>
        <pc:cxnChg chg="add del mod">
          <ac:chgData name="Embedded Development" userId="97690703-89ef-4183-8a66-0c81b6c8ace9" providerId="ADAL" clId="{65595279-B11A-44E5-9023-6BC560F7656F}" dt="2024-02-08T10:32:51.585" v="7446" actId="478"/>
          <ac:cxnSpMkLst>
            <pc:docMk/>
            <pc:sldMk cId="1656820590" sldId="280"/>
            <ac:cxnSpMk id="52" creationId="{4C2E427C-5FC8-0E80-51DA-D43DF2442140}"/>
          </ac:cxnSpMkLst>
        </pc:cxnChg>
        <pc:cxnChg chg="add mod topLvl">
          <ac:chgData name="Embedded Development" userId="97690703-89ef-4183-8a66-0c81b6c8ace9" providerId="ADAL" clId="{65595279-B11A-44E5-9023-6BC560F7656F}" dt="2024-02-08T11:28:41.879" v="10605" actId="14100"/>
          <ac:cxnSpMkLst>
            <pc:docMk/>
            <pc:sldMk cId="1656820590" sldId="280"/>
            <ac:cxnSpMk id="57" creationId="{98F396CA-53C9-D72B-6309-A6BEB984258E}"/>
          </ac:cxnSpMkLst>
        </pc:cxnChg>
        <pc:cxnChg chg="del mod">
          <ac:chgData name="Embedded Development" userId="97690703-89ef-4183-8a66-0c81b6c8ace9" providerId="ADAL" clId="{65595279-B11A-44E5-9023-6BC560F7656F}" dt="2024-02-08T10:26:24.481" v="6875" actId="478"/>
          <ac:cxnSpMkLst>
            <pc:docMk/>
            <pc:sldMk cId="1656820590" sldId="280"/>
            <ac:cxnSpMk id="67" creationId="{D816655D-42B8-0AFA-C1C6-8C567ED5D8BA}"/>
          </ac:cxnSpMkLst>
        </pc:cxnChg>
        <pc:cxnChg chg="del mod">
          <ac:chgData name="Embedded Development" userId="97690703-89ef-4183-8a66-0c81b6c8ace9" providerId="ADAL" clId="{65595279-B11A-44E5-9023-6BC560F7656F}" dt="2024-02-08T10:26:24.481" v="6875" actId="478"/>
          <ac:cxnSpMkLst>
            <pc:docMk/>
            <pc:sldMk cId="1656820590" sldId="280"/>
            <ac:cxnSpMk id="68" creationId="{0393C833-A267-1D8E-5876-461696AF3E45}"/>
          </ac:cxnSpMkLst>
        </pc:cxnChg>
        <pc:cxnChg chg="del">
          <ac:chgData name="Embedded Development" userId="97690703-89ef-4183-8a66-0c81b6c8ace9" providerId="ADAL" clId="{65595279-B11A-44E5-9023-6BC560F7656F}" dt="2024-02-08T10:26:24.481" v="6875" actId="478"/>
          <ac:cxnSpMkLst>
            <pc:docMk/>
            <pc:sldMk cId="1656820590" sldId="280"/>
            <ac:cxnSpMk id="70" creationId="{2C2C423D-587C-9BDE-1E79-C7D7726849DB}"/>
          </ac:cxnSpMkLst>
        </pc:cxnChg>
        <pc:cxnChg chg="add mod">
          <ac:chgData name="Embedded Development" userId="97690703-89ef-4183-8a66-0c81b6c8ace9" providerId="ADAL" clId="{65595279-B11A-44E5-9023-6BC560F7656F}" dt="2024-02-08T11:28:57.866" v="10607" actId="1076"/>
          <ac:cxnSpMkLst>
            <pc:docMk/>
            <pc:sldMk cId="1656820590" sldId="280"/>
            <ac:cxnSpMk id="71" creationId="{FDB6C65A-5DB1-EA98-5F62-BA11A2657B04}"/>
          </ac:cxnSpMkLst>
        </pc:cxnChg>
        <pc:cxnChg chg="add mod">
          <ac:chgData name="Embedded Development" userId="97690703-89ef-4183-8a66-0c81b6c8ace9" providerId="ADAL" clId="{65595279-B11A-44E5-9023-6BC560F7656F}" dt="2024-02-08T11:28:57.866" v="10607" actId="1076"/>
          <ac:cxnSpMkLst>
            <pc:docMk/>
            <pc:sldMk cId="1656820590" sldId="280"/>
            <ac:cxnSpMk id="74" creationId="{F8B0294F-1D6B-871B-EA48-1BD57A5DC50A}"/>
          </ac:cxnSpMkLst>
        </pc:cxnChg>
        <pc:cxnChg chg="add mod">
          <ac:chgData name="Embedded Development" userId="97690703-89ef-4183-8a66-0c81b6c8ace9" providerId="ADAL" clId="{65595279-B11A-44E5-9023-6BC560F7656F}" dt="2024-02-08T11:28:57.866" v="10607" actId="1076"/>
          <ac:cxnSpMkLst>
            <pc:docMk/>
            <pc:sldMk cId="1656820590" sldId="280"/>
            <ac:cxnSpMk id="75" creationId="{37FB50F7-2FF9-CE0C-969D-5F9AAD12257E}"/>
          </ac:cxnSpMkLst>
        </pc:cxnChg>
        <pc:cxnChg chg="add mod">
          <ac:chgData name="Embedded Development" userId="97690703-89ef-4183-8a66-0c81b6c8ace9" providerId="ADAL" clId="{65595279-B11A-44E5-9023-6BC560F7656F}" dt="2024-02-08T11:17:57.095" v="10575" actId="1035"/>
          <ac:cxnSpMkLst>
            <pc:docMk/>
            <pc:sldMk cId="1656820590" sldId="280"/>
            <ac:cxnSpMk id="79" creationId="{EFD944EF-0C8A-A402-B362-610D0740E63E}"/>
          </ac:cxnSpMkLst>
        </pc:cxnChg>
        <pc:cxnChg chg="add mod">
          <ac:chgData name="Embedded Development" userId="97690703-89ef-4183-8a66-0c81b6c8ace9" providerId="ADAL" clId="{65595279-B11A-44E5-9023-6BC560F7656F}" dt="2024-02-08T11:17:57.095" v="10575" actId="1035"/>
          <ac:cxnSpMkLst>
            <pc:docMk/>
            <pc:sldMk cId="1656820590" sldId="280"/>
            <ac:cxnSpMk id="85" creationId="{49DD1BE3-A7FB-0FAA-3C62-0060F974F5D1}"/>
          </ac:cxnSpMkLst>
        </pc:cxnChg>
        <pc:cxnChg chg="add mod">
          <ac:chgData name="Embedded Development" userId="97690703-89ef-4183-8a66-0c81b6c8ace9" providerId="ADAL" clId="{65595279-B11A-44E5-9023-6BC560F7656F}" dt="2024-02-08T11:17:57.095" v="10575" actId="1035"/>
          <ac:cxnSpMkLst>
            <pc:docMk/>
            <pc:sldMk cId="1656820590" sldId="280"/>
            <ac:cxnSpMk id="88" creationId="{9AB57EF5-2AC7-438D-23C3-DBF2EDC0923B}"/>
          </ac:cxnSpMkLst>
        </pc:cxnChg>
        <pc:cxnChg chg="add mod">
          <ac:chgData name="Embedded Development" userId="97690703-89ef-4183-8a66-0c81b6c8ace9" providerId="ADAL" clId="{65595279-B11A-44E5-9023-6BC560F7656F}" dt="2024-02-08T11:16:38.043" v="10396"/>
          <ac:cxnSpMkLst>
            <pc:docMk/>
            <pc:sldMk cId="1656820590" sldId="280"/>
            <ac:cxnSpMk id="92" creationId="{78DF2D0F-8424-F66F-8C45-4F9FC42F4366}"/>
          </ac:cxnSpMkLst>
        </pc:cxnChg>
        <pc:cxnChg chg="add mod">
          <ac:chgData name="Embedded Development" userId="97690703-89ef-4183-8a66-0c81b6c8ace9" providerId="ADAL" clId="{65595279-B11A-44E5-9023-6BC560F7656F}" dt="2024-02-08T11:16:38.043" v="10396"/>
          <ac:cxnSpMkLst>
            <pc:docMk/>
            <pc:sldMk cId="1656820590" sldId="280"/>
            <ac:cxnSpMk id="93" creationId="{5EDFFC4A-9CB5-0C80-11B3-928B447F66F3}"/>
          </ac:cxnSpMkLst>
        </pc:cxnChg>
        <pc:cxnChg chg="add mod">
          <ac:chgData name="Embedded Development" userId="97690703-89ef-4183-8a66-0c81b6c8ace9" providerId="ADAL" clId="{65595279-B11A-44E5-9023-6BC560F7656F}" dt="2024-02-08T11:17:57.095" v="10575" actId="1035"/>
          <ac:cxnSpMkLst>
            <pc:docMk/>
            <pc:sldMk cId="1656820590" sldId="280"/>
            <ac:cxnSpMk id="96" creationId="{57C588FC-E61F-3DFD-F351-5261E21B2880}"/>
          </ac:cxnSpMkLst>
        </pc:cxnChg>
        <pc:cxnChg chg="add mod">
          <ac:chgData name="Embedded Development" userId="97690703-89ef-4183-8a66-0c81b6c8ace9" providerId="ADAL" clId="{65595279-B11A-44E5-9023-6BC560F7656F}" dt="2024-02-08T11:17:57.095" v="10575" actId="1035"/>
          <ac:cxnSpMkLst>
            <pc:docMk/>
            <pc:sldMk cId="1656820590" sldId="280"/>
            <ac:cxnSpMk id="97" creationId="{7414C478-B0D2-1E3F-2711-2F12C632A410}"/>
          </ac:cxnSpMkLst>
        </pc:cxnChg>
        <pc:cxnChg chg="add mod">
          <ac:chgData name="Embedded Development" userId="97690703-89ef-4183-8a66-0c81b6c8ace9" providerId="ADAL" clId="{65595279-B11A-44E5-9023-6BC560F7656F}" dt="2024-02-08T11:28:10.545" v="10598" actId="1076"/>
          <ac:cxnSpMkLst>
            <pc:docMk/>
            <pc:sldMk cId="1656820590" sldId="280"/>
            <ac:cxnSpMk id="105" creationId="{FB995976-B3CB-097F-9A02-25025A1D06A2}"/>
          </ac:cxnSpMkLst>
        </pc:cxnChg>
        <pc:cxnChg chg="add">
          <ac:chgData name="Embedded Development" userId="97690703-89ef-4183-8a66-0c81b6c8ace9" providerId="ADAL" clId="{65595279-B11A-44E5-9023-6BC560F7656F}" dt="2024-02-08T11:28:01.092" v="10596" actId="11529"/>
          <ac:cxnSpMkLst>
            <pc:docMk/>
            <pc:sldMk cId="1656820590" sldId="280"/>
            <ac:cxnSpMk id="107" creationId="{7A9EC265-4481-A366-779E-A97F112C2978}"/>
          </ac:cxnSpMkLst>
        </pc:cxnChg>
      </pc:sldChg>
      <pc:sldChg chg="addSp delSp modSp new mod ord">
        <pc:chgData name="Embedded Development" userId="97690703-89ef-4183-8a66-0c81b6c8ace9" providerId="ADAL" clId="{65595279-B11A-44E5-9023-6BC560F7656F}" dt="2024-02-08T11:19:07.369" v="10592"/>
        <pc:sldMkLst>
          <pc:docMk/>
          <pc:sldMk cId="3502151246" sldId="281"/>
        </pc:sldMkLst>
        <pc:spChg chg="del">
          <ac:chgData name="Embedded Development" userId="97690703-89ef-4183-8a66-0c81b6c8ace9" providerId="ADAL" clId="{65595279-B11A-44E5-9023-6BC560F7656F}" dt="2024-02-08T11:06:36.006" v="9117" actId="478"/>
          <ac:spMkLst>
            <pc:docMk/>
            <pc:sldMk cId="3502151246" sldId="281"/>
            <ac:spMk id="2" creationId="{78629847-FDF7-2BB6-C542-D2C05B338C8C}"/>
          </ac:spMkLst>
        </pc:spChg>
        <pc:spChg chg="del">
          <ac:chgData name="Embedded Development" userId="97690703-89ef-4183-8a66-0c81b6c8ace9" providerId="ADAL" clId="{65595279-B11A-44E5-9023-6BC560F7656F}" dt="2024-02-08T11:06:37.865" v="9118" actId="478"/>
          <ac:spMkLst>
            <pc:docMk/>
            <pc:sldMk cId="3502151246" sldId="281"/>
            <ac:spMk id="3" creationId="{14344CAB-3B15-8CF1-C0CC-38B2BF6BD337}"/>
          </ac:spMkLst>
        </pc:spChg>
        <pc:spChg chg="add del mod">
          <ac:chgData name="Embedded Development" userId="97690703-89ef-4183-8a66-0c81b6c8ace9" providerId="ADAL" clId="{65595279-B11A-44E5-9023-6BC560F7656F}" dt="2024-02-08T11:07:04.730" v="9150" actId="478"/>
          <ac:spMkLst>
            <pc:docMk/>
            <pc:sldMk cId="3502151246" sldId="281"/>
            <ac:spMk id="5" creationId="{1939D4B6-BEAC-0ADF-3D34-6272D6C4C3B9}"/>
          </ac:spMkLst>
        </pc:spChg>
        <pc:spChg chg="add mod">
          <ac:chgData name="Embedded Development" userId="97690703-89ef-4183-8a66-0c81b6c8ace9" providerId="ADAL" clId="{65595279-B11A-44E5-9023-6BC560F7656F}" dt="2024-02-08T11:07:14.607" v="9167" actId="1076"/>
          <ac:spMkLst>
            <pc:docMk/>
            <pc:sldMk cId="3502151246" sldId="281"/>
            <ac:spMk id="6" creationId="{708D5A83-61BC-A8DF-1711-08923E2C1C0E}"/>
          </ac:spMkLst>
        </pc:spChg>
        <pc:graphicFrameChg chg="add mod modGraphic">
          <ac:chgData name="Embedded Development" userId="97690703-89ef-4183-8a66-0c81b6c8ace9" providerId="ADAL" clId="{65595279-B11A-44E5-9023-6BC560F7656F}" dt="2024-02-08T11:11:39.697" v="9840" actId="20577"/>
          <ac:graphicFrameMkLst>
            <pc:docMk/>
            <pc:sldMk cId="3502151246" sldId="281"/>
            <ac:graphicFrameMk id="4" creationId="{CA4648CD-F6C0-3A25-412C-5D7C2C93EC49}"/>
          </ac:graphicFrameMkLst>
        </pc:graphicFrameChg>
      </pc:sldChg>
      <pc:sldChg chg="addSp delSp modSp new del mod ord">
        <pc:chgData name="Embedded Development" userId="97690703-89ef-4183-8a66-0c81b6c8ace9" providerId="ADAL" clId="{65595279-B11A-44E5-9023-6BC560F7656F}" dt="2024-02-08T11:05:23.540" v="9110" actId="47"/>
        <pc:sldMkLst>
          <pc:docMk/>
          <pc:sldMk cId="4122333826" sldId="281"/>
        </pc:sldMkLst>
        <pc:spChg chg="del">
          <ac:chgData name="Embedded Development" userId="97690703-89ef-4183-8a66-0c81b6c8ace9" providerId="ADAL" clId="{65595279-B11A-44E5-9023-6BC560F7656F}" dt="2024-02-08T10:53:10.230" v="8088" actId="478"/>
          <ac:spMkLst>
            <pc:docMk/>
            <pc:sldMk cId="4122333826" sldId="281"/>
            <ac:spMk id="2" creationId="{CD471B00-1E14-5D79-A347-46DF7E3A4EDF}"/>
          </ac:spMkLst>
        </pc:spChg>
        <pc:spChg chg="del">
          <ac:chgData name="Embedded Development" userId="97690703-89ef-4183-8a66-0c81b6c8ace9" providerId="ADAL" clId="{65595279-B11A-44E5-9023-6BC560F7656F}" dt="2024-02-08T10:53:11.089" v="8089" actId="478"/>
          <ac:spMkLst>
            <pc:docMk/>
            <pc:sldMk cId="4122333826" sldId="281"/>
            <ac:spMk id="3" creationId="{63058326-985B-5D2E-378F-8C3E14D02EAD}"/>
          </ac:spMkLst>
        </pc:spChg>
        <pc:spChg chg="add del mod">
          <ac:chgData name="Embedded Development" userId="97690703-89ef-4183-8a66-0c81b6c8ace9" providerId="ADAL" clId="{65595279-B11A-44E5-9023-6BC560F7656F}" dt="2024-02-08T10:55:31.684" v="8094"/>
          <ac:spMkLst>
            <pc:docMk/>
            <pc:sldMk cId="4122333826" sldId="281"/>
            <ac:spMk id="4" creationId="{4D2FD5BE-C1E0-8D56-3C3E-6D6A67EFBE08}"/>
          </ac:spMkLst>
        </pc:spChg>
      </pc:sldChg>
      <pc:sldChg chg="addSp modSp add mod ord">
        <pc:chgData name="Embedded Development" userId="97690703-89ef-4183-8a66-0c81b6c8ace9" providerId="ADAL" clId="{65595279-B11A-44E5-9023-6BC560F7656F}" dt="2024-02-09T07:10:38.845" v="12616" actId="123"/>
        <pc:sldMkLst>
          <pc:docMk/>
          <pc:sldMk cId="4027331707" sldId="282"/>
        </pc:sldMkLst>
        <pc:spChg chg="mod">
          <ac:chgData name="Embedded Development" userId="97690703-89ef-4183-8a66-0c81b6c8ace9" providerId="ADAL" clId="{65595279-B11A-44E5-9023-6BC560F7656F}" dt="2024-02-09T05:17:20.693" v="11066" actId="20577"/>
          <ac:spMkLst>
            <pc:docMk/>
            <pc:sldMk cId="4027331707" sldId="282"/>
            <ac:spMk id="2" creationId="{A1096FDC-184C-3218-A689-8C19FFCA536E}"/>
          </ac:spMkLst>
        </pc:spChg>
        <pc:spChg chg="add mod">
          <ac:chgData name="Embedded Development" userId="97690703-89ef-4183-8a66-0c81b6c8ace9" providerId="ADAL" clId="{65595279-B11A-44E5-9023-6BC560F7656F}" dt="2024-02-08T11:09:58.154" v="9642" actId="20577"/>
          <ac:spMkLst>
            <pc:docMk/>
            <pc:sldMk cId="4027331707" sldId="282"/>
            <ac:spMk id="3" creationId="{31C5EF74-B7FB-A8DC-6D72-2FEFF70580D2}"/>
          </ac:spMkLst>
        </pc:spChg>
        <pc:spChg chg="mod">
          <ac:chgData name="Embedded Development" userId="97690703-89ef-4183-8a66-0c81b6c8ace9" providerId="ADAL" clId="{65595279-B11A-44E5-9023-6BC560F7656F}" dt="2024-02-08T11:11:21.180" v="9807" actId="20577"/>
          <ac:spMkLst>
            <pc:docMk/>
            <pc:sldMk cId="4027331707" sldId="282"/>
            <ac:spMk id="5" creationId="{973FEFED-A9A6-F0FD-B8E7-BFB223B30A05}"/>
          </ac:spMkLst>
        </pc:spChg>
        <pc:spChg chg="mod">
          <ac:chgData name="Embedded Development" userId="97690703-89ef-4183-8a66-0c81b6c8ace9" providerId="ADAL" clId="{65595279-B11A-44E5-9023-6BC560F7656F}" dt="2024-02-08T11:11:27.227" v="9834" actId="20577"/>
          <ac:spMkLst>
            <pc:docMk/>
            <pc:sldMk cId="4027331707" sldId="282"/>
            <ac:spMk id="7" creationId="{C04FC62D-8DF0-83F1-B99D-25E6D1BBCAE0}"/>
          </ac:spMkLst>
        </pc:spChg>
        <pc:spChg chg="mod">
          <ac:chgData name="Embedded Development" userId="97690703-89ef-4183-8a66-0c81b6c8ace9" providerId="ADAL" clId="{65595279-B11A-44E5-9023-6BC560F7656F}" dt="2024-02-08T11:09:07.384" v="9519" actId="20577"/>
          <ac:spMkLst>
            <pc:docMk/>
            <pc:sldMk cId="4027331707" sldId="282"/>
            <ac:spMk id="21" creationId="{ECAA8CBB-D68A-ADD1-251C-133CBACDB0AD}"/>
          </ac:spMkLst>
        </pc:spChg>
        <pc:spChg chg="mod">
          <ac:chgData name="Embedded Development" userId="97690703-89ef-4183-8a66-0c81b6c8ace9" providerId="ADAL" clId="{65595279-B11A-44E5-9023-6BC560F7656F}" dt="2024-02-08T11:10:01.889" v="9644" actId="20577"/>
          <ac:spMkLst>
            <pc:docMk/>
            <pc:sldMk cId="4027331707" sldId="282"/>
            <ac:spMk id="22" creationId="{ABF0CF9D-16F5-9426-A4D2-69DF9716BE89}"/>
          </ac:spMkLst>
        </pc:spChg>
        <pc:spChg chg="mod">
          <ac:chgData name="Embedded Development" userId="97690703-89ef-4183-8a66-0c81b6c8ace9" providerId="ADAL" clId="{65595279-B11A-44E5-9023-6BC560F7656F}" dt="2024-02-08T11:09:18.229" v="9536" actId="20577"/>
          <ac:spMkLst>
            <pc:docMk/>
            <pc:sldMk cId="4027331707" sldId="282"/>
            <ac:spMk id="27" creationId="{8F90E561-48CF-5B9D-A4E9-E7436C8B7834}"/>
          </ac:spMkLst>
        </pc:spChg>
        <pc:spChg chg="mod">
          <ac:chgData name="Embedded Development" userId="97690703-89ef-4183-8a66-0c81b6c8ace9" providerId="ADAL" clId="{65595279-B11A-44E5-9023-6BC560F7656F}" dt="2024-02-08T11:10:24.704" v="9736" actId="20577"/>
          <ac:spMkLst>
            <pc:docMk/>
            <pc:sldMk cId="4027331707" sldId="282"/>
            <ac:spMk id="28" creationId="{92F964ED-7BD1-D5B4-E322-035FABB9417F}"/>
          </ac:spMkLst>
        </pc:spChg>
        <pc:spChg chg="mod">
          <ac:chgData name="Embedded Development" userId="97690703-89ef-4183-8a66-0c81b6c8ace9" providerId="ADAL" clId="{65595279-B11A-44E5-9023-6BC560F7656F}" dt="2024-02-08T11:10:44.503" v="9792" actId="20577"/>
          <ac:spMkLst>
            <pc:docMk/>
            <pc:sldMk cId="4027331707" sldId="282"/>
            <ac:spMk id="29" creationId="{F2014E43-91B6-02FD-7AB0-6BEE6A8C4C37}"/>
          </ac:spMkLst>
        </pc:spChg>
        <pc:spChg chg="mod">
          <ac:chgData name="Embedded Development" userId="97690703-89ef-4183-8a66-0c81b6c8ace9" providerId="ADAL" clId="{65595279-B11A-44E5-9023-6BC560F7656F}" dt="2024-02-09T05:17:10.619" v="11045" actId="20577"/>
          <ac:spMkLst>
            <pc:docMk/>
            <pc:sldMk cId="4027331707" sldId="282"/>
            <ac:spMk id="30" creationId="{576D5378-4725-8171-D222-AC654390CCB7}"/>
          </ac:spMkLst>
        </pc:spChg>
        <pc:spChg chg="mod">
          <ac:chgData name="Embedded Development" userId="97690703-89ef-4183-8a66-0c81b6c8ace9" providerId="ADAL" clId="{65595279-B11A-44E5-9023-6BC560F7656F}" dt="2024-02-09T05:16:59.892" v="11023" actId="20577"/>
          <ac:spMkLst>
            <pc:docMk/>
            <pc:sldMk cId="4027331707" sldId="282"/>
            <ac:spMk id="31" creationId="{C370913F-4C82-41C2-A06C-C1F124FE5618}"/>
          </ac:spMkLst>
        </pc:spChg>
        <pc:spChg chg="add mod">
          <ac:chgData name="Embedded Development" userId="97690703-89ef-4183-8a66-0c81b6c8ace9" providerId="ADAL" clId="{65595279-B11A-44E5-9023-6BC560F7656F}" dt="2024-02-09T07:10:38.845" v="12616" actId="123"/>
          <ac:spMkLst>
            <pc:docMk/>
            <pc:sldMk cId="4027331707" sldId="282"/>
            <ac:spMk id="33" creationId="{242CCCE3-3B4B-5A7E-1991-3D26430985B8}"/>
          </ac:spMkLst>
        </pc:spChg>
        <pc:graphicFrameChg chg="modGraphic">
          <ac:chgData name="Embedded Development" userId="97690703-89ef-4183-8a66-0c81b6c8ace9" providerId="ADAL" clId="{65595279-B11A-44E5-9023-6BC560F7656F}" dt="2024-02-08T11:12:49.903" v="9902" actId="20577"/>
          <ac:graphicFrameMkLst>
            <pc:docMk/>
            <pc:sldMk cId="4027331707" sldId="282"/>
            <ac:graphicFrameMk id="4" creationId="{DA2A474B-47E8-A293-1D08-81A56E189C06}"/>
          </ac:graphicFrameMkLst>
        </pc:graphicFrameChg>
        <pc:graphicFrameChg chg="modGraphic">
          <ac:chgData name="Embedded Development" userId="97690703-89ef-4183-8a66-0c81b6c8ace9" providerId="ADAL" clId="{65595279-B11A-44E5-9023-6BC560F7656F}" dt="2024-02-08T11:12:53.326" v="9905" actId="20577"/>
          <ac:graphicFrameMkLst>
            <pc:docMk/>
            <pc:sldMk cId="4027331707" sldId="282"/>
            <ac:graphicFrameMk id="6" creationId="{DB5FDC40-88FD-379F-D9D1-EA7A2F14943F}"/>
          </ac:graphicFrameMkLst>
        </pc:graphicFrameChg>
        <pc:graphicFrameChg chg="modGraphic">
          <ac:chgData name="Embedded Development" userId="97690703-89ef-4183-8a66-0c81b6c8ace9" providerId="ADAL" clId="{65595279-B11A-44E5-9023-6BC560F7656F}" dt="2024-02-08T11:12:33.809" v="9895" actId="14100"/>
          <ac:graphicFrameMkLst>
            <pc:docMk/>
            <pc:sldMk cId="4027331707" sldId="282"/>
            <ac:graphicFrameMk id="8" creationId="{38F8D5E5-D6A2-8749-72D6-69FBF352E20D}"/>
          </ac:graphicFrameMkLst>
        </pc:graphicFrameChg>
        <pc:cxnChg chg="mod">
          <ac:chgData name="Embedded Development" userId="97690703-89ef-4183-8a66-0c81b6c8ace9" providerId="ADAL" clId="{65595279-B11A-44E5-9023-6BC560F7656F}" dt="2024-02-09T05:17:34.799" v="11068" actId="14100"/>
          <ac:cxnSpMkLst>
            <pc:docMk/>
            <pc:sldMk cId="4027331707" sldId="282"/>
            <ac:cxnSpMk id="18" creationId="{8AC675BA-22CA-3619-39B8-C8B034EDF7DE}"/>
          </ac:cxnSpMkLst>
        </pc:cxnChg>
      </pc:sldChg>
      <pc:sldChg chg="delSp new mod ord">
        <pc:chgData name="Embedded Development" userId="97690703-89ef-4183-8a66-0c81b6c8ace9" providerId="ADAL" clId="{65595279-B11A-44E5-9023-6BC560F7656F}" dt="2024-02-09T10:07:31.041" v="12626" actId="478"/>
        <pc:sldMkLst>
          <pc:docMk/>
          <pc:sldMk cId="2549508935" sldId="283"/>
        </pc:sldMkLst>
        <pc:spChg chg="del">
          <ac:chgData name="Embedded Development" userId="97690703-89ef-4183-8a66-0c81b6c8ace9" providerId="ADAL" clId="{65595279-B11A-44E5-9023-6BC560F7656F}" dt="2024-02-09T10:07:29.090" v="12625" actId="478"/>
          <ac:spMkLst>
            <pc:docMk/>
            <pc:sldMk cId="2549508935" sldId="283"/>
            <ac:spMk id="2" creationId="{D7C4056E-61FA-7B3F-11A5-E04921890FE5}"/>
          </ac:spMkLst>
        </pc:spChg>
        <pc:spChg chg="del">
          <ac:chgData name="Embedded Development" userId="97690703-89ef-4183-8a66-0c81b6c8ace9" providerId="ADAL" clId="{65595279-B11A-44E5-9023-6BC560F7656F}" dt="2024-02-09T10:07:31.041" v="12626" actId="478"/>
          <ac:spMkLst>
            <pc:docMk/>
            <pc:sldMk cId="2549508935" sldId="283"/>
            <ac:spMk id="3" creationId="{64F7693F-39A5-CBE1-8E18-E8202EB7B1E0}"/>
          </ac:spMkLst>
        </pc:spChg>
      </pc:sldChg>
    </pc:docChg>
  </pc:docChgLst>
  <pc:docChgLst>
    <pc:chgData name="Embedded" userId="97690703-89ef-4183-8a66-0c81b6c8ace9" providerId="ADAL" clId="{59C27F04-14AF-4FD9-91A7-CCD494558085}"/>
    <pc:docChg chg="undo custSel addSld modSld">
      <pc:chgData name="Embedded" userId="97690703-89ef-4183-8a66-0c81b6c8ace9" providerId="ADAL" clId="{59C27F04-14AF-4FD9-91A7-CCD494558085}" dt="2024-06-20T13:12:09.028" v="702" actId="1076"/>
      <pc:docMkLst>
        <pc:docMk/>
      </pc:docMkLst>
      <pc:sldChg chg="addSp delSp modSp mod">
        <pc:chgData name="Embedded" userId="97690703-89ef-4183-8a66-0c81b6c8ace9" providerId="ADAL" clId="{59C27F04-14AF-4FD9-91A7-CCD494558085}" dt="2024-06-19T11:44:53.307" v="85" actId="6549"/>
        <pc:sldMkLst>
          <pc:docMk/>
          <pc:sldMk cId="83299075" sldId="311"/>
        </pc:sldMkLst>
        <pc:spChg chg="del">
          <ac:chgData name="Embedded" userId="97690703-89ef-4183-8a66-0c81b6c8ace9" providerId="ADAL" clId="{59C27F04-14AF-4FD9-91A7-CCD494558085}" dt="2024-06-19T11:42:31.490" v="21" actId="478"/>
          <ac:spMkLst>
            <pc:docMk/>
            <pc:sldMk cId="83299075" sldId="311"/>
            <ac:spMk id="8" creationId="{700D9DA1-1404-AE66-6CFB-C5B1D3B997F8}"/>
          </ac:spMkLst>
        </pc:spChg>
        <pc:spChg chg="mod">
          <ac:chgData name="Embedded" userId="97690703-89ef-4183-8a66-0c81b6c8ace9" providerId="ADAL" clId="{59C27F04-14AF-4FD9-91A7-CCD494558085}" dt="2024-06-19T11:43:26.784" v="44" actId="164"/>
          <ac:spMkLst>
            <pc:docMk/>
            <pc:sldMk cId="83299075" sldId="311"/>
            <ac:spMk id="9" creationId="{7BAA947F-94DE-4382-E3DC-BD953A198B26}"/>
          </ac:spMkLst>
        </pc:spChg>
        <pc:spChg chg="add mod">
          <ac:chgData name="Embedded" userId="97690703-89ef-4183-8a66-0c81b6c8ace9" providerId="ADAL" clId="{59C27F04-14AF-4FD9-91A7-CCD494558085}" dt="2024-06-19T11:41:41.151" v="11" actId="1076"/>
          <ac:spMkLst>
            <pc:docMk/>
            <pc:sldMk cId="83299075" sldId="311"/>
            <ac:spMk id="13" creationId="{A98C928A-F907-D6F4-BF65-513708551923}"/>
          </ac:spMkLst>
        </pc:spChg>
        <pc:spChg chg="mod">
          <ac:chgData name="Embedded" userId="97690703-89ef-4183-8a66-0c81b6c8ace9" providerId="ADAL" clId="{59C27F04-14AF-4FD9-91A7-CCD494558085}" dt="2024-06-19T11:44:53.307" v="85" actId="6549"/>
          <ac:spMkLst>
            <pc:docMk/>
            <pc:sldMk cId="83299075" sldId="311"/>
            <ac:spMk id="14" creationId="{CAD806B4-F351-7E2E-DB85-B019735BCFEA}"/>
          </ac:spMkLst>
        </pc:spChg>
        <pc:spChg chg="mod">
          <ac:chgData name="Embedded" userId="97690703-89ef-4183-8a66-0c81b6c8ace9" providerId="ADAL" clId="{59C27F04-14AF-4FD9-91A7-CCD494558085}" dt="2024-06-19T11:43:26.784" v="44" actId="164"/>
          <ac:spMkLst>
            <pc:docMk/>
            <pc:sldMk cId="83299075" sldId="311"/>
            <ac:spMk id="15" creationId="{490F6928-9945-D7AD-FCBD-5D80695292B9}"/>
          </ac:spMkLst>
        </pc:spChg>
        <pc:spChg chg="add mod">
          <ac:chgData name="Embedded" userId="97690703-89ef-4183-8a66-0c81b6c8ace9" providerId="ADAL" clId="{59C27F04-14AF-4FD9-91A7-CCD494558085}" dt="2024-06-19T11:42:09.680" v="20" actId="1076"/>
          <ac:spMkLst>
            <pc:docMk/>
            <pc:sldMk cId="83299075" sldId="311"/>
            <ac:spMk id="16" creationId="{0DDF32DB-8305-0ACD-5CDC-0FD8B1FE21F9}"/>
          </ac:spMkLst>
        </pc:spChg>
        <pc:spChg chg="add del mod">
          <ac:chgData name="Embedded" userId="97690703-89ef-4183-8a66-0c81b6c8ace9" providerId="ADAL" clId="{59C27F04-14AF-4FD9-91A7-CCD494558085}" dt="2024-06-19T11:42:47.586" v="25" actId="11529"/>
          <ac:spMkLst>
            <pc:docMk/>
            <pc:sldMk cId="83299075" sldId="311"/>
            <ac:spMk id="22" creationId="{CCB28692-82DF-7844-986B-11450D35C070}"/>
          </ac:spMkLst>
        </pc:spChg>
        <pc:spChg chg="add del mod">
          <ac:chgData name="Embedded" userId="97690703-89ef-4183-8a66-0c81b6c8ace9" providerId="ADAL" clId="{59C27F04-14AF-4FD9-91A7-CCD494558085}" dt="2024-06-19T11:43:52.846" v="48" actId="478"/>
          <ac:spMkLst>
            <pc:docMk/>
            <pc:sldMk cId="83299075" sldId="311"/>
            <ac:spMk id="24" creationId="{405C4265-F34C-0BEB-1847-35F0826F782C}"/>
          </ac:spMkLst>
        </pc:spChg>
        <pc:spChg chg="add mod">
          <ac:chgData name="Embedded" userId="97690703-89ef-4183-8a66-0c81b6c8ace9" providerId="ADAL" clId="{59C27F04-14AF-4FD9-91A7-CCD494558085}" dt="2024-06-19T11:44:36.646" v="73" actId="13822"/>
          <ac:spMkLst>
            <pc:docMk/>
            <pc:sldMk cId="83299075" sldId="311"/>
            <ac:spMk id="30" creationId="{3E83B96C-501A-FD34-74F3-9F25F73903E9}"/>
          </ac:spMkLst>
        </pc:spChg>
        <pc:spChg chg="mod">
          <ac:chgData name="Embedded" userId="97690703-89ef-4183-8a66-0c81b6c8ace9" providerId="ADAL" clId="{59C27F04-14AF-4FD9-91A7-CCD494558085}" dt="2024-06-19T11:41:04.768" v="0" actId="1076"/>
          <ac:spMkLst>
            <pc:docMk/>
            <pc:sldMk cId="83299075" sldId="311"/>
            <ac:spMk id="36" creationId="{4B4A2CA2-B0EC-7895-76BB-CF32F0AFD120}"/>
          </ac:spMkLst>
        </pc:spChg>
        <pc:spChg chg="mod">
          <ac:chgData name="Embedded" userId="97690703-89ef-4183-8a66-0c81b6c8ace9" providerId="ADAL" clId="{59C27F04-14AF-4FD9-91A7-CCD494558085}" dt="2024-06-19T11:41:14.519" v="2" actId="1076"/>
          <ac:spMkLst>
            <pc:docMk/>
            <pc:sldMk cId="83299075" sldId="311"/>
            <ac:spMk id="37" creationId="{AE2E074E-5FBB-E3B9-6BEE-00EBA1C0444D}"/>
          </ac:spMkLst>
        </pc:spChg>
        <pc:spChg chg="mod">
          <ac:chgData name="Embedded" userId="97690703-89ef-4183-8a66-0c81b6c8ace9" providerId="ADAL" clId="{59C27F04-14AF-4FD9-91A7-CCD494558085}" dt="2024-06-19T11:44:15.892" v="51" actId="1076"/>
          <ac:spMkLst>
            <pc:docMk/>
            <pc:sldMk cId="83299075" sldId="311"/>
            <ac:spMk id="55" creationId="{40A7EC2E-0647-D08E-9274-267DC7A6B452}"/>
          </ac:spMkLst>
        </pc:spChg>
        <pc:spChg chg="mod">
          <ac:chgData name="Embedded" userId="97690703-89ef-4183-8a66-0c81b6c8ace9" providerId="ADAL" clId="{59C27F04-14AF-4FD9-91A7-CCD494558085}" dt="2024-06-19T11:41:08.964" v="1" actId="1076"/>
          <ac:spMkLst>
            <pc:docMk/>
            <pc:sldMk cId="83299075" sldId="311"/>
            <ac:spMk id="58" creationId="{8AA5E64F-8DB8-6204-DE26-AA3829339DBE}"/>
          </ac:spMkLst>
        </pc:spChg>
        <pc:spChg chg="mod">
          <ac:chgData name="Embedded" userId="97690703-89ef-4183-8a66-0c81b6c8ace9" providerId="ADAL" clId="{59C27F04-14AF-4FD9-91A7-CCD494558085}" dt="2024-06-19T11:41:28.810" v="5" actId="1076"/>
          <ac:spMkLst>
            <pc:docMk/>
            <pc:sldMk cId="83299075" sldId="311"/>
            <ac:spMk id="59" creationId="{8114BAB4-7B8C-C5AD-BF39-F08056BAD743}"/>
          </ac:spMkLst>
        </pc:spChg>
        <pc:spChg chg="mod">
          <ac:chgData name="Embedded" userId="97690703-89ef-4183-8a66-0c81b6c8ace9" providerId="ADAL" clId="{59C27F04-14AF-4FD9-91A7-CCD494558085}" dt="2024-06-19T11:41:18.973" v="3" actId="1076"/>
          <ac:spMkLst>
            <pc:docMk/>
            <pc:sldMk cId="83299075" sldId="311"/>
            <ac:spMk id="67" creationId="{FCC675C2-80AF-2757-C79B-26BFAC060288}"/>
          </ac:spMkLst>
        </pc:spChg>
        <pc:spChg chg="mod">
          <ac:chgData name="Embedded" userId="97690703-89ef-4183-8a66-0c81b6c8ace9" providerId="ADAL" clId="{59C27F04-14AF-4FD9-91A7-CCD494558085}" dt="2024-06-19T11:41:24.758" v="4" actId="1076"/>
          <ac:spMkLst>
            <pc:docMk/>
            <pc:sldMk cId="83299075" sldId="311"/>
            <ac:spMk id="68" creationId="{EBF94A6F-78EE-3E7E-49ED-D1E598AE4272}"/>
          </ac:spMkLst>
        </pc:spChg>
        <pc:grpChg chg="add mod">
          <ac:chgData name="Embedded" userId="97690703-89ef-4183-8a66-0c81b6c8ace9" providerId="ADAL" clId="{59C27F04-14AF-4FD9-91A7-CCD494558085}" dt="2024-06-19T11:43:36.972" v="47" actId="1076"/>
          <ac:grpSpMkLst>
            <pc:docMk/>
            <pc:sldMk cId="83299075" sldId="311"/>
            <ac:grpSpMk id="29" creationId="{93D597F1-F679-96DD-6F53-91AD001BE43A}"/>
          </ac:grpSpMkLst>
        </pc:grpChg>
        <pc:picChg chg="mod">
          <ac:chgData name="Embedded" userId="97690703-89ef-4183-8a66-0c81b6c8ace9" providerId="ADAL" clId="{59C27F04-14AF-4FD9-91A7-CCD494558085}" dt="2024-06-19T11:41:18.973" v="3" actId="1076"/>
          <ac:picMkLst>
            <pc:docMk/>
            <pc:sldMk cId="83299075" sldId="311"/>
            <ac:picMk id="64" creationId="{A2BE9564-4D03-DFD7-017F-53A642433494}"/>
          </ac:picMkLst>
        </pc:picChg>
        <pc:picChg chg="mod">
          <ac:chgData name="Embedded" userId="97690703-89ef-4183-8a66-0c81b6c8ace9" providerId="ADAL" clId="{59C27F04-14AF-4FD9-91A7-CCD494558085}" dt="2024-06-19T11:41:24.758" v="4" actId="1076"/>
          <ac:picMkLst>
            <pc:docMk/>
            <pc:sldMk cId="83299075" sldId="311"/>
            <ac:picMk id="65" creationId="{D67B8AE1-63B8-D2DA-7F62-D5B978C12FA6}"/>
          </ac:picMkLst>
        </pc:picChg>
        <pc:cxnChg chg="add mod">
          <ac:chgData name="Embedded" userId="97690703-89ef-4183-8a66-0c81b6c8ace9" providerId="ADAL" clId="{59C27F04-14AF-4FD9-91A7-CCD494558085}" dt="2024-06-19T11:41:36.762" v="9" actId="14100"/>
          <ac:cxnSpMkLst>
            <pc:docMk/>
            <pc:sldMk cId="83299075" sldId="311"/>
            <ac:cxnSpMk id="10" creationId="{878BD3E9-AD02-F3A1-5C3D-E5CC57998700}"/>
          </ac:cxnSpMkLst>
        </pc:cxnChg>
        <pc:cxnChg chg="add mod">
          <ac:chgData name="Embedded" userId="97690703-89ef-4183-8a66-0c81b6c8ace9" providerId="ADAL" clId="{59C27F04-14AF-4FD9-91A7-CCD494558085}" dt="2024-06-19T11:42:05.417" v="19" actId="14100"/>
          <ac:cxnSpMkLst>
            <pc:docMk/>
            <pc:sldMk cId="83299075" sldId="311"/>
            <ac:cxnSpMk id="17" creationId="{F81CB23E-A799-A2B8-9A63-23EFCDFCE6AC}"/>
          </ac:cxnSpMkLst>
        </pc:cxnChg>
        <pc:cxnChg chg="mod">
          <ac:chgData name="Embedded" userId="97690703-89ef-4183-8a66-0c81b6c8ace9" providerId="ADAL" clId="{59C27F04-14AF-4FD9-91A7-CCD494558085}" dt="2024-06-19T11:43:52.846" v="48" actId="478"/>
          <ac:cxnSpMkLst>
            <pc:docMk/>
            <pc:sldMk cId="83299075" sldId="311"/>
            <ac:cxnSpMk id="23" creationId="{D15B22D7-5BAE-05E6-BF20-3DBF03581A3B}"/>
          </ac:cxnSpMkLst>
        </pc:cxnChg>
        <pc:cxnChg chg="mod">
          <ac:chgData name="Embedded" userId="97690703-89ef-4183-8a66-0c81b6c8ace9" providerId="ADAL" clId="{59C27F04-14AF-4FD9-91A7-CCD494558085}" dt="2024-06-19T11:44:20.566" v="52" actId="14100"/>
          <ac:cxnSpMkLst>
            <pc:docMk/>
            <pc:sldMk cId="83299075" sldId="311"/>
            <ac:cxnSpMk id="28" creationId="{E761359B-5512-A7DD-D936-FC3E506346C8}"/>
          </ac:cxnSpMkLst>
        </pc:cxnChg>
        <pc:cxnChg chg="mod">
          <ac:chgData name="Embedded" userId="97690703-89ef-4183-8a66-0c81b6c8ace9" providerId="ADAL" clId="{59C27F04-14AF-4FD9-91A7-CCD494558085}" dt="2024-06-19T11:44:23.199" v="53" actId="14100"/>
          <ac:cxnSpMkLst>
            <pc:docMk/>
            <pc:sldMk cId="83299075" sldId="311"/>
            <ac:cxnSpMk id="31" creationId="{851B7A07-B29B-D010-255A-B39F4C5988AD}"/>
          </ac:cxnSpMkLst>
        </pc:cxnChg>
        <pc:cxnChg chg="mod">
          <ac:chgData name="Embedded" userId="97690703-89ef-4183-8a66-0c81b6c8ace9" providerId="ADAL" clId="{59C27F04-14AF-4FD9-91A7-CCD494558085}" dt="2024-06-19T11:41:04.768" v="0" actId="1076"/>
          <ac:cxnSpMkLst>
            <pc:docMk/>
            <pc:sldMk cId="83299075" sldId="311"/>
            <ac:cxnSpMk id="43" creationId="{23195C7F-44ED-F3D1-584E-11E7B6211881}"/>
          </ac:cxnSpMkLst>
        </pc:cxnChg>
        <pc:cxnChg chg="mod">
          <ac:chgData name="Embedded" userId="97690703-89ef-4183-8a66-0c81b6c8ace9" providerId="ADAL" clId="{59C27F04-14AF-4FD9-91A7-CCD494558085}" dt="2024-06-19T11:41:14.519" v="2" actId="1076"/>
          <ac:cxnSpMkLst>
            <pc:docMk/>
            <pc:sldMk cId="83299075" sldId="311"/>
            <ac:cxnSpMk id="46" creationId="{CBB66094-673A-DC41-3015-3288B1C8A57A}"/>
          </ac:cxnSpMkLst>
        </pc:cxnChg>
      </pc:sldChg>
      <pc:sldChg chg="modSp mod">
        <pc:chgData name="Embedded" userId="97690703-89ef-4183-8a66-0c81b6c8ace9" providerId="ADAL" clId="{59C27F04-14AF-4FD9-91A7-CCD494558085}" dt="2024-06-20T11:53:39.069" v="219" actId="20577"/>
        <pc:sldMkLst>
          <pc:docMk/>
          <pc:sldMk cId="1534590755" sldId="318"/>
        </pc:sldMkLst>
        <pc:spChg chg="mod">
          <ac:chgData name="Embedded" userId="97690703-89ef-4183-8a66-0c81b6c8ace9" providerId="ADAL" clId="{59C27F04-14AF-4FD9-91A7-CCD494558085}" dt="2024-06-20T11:52:57.499" v="97" actId="1076"/>
          <ac:spMkLst>
            <pc:docMk/>
            <pc:sldMk cId="1534590755" sldId="318"/>
            <ac:spMk id="60" creationId="{3A6EC3F3-25FC-44AE-B1AD-7ECD22950F84}"/>
          </ac:spMkLst>
        </pc:spChg>
        <pc:spChg chg="mod">
          <ac:chgData name="Embedded" userId="97690703-89ef-4183-8a66-0c81b6c8ace9" providerId="ADAL" clId="{59C27F04-14AF-4FD9-91A7-CCD494558085}" dt="2024-06-20T11:53:39.069" v="219" actId="20577"/>
          <ac:spMkLst>
            <pc:docMk/>
            <pc:sldMk cId="1534590755" sldId="318"/>
            <ac:spMk id="63" creationId="{2922AD32-FAC8-29CB-33CF-C250E559B3A8}"/>
          </ac:spMkLst>
        </pc:spChg>
      </pc:sldChg>
      <pc:sldChg chg="modSp mod">
        <pc:chgData name="Embedded" userId="97690703-89ef-4183-8a66-0c81b6c8ace9" providerId="ADAL" clId="{59C27F04-14AF-4FD9-91A7-CCD494558085}" dt="2024-06-20T11:54:48.238" v="246" actId="20577"/>
        <pc:sldMkLst>
          <pc:docMk/>
          <pc:sldMk cId="165112348" sldId="319"/>
        </pc:sldMkLst>
        <pc:spChg chg="mod">
          <ac:chgData name="Embedded" userId="97690703-89ef-4183-8a66-0c81b6c8ace9" providerId="ADAL" clId="{59C27F04-14AF-4FD9-91A7-CCD494558085}" dt="2024-06-20T11:54:34.978" v="228" actId="20577"/>
          <ac:spMkLst>
            <pc:docMk/>
            <pc:sldMk cId="165112348" sldId="319"/>
            <ac:spMk id="50" creationId="{F93D94B0-C02C-AF97-95C2-84138601C7CA}"/>
          </ac:spMkLst>
        </pc:spChg>
        <pc:spChg chg="mod">
          <ac:chgData name="Embedded" userId="97690703-89ef-4183-8a66-0c81b6c8ace9" providerId="ADAL" clId="{59C27F04-14AF-4FD9-91A7-CCD494558085}" dt="2024-06-20T11:54:38.803" v="237" actId="20577"/>
          <ac:spMkLst>
            <pc:docMk/>
            <pc:sldMk cId="165112348" sldId="319"/>
            <ac:spMk id="52" creationId="{9C5715F9-BAD7-6845-BB77-0BB490EFE17B}"/>
          </ac:spMkLst>
        </pc:spChg>
        <pc:spChg chg="mod">
          <ac:chgData name="Embedded" userId="97690703-89ef-4183-8a66-0c81b6c8ace9" providerId="ADAL" clId="{59C27F04-14AF-4FD9-91A7-CCD494558085}" dt="2024-06-20T11:54:48.238" v="246" actId="20577"/>
          <ac:spMkLst>
            <pc:docMk/>
            <pc:sldMk cId="165112348" sldId="319"/>
            <ac:spMk id="63" creationId="{2922AD32-FAC8-29CB-33CF-C250E559B3A8}"/>
          </ac:spMkLst>
        </pc:spChg>
      </pc:sldChg>
      <pc:sldChg chg="modSp mod">
        <pc:chgData name="Embedded" userId="97690703-89ef-4183-8a66-0c81b6c8ace9" providerId="ADAL" clId="{59C27F04-14AF-4FD9-91A7-CCD494558085}" dt="2024-06-20T13:10:26.143" v="608" actId="20577"/>
        <pc:sldMkLst>
          <pc:docMk/>
          <pc:sldMk cId="1970221574" sldId="330"/>
        </pc:sldMkLst>
        <pc:spChg chg="mod">
          <ac:chgData name="Embedded" userId="97690703-89ef-4183-8a66-0c81b6c8ace9" providerId="ADAL" clId="{59C27F04-14AF-4FD9-91A7-CCD494558085}" dt="2024-06-20T13:10:13.733" v="580" actId="20577"/>
          <ac:spMkLst>
            <pc:docMk/>
            <pc:sldMk cId="1970221574" sldId="330"/>
            <ac:spMk id="2" creationId="{ED85E716-5A33-A7AC-B877-1C949674B015}"/>
          </ac:spMkLst>
        </pc:spChg>
        <pc:spChg chg="mod">
          <ac:chgData name="Embedded" userId="97690703-89ef-4183-8a66-0c81b6c8ace9" providerId="ADAL" clId="{59C27F04-14AF-4FD9-91A7-CCD494558085}" dt="2024-06-20T13:10:21.357" v="599" actId="20577"/>
          <ac:spMkLst>
            <pc:docMk/>
            <pc:sldMk cId="1970221574" sldId="330"/>
            <ac:spMk id="14" creationId="{905023E6-4A22-6B72-9D4A-6C54D12D57E3}"/>
          </ac:spMkLst>
        </pc:spChg>
        <pc:spChg chg="mod">
          <ac:chgData name="Embedded" userId="97690703-89ef-4183-8a66-0c81b6c8ace9" providerId="ADAL" clId="{59C27F04-14AF-4FD9-91A7-CCD494558085}" dt="2024-06-20T13:10:09.890" v="571" actId="20577"/>
          <ac:spMkLst>
            <pc:docMk/>
            <pc:sldMk cId="1970221574" sldId="330"/>
            <ac:spMk id="50" creationId="{F93D94B0-C02C-AF97-95C2-84138601C7CA}"/>
          </ac:spMkLst>
        </pc:spChg>
        <pc:spChg chg="mod">
          <ac:chgData name="Embedded" userId="97690703-89ef-4183-8a66-0c81b6c8ace9" providerId="ADAL" clId="{59C27F04-14AF-4FD9-91A7-CCD494558085}" dt="2024-06-20T13:10:06.703" v="560" actId="20577"/>
          <ac:spMkLst>
            <pc:docMk/>
            <pc:sldMk cId="1970221574" sldId="330"/>
            <ac:spMk id="52" creationId="{9C5715F9-BAD7-6845-BB77-0BB490EFE17B}"/>
          </ac:spMkLst>
        </pc:spChg>
        <pc:spChg chg="mod">
          <ac:chgData name="Embedded" userId="97690703-89ef-4183-8a66-0c81b6c8ace9" providerId="ADAL" clId="{59C27F04-14AF-4FD9-91A7-CCD494558085}" dt="2024-06-20T13:10:26.143" v="608" actId="20577"/>
          <ac:spMkLst>
            <pc:docMk/>
            <pc:sldMk cId="1970221574" sldId="330"/>
            <ac:spMk id="63" creationId="{2922AD32-FAC8-29CB-33CF-C250E559B3A8}"/>
          </ac:spMkLst>
        </pc:spChg>
      </pc:sldChg>
      <pc:sldChg chg="modSp mod">
        <pc:chgData name="Embedded" userId="97690703-89ef-4183-8a66-0c81b6c8ace9" providerId="ADAL" clId="{59C27F04-14AF-4FD9-91A7-CCD494558085}" dt="2024-06-20T13:12:09.028" v="702" actId="1076"/>
        <pc:sldMkLst>
          <pc:docMk/>
          <pc:sldMk cId="1699119423" sldId="334"/>
        </pc:sldMkLst>
        <pc:spChg chg="mod">
          <ac:chgData name="Embedded" userId="97690703-89ef-4183-8a66-0c81b6c8ace9" providerId="ADAL" clId="{59C27F04-14AF-4FD9-91A7-CCD494558085}" dt="2024-06-20T13:11:38.992" v="675" actId="1076"/>
          <ac:spMkLst>
            <pc:docMk/>
            <pc:sldMk cId="1699119423" sldId="334"/>
            <ac:spMk id="2" creationId="{ED85E716-5A33-A7AC-B877-1C949674B015}"/>
          </ac:spMkLst>
        </pc:spChg>
        <pc:spChg chg="mod">
          <ac:chgData name="Embedded" userId="97690703-89ef-4183-8a66-0c81b6c8ace9" providerId="ADAL" clId="{59C27F04-14AF-4FD9-91A7-CCD494558085}" dt="2024-06-20T13:12:09.028" v="702" actId="1076"/>
          <ac:spMkLst>
            <pc:docMk/>
            <pc:sldMk cId="1699119423" sldId="334"/>
            <ac:spMk id="50" creationId="{F93D94B0-C02C-AF97-95C2-84138601C7CA}"/>
          </ac:spMkLst>
        </pc:spChg>
        <pc:spChg chg="mod">
          <ac:chgData name="Embedded" userId="97690703-89ef-4183-8a66-0c81b6c8ace9" providerId="ADAL" clId="{59C27F04-14AF-4FD9-91A7-CCD494558085}" dt="2024-06-20T13:11:26.950" v="650" actId="20577"/>
          <ac:spMkLst>
            <pc:docMk/>
            <pc:sldMk cId="1699119423" sldId="334"/>
            <ac:spMk id="52" creationId="{9C5715F9-BAD7-6845-BB77-0BB490EFE17B}"/>
          </ac:spMkLst>
        </pc:spChg>
        <pc:spChg chg="mod">
          <ac:chgData name="Embedded" userId="97690703-89ef-4183-8a66-0c81b6c8ace9" providerId="ADAL" clId="{59C27F04-14AF-4FD9-91A7-CCD494558085}" dt="2024-06-20T13:11:55.345" v="701" actId="20577"/>
          <ac:spMkLst>
            <pc:docMk/>
            <pc:sldMk cId="1699119423" sldId="334"/>
            <ac:spMk id="60" creationId="{3A6EC3F3-25FC-44AE-B1AD-7ECD22950F84}"/>
          </ac:spMkLst>
        </pc:spChg>
      </pc:sldChg>
      <pc:sldChg chg="modSp add mod">
        <pc:chgData name="Embedded" userId="97690703-89ef-4183-8a66-0c81b6c8ace9" providerId="ADAL" clId="{59C27F04-14AF-4FD9-91A7-CCD494558085}" dt="2024-06-20T12:16:53.578" v="347" actId="1076"/>
        <pc:sldMkLst>
          <pc:docMk/>
          <pc:sldMk cId="1691921459" sldId="337"/>
        </pc:sldMkLst>
        <pc:spChg chg="mod">
          <ac:chgData name="Embedded" userId="97690703-89ef-4183-8a66-0c81b6c8ace9" providerId="ADAL" clId="{59C27F04-14AF-4FD9-91A7-CCD494558085}" dt="2024-06-20T12:16:15.563" v="267" actId="1076"/>
          <ac:spMkLst>
            <pc:docMk/>
            <pc:sldMk cId="1691921459" sldId="337"/>
            <ac:spMk id="50" creationId="{F93D94B0-C02C-AF97-95C2-84138601C7CA}"/>
          </ac:spMkLst>
        </pc:spChg>
        <pc:spChg chg="mod">
          <ac:chgData name="Embedded" userId="97690703-89ef-4183-8a66-0c81b6c8ace9" providerId="ADAL" clId="{59C27F04-14AF-4FD9-91A7-CCD494558085}" dt="2024-06-20T12:16:31.687" v="297" actId="1076"/>
          <ac:spMkLst>
            <pc:docMk/>
            <pc:sldMk cId="1691921459" sldId="337"/>
            <ac:spMk id="52" creationId="{9C5715F9-BAD7-6845-BB77-0BB490EFE17B}"/>
          </ac:spMkLst>
        </pc:spChg>
        <pc:spChg chg="mod">
          <ac:chgData name="Embedded" userId="97690703-89ef-4183-8a66-0c81b6c8ace9" providerId="ADAL" clId="{59C27F04-14AF-4FD9-91A7-CCD494558085}" dt="2024-06-20T12:16:53.578" v="347" actId="1076"/>
          <ac:spMkLst>
            <pc:docMk/>
            <pc:sldMk cId="1691921459" sldId="337"/>
            <ac:spMk id="63" creationId="{2922AD32-FAC8-29CB-33CF-C250E559B3A8}"/>
          </ac:spMkLst>
        </pc:spChg>
      </pc:sldChg>
      <pc:sldChg chg="modSp add mod">
        <pc:chgData name="Embedded" userId="97690703-89ef-4183-8a66-0c81b6c8ace9" providerId="ADAL" clId="{59C27F04-14AF-4FD9-91A7-CCD494558085}" dt="2024-06-20T12:46:14.553" v="551" actId="1076"/>
        <pc:sldMkLst>
          <pc:docMk/>
          <pc:sldMk cId="2827533575" sldId="338"/>
        </pc:sldMkLst>
        <pc:spChg chg="mod">
          <ac:chgData name="Embedded" userId="97690703-89ef-4183-8a66-0c81b6c8ace9" providerId="ADAL" clId="{59C27F04-14AF-4FD9-91A7-CCD494558085}" dt="2024-06-20T12:45:31.357" v="416" actId="20577"/>
          <ac:spMkLst>
            <pc:docMk/>
            <pc:sldMk cId="2827533575" sldId="338"/>
            <ac:spMk id="2" creationId="{ED85E716-5A33-A7AC-B877-1C949674B015}"/>
          </ac:spMkLst>
        </pc:spChg>
        <pc:spChg chg="mod">
          <ac:chgData name="Embedded" userId="97690703-89ef-4183-8a66-0c81b6c8ace9" providerId="ADAL" clId="{59C27F04-14AF-4FD9-91A7-CCD494558085}" dt="2024-06-20T12:45:44.813" v="456" actId="20577"/>
          <ac:spMkLst>
            <pc:docMk/>
            <pc:sldMk cId="2827533575" sldId="338"/>
            <ac:spMk id="14" creationId="{905023E6-4A22-6B72-9D4A-6C54D12D57E3}"/>
          </ac:spMkLst>
        </pc:spChg>
        <pc:spChg chg="mod">
          <ac:chgData name="Embedded" userId="97690703-89ef-4183-8a66-0c81b6c8ace9" providerId="ADAL" clId="{59C27F04-14AF-4FD9-91A7-CCD494558085}" dt="2024-06-20T12:45:18.268" v="398" actId="1076"/>
          <ac:spMkLst>
            <pc:docMk/>
            <pc:sldMk cId="2827533575" sldId="338"/>
            <ac:spMk id="50" creationId="{F93D94B0-C02C-AF97-95C2-84138601C7CA}"/>
          </ac:spMkLst>
        </pc:spChg>
        <pc:spChg chg="mod">
          <ac:chgData name="Embedded" userId="97690703-89ef-4183-8a66-0c81b6c8ace9" providerId="ADAL" clId="{59C27F04-14AF-4FD9-91A7-CCD494558085}" dt="2024-06-20T12:45:23.263" v="407" actId="20577"/>
          <ac:spMkLst>
            <pc:docMk/>
            <pc:sldMk cId="2827533575" sldId="338"/>
            <ac:spMk id="52" creationId="{9C5715F9-BAD7-6845-BB77-0BB490EFE17B}"/>
          </ac:spMkLst>
        </pc:spChg>
        <pc:spChg chg="mod">
          <ac:chgData name="Embedded" userId="97690703-89ef-4183-8a66-0c81b6c8ace9" providerId="ADAL" clId="{59C27F04-14AF-4FD9-91A7-CCD494558085}" dt="2024-06-20T12:45:57.100" v="469" actId="1076"/>
          <ac:spMkLst>
            <pc:docMk/>
            <pc:sldMk cId="2827533575" sldId="338"/>
            <ac:spMk id="60" creationId="{3A6EC3F3-25FC-44AE-B1AD-7ECD22950F84}"/>
          </ac:spMkLst>
        </pc:spChg>
        <pc:spChg chg="mod">
          <ac:chgData name="Embedded" userId="97690703-89ef-4183-8a66-0c81b6c8ace9" providerId="ADAL" clId="{59C27F04-14AF-4FD9-91A7-CCD494558085}" dt="2024-06-20T12:46:14.553" v="551" actId="1076"/>
          <ac:spMkLst>
            <pc:docMk/>
            <pc:sldMk cId="2827533575" sldId="338"/>
            <ac:spMk id="63" creationId="{2922AD32-FAC8-29CB-33CF-C250E559B3A8}"/>
          </ac:spMkLst>
        </pc:spChg>
      </pc:sldChg>
    </pc:docChg>
  </pc:docChgLst>
  <pc:docChgLst>
    <pc:chgData name="Embedded Development" userId="S::embedded@qmaxsys.com::97690703-89ef-4183-8a66-0c81b6c8ace9" providerId="AD" clId="Web-{A80F9432-786D-767E-3308-A56D881BF35A}"/>
    <pc:docChg chg="addSld modSld">
      <pc:chgData name="Embedded Development" userId="S::embedded@qmaxsys.com::97690703-89ef-4183-8a66-0c81b6c8ace9" providerId="AD" clId="Web-{A80F9432-786D-767E-3308-A56D881BF35A}" dt="2024-03-25T12:47:25.408" v="1453"/>
      <pc:docMkLst>
        <pc:docMk/>
      </pc:docMkLst>
      <pc:sldChg chg="modSp">
        <pc:chgData name="Embedded Development" userId="S::embedded@qmaxsys.com::97690703-89ef-4183-8a66-0c81b6c8ace9" providerId="AD" clId="Web-{A80F9432-786D-767E-3308-A56D881BF35A}" dt="2024-03-25T12:47:25.408" v="1453"/>
        <pc:sldMkLst>
          <pc:docMk/>
          <pc:sldMk cId="3445988338" sldId="302"/>
        </pc:sldMkLst>
        <pc:graphicFrameChg chg="mod modGraphic">
          <ac:chgData name="Embedded Development" userId="S::embedded@qmaxsys.com::97690703-89ef-4183-8a66-0c81b6c8ace9" providerId="AD" clId="Web-{A80F9432-786D-767E-3308-A56D881BF35A}" dt="2024-03-25T12:47:25.408" v="1453"/>
          <ac:graphicFrameMkLst>
            <pc:docMk/>
            <pc:sldMk cId="3445988338" sldId="302"/>
            <ac:graphicFrameMk id="6" creationId="{3F1F59D9-6954-8202-0A9C-B72BFF4C8B09}"/>
          </ac:graphicFrameMkLst>
        </pc:graphicFrameChg>
      </pc:sldChg>
      <pc:sldChg chg="modSp">
        <pc:chgData name="Embedded Development" userId="S::embedded@qmaxsys.com::97690703-89ef-4183-8a66-0c81b6c8ace9" providerId="AD" clId="Web-{A80F9432-786D-767E-3308-A56D881BF35A}" dt="2024-03-25T12:45:44.828" v="1189"/>
        <pc:sldMkLst>
          <pc:docMk/>
          <pc:sldMk cId="445608198" sldId="306"/>
        </pc:sldMkLst>
        <pc:spChg chg="mod">
          <ac:chgData name="Embedded Development" userId="S::embedded@qmaxsys.com::97690703-89ef-4183-8a66-0c81b6c8ace9" providerId="AD" clId="Web-{A80F9432-786D-767E-3308-A56D881BF35A}" dt="2024-03-25T12:37:46.429" v="55" actId="20577"/>
          <ac:spMkLst>
            <pc:docMk/>
            <pc:sldMk cId="445608198" sldId="306"/>
            <ac:spMk id="4" creationId="{797E7399-0390-B13A-8A43-58EC026E10CB}"/>
          </ac:spMkLst>
        </pc:spChg>
        <pc:graphicFrameChg chg="mod modGraphic">
          <ac:chgData name="Embedded Development" userId="S::embedded@qmaxsys.com::97690703-89ef-4183-8a66-0c81b6c8ace9" providerId="AD" clId="Web-{A80F9432-786D-767E-3308-A56D881BF35A}" dt="2024-03-25T12:45:44.828" v="1189"/>
          <ac:graphicFrameMkLst>
            <pc:docMk/>
            <pc:sldMk cId="445608198" sldId="306"/>
            <ac:graphicFrameMk id="6" creationId="{3F1F59D9-6954-8202-0A9C-B72BFF4C8B09}"/>
          </ac:graphicFrameMkLst>
        </pc:graphicFrameChg>
      </pc:sldChg>
      <pc:sldChg chg="modSp add replId">
        <pc:chgData name="Embedded Development" userId="S::embedded@qmaxsys.com::97690703-89ef-4183-8a66-0c81b6c8ace9" providerId="AD" clId="Web-{A80F9432-786D-767E-3308-A56D881BF35A}" dt="2024-03-25T12:45:26.890" v="1125"/>
        <pc:sldMkLst>
          <pc:docMk/>
          <pc:sldMk cId="1988048876" sldId="307"/>
        </pc:sldMkLst>
        <pc:spChg chg="mod">
          <ac:chgData name="Embedded Development" userId="S::embedded@qmaxsys.com::97690703-89ef-4183-8a66-0c81b6c8ace9" providerId="AD" clId="Web-{A80F9432-786D-767E-3308-A56D881BF35A}" dt="2024-03-25T12:37:52.945" v="57" actId="20577"/>
          <ac:spMkLst>
            <pc:docMk/>
            <pc:sldMk cId="1988048876" sldId="307"/>
            <ac:spMk id="4" creationId="{797E7399-0390-B13A-8A43-58EC026E10CB}"/>
          </ac:spMkLst>
        </pc:spChg>
        <pc:graphicFrameChg chg="mod modGraphic">
          <ac:chgData name="Embedded Development" userId="S::embedded@qmaxsys.com::97690703-89ef-4183-8a66-0c81b6c8ace9" providerId="AD" clId="Web-{A80F9432-786D-767E-3308-A56D881BF35A}" dt="2024-03-25T12:45:26.890" v="1125"/>
          <ac:graphicFrameMkLst>
            <pc:docMk/>
            <pc:sldMk cId="1988048876" sldId="307"/>
            <ac:graphicFrameMk id="6" creationId="{3F1F59D9-6954-8202-0A9C-B72BFF4C8B09}"/>
          </ac:graphicFrameMkLst>
        </pc:graphicFrameChg>
      </pc:sldChg>
      <pc:sldChg chg="modSp add replId">
        <pc:chgData name="Embedded Development" userId="S::embedded@qmaxsys.com::97690703-89ef-4183-8a66-0c81b6c8ace9" providerId="AD" clId="Web-{A80F9432-786D-767E-3308-A56D881BF35A}" dt="2024-03-25T12:46:48.642" v="1439"/>
        <pc:sldMkLst>
          <pc:docMk/>
          <pc:sldMk cId="1502643546" sldId="308"/>
        </pc:sldMkLst>
        <pc:spChg chg="mod">
          <ac:chgData name="Embedded Development" userId="S::embedded@qmaxsys.com::97690703-89ef-4183-8a66-0c81b6c8ace9" providerId="AD" clId="Web-{A80F9432-786D-767E-3308-A56D881BF35A}" dt="2024-03-25T12:46:14.188" v="1197" actId="20577"/>
          <ac:spMkLst>
            <pc:docMk/>
            <pc:sldMk cId="1502643546" sldId="308"/>
            <ac:spMk id="4" creationId="{797E7399-0390-B13A-8A43-58EC026E10CB}"/>
          </ac:spMkLst>
        </pc:spChg>
        <pc:graphicFrameChg chg="mod modGraphic">
          <ac:chgData name="Embedded Development" userId="S::embedded@qmaxsys.com::97690703-89ef-4183-8a66-0c81b6c8ace9" providerId="AD" clId="Web-{A80F9432-786D-767E-3308-A56D881BF35A}" dt="2024-03-25T12:46:48.642" v="1439"/>
          <ac:graphicFrameMkLst>
            <pc:docMk/>
            <pc:sldMk cId="1502643546" sldId="308"/>
            <ac:graphicFrameMk id="6" creationId="{3F1F59D9-6954-8202-0A9C-B72BFF4C8B09}"/>
          </ac:graphicFrameMkLst>
        </pc:graphicFrameChg>
      </pc:sldChg>
    </pc:docChg>
  </pc:docChgLst>
  <pc:docChgLst>
    <pc:chgData name="Embedded Development" userId="S::embedded@qmaxsys.com::97690703-89ef-4183-8a66-0c81b6c8ace9" providerId="AD" clId="Web-{2692F7E7-3209-C500-2FEF-939C3CEA28E0}"/>
    <pc:docChg chg="modSld">
      <pc:chgData name="Embedded Development" userId="S::embedded@qmaxsys.com::97690703-89ef-4183-8a66-0c81b6c8ace9" providerId="AD" clId="Web-{2692F7E7-3209-C500-2FEF-939C3CEA28E0}" dt="2024-03-09T11:18:26.123" v="6" actId="20577"/>
      <pc:docMkLst>
        <pc:docMk/>
      </pc:docMkLst>
      <pc:sldChg chg="modSp">
        <pc:chgData name="Embedded Development" userId="S::embedded@qmaxsys.com::97690703-89ef-4183-8a66-0c81b6c8ace9" providerId="AD" clId="Web-{2692F7E7-3209-C500-2FEF-939C3CEA28E0}" dt="2024-03-09T11:06:52.613" v="1"/>
        <pc:sldMkLst>
          <pc:docMk/>
          <pc:sldMk cId="3116336226" sldId="256"/>
        </pc:sldMkLst>
        <pc:spChg chg="mod">
          <ac:chgData name="Embedded Development" userId="S::embedded@qmaxsys.com::97690703-89ef-4183-8a66-0c81b6c8ace9" providerId="AD" clId="Web-{2692F7E7-3209-C500-2FEF-939C3CEA28E0}" dt="2024-03-09T11:06:52.613" v="1"/>
          <ac:spMkLst>
            <pc:docMk/>
            <pc:sldMk cId="3116336226" sldId="256"/>
            <ac:spMk id="10" creationId="{76A5832B-E368-B357-9402-832DF3F17B83}"/>
          </ac:spMkLst>
        </pc:spChg>
        <pc:spChg chg="mod">
          <ac:chgData name="Embedded Development" userId="S::embedded@qmaxsys.com::97690703-89ef-4183-8a66-0c81b6c8ace9" providerId="AD" clId="Web-{2692F7E7-3209-C500-2FEF-939C3CEA28E0}" dt="2024-03-09T11:06:52.613" v="1"/>
          <ac:spMkLst>
            <pc:docMk/>
            <pc:sldMk cId="3116336226" sldId="256"/>
            <ac:spMk id="30" creationId="{4388B6F0-43A7-FAA3-43AB-25ABF5FF68A8}"/>
          </ac:spMkLst>
        </pc:spChg>
        <pc:graphicFrameChg chg="modGraphic">
          <ac:chgData name="Embedded Development" userId="S::embedded@qmaxsys.com::97690703-89ef-4183-8a66-0c81b6c8ace9" providerId="AD" clId="Web-{2692F7E7-3209-C500-2FEF-939C3CEA28E0}" dt="2024-03-09T11:06:35.597" v="0"/>
          <ac:graphicFrameMkLst>
            <pc:docMk/>
            <pc:sldMk cId="3116336226" sldId="256"/>
            <ac:graphicFrameMk id="2" creationId="{179AF028-29EB-3A39-F202-19AAF9891FF6}"/>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3116336226" sldId="256"/>
            <ac:graphicFrameMk id="3" creationId="{4BD7DC63-F8E9-28B1-0F9A-D1370815E53F}"/>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3116336226" sldId="256"/>
            <ac:graphicFrameMk id="8" creationId="{D726E11F-5CA1-1FD4-5765-8835B4C0AF4B}"/>
          </ac:graphicFrameMkLst>
        </pc:graphicFrameChg>
      </pc:sldChg>
      <pc:sldChg chg="modSp">
        <pc:chgData name="Embedded Development" userId="S::embedded@qmaxsys.com::97690703-89ef-4183-8a66-0c81b6c8ace9" providerId="AD" clId="Web-{2692F7E7-3209-C500-2FEF-939C3CEA28E0}" dt="2024-03-09T11:06:52.613" v="1"/>
        <pc:sldMkLst>
          <pc:docMk/>
          <pc:sldMk cId="1943458392" sldId="262"/>
        </pc:sldMkLst>
        <pc:spChg chg="mod">
          <ac:chgData name="Embedded Development" userId="S::embedded@qmaxsys.com::97690703-89ef-4183-8a66-0c81b6c8ace9" providerId="AD" clId="Web-{2692F7E7-3209-C500-2FEF-939C3CEA28E0}" dt="2024-03-09T11:06:52.613" v="1"/>
          <ac:spMkLst>
            <pc:docMk/>
            <pc:sldMk cId="1943458392" sldId="262"/>
            <ac:spMk id="11" creationId="{CE0C8210-46E2-E167-4C22-75007CC48E28}"/>
          </ac:spMkLst>
        </pc:spChg>
        <pc:spChg chg="mod">
          <ac:chgData name="Embedded Development" userId="S::embedded@qmaxsys.com::97690703-89ef-4183-8a66-0c81b6c8ace9" providerId="AD" clId="Web-{2692F7E7-3209-C500-2FEF-939C3CEA28E0}" dt="2024-03-09T11:06:52.613" v="1"/>
          <ac:spMkLst>
            <pc:docMk/>
            <pc:sldMk cId="1943458392" sldId="262"/>
            <ac:spMk id="30" creationId="{6F47E259-01F3-EFA4-D62A-A91D2F04207E}"/>
          </ac:spMkLst>
        </pc:spChg>
        <pc:graphicFrameChg chg="modGraphic">
          <ac:chgData name="Embedded Development" userId="S::embedded@qmaxsys.com::97690703-89ef-4183-8a66-0c81b6c8ace9" providerId="AD" clId="Web-{2692F7E7-3209-C500-2FEF-939C3CEA28E0}" dt="2024-03-09T11:06:35.597" v="0"/>
          <ac:graphicFrameMkLst>
            <pc:docMk/>
            <pc:sldMk cId="1943458392" sldId="262"/>
            <ac:graphicFrameMk id="5" creationId="{E8DD78CE-6DB1-C1D9-1B47-468750E24619}"/>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1943458392" sldId="262"/>
            <ac:graphicFrameMk id="12" creationId="{429D734C-A13A-E533-2543-5F852D9E249C}"/>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1943458392" sldId="262"/>
            <ac:graphicFrameMk id="14" creationId="{3D5E05EF-1C32-7569-E24E-2FB73A801BE7}"/>
          </ac:graphicFrameMkLst>
        </pc:graphicFrameChg>
      </pc:sldChg>
      <pc:sldChg chg="modSp">
        <pc:chgData name="Embedded Development" userId="S::embedded@qmaxsys.com::97690703-89ef-4183-8a66-0c81b6c8ace9" providerId="AD" clId="Web-{2692F7E7-3209-C500-2FEF-939C3CEA28E0}" dt="2024-03-09T11:06:35.597" v="0"/>
        <pc:sldMkLst>
          <pc:docMk/>
          <pc:sldMk cId="3741343971" sldId="273"/>
        </pc:sldMkLst>
        <pc:spChg chg="mod">
          <ac:chgData name="Embedded Development" userId="S::embedded@qmaxsys.com::97690703-89ef-4183-8a66-0c81b6c8ace9" providerId="AD" clId="Web-{2692F7E7-3209-C500-2FEF-939C3CEA28E0}" dt="2024-03-09T11:06:35.597" v="0"/>
          <ac:spMkLst>
            <pc:docMk/>
            <pc:sldMk cId="3741343971" sldId="273"/>
            <ac:spMk id="30" creationId="{20B7F450-DF20-8233-0A3E-2391B6DA3697}"/>
          </ac:spMkLst>
        </pc:spChg>
        <pc:spChg chg="mod">
          <ac:chgData name="Embedded Development" userId="S::embedded@qmaxsys.com::97690703-89ef-4183-8a66-0c81b6c8ace9" providerId="AD" clId="Web-{2692F7E7-3209-C500-2FEF-939C3CEA28E0}" dt="2024-03-09T11:06:35.597" v="0"/>
          <ac:spMkLst>
            <pc:docMk/>
            <pc:sldMk cId="3741343971" sldId="273"/>
            <ac:spMk id="32" creationId="{7B0537C3-EF86-CE7A-3E86-4A295BF67E6E}"/>
          </ac:spMkLst>
        </pc:spChg>
        <pc:graphicFrameChg chg="modGraphic">
          <ac:chgData name="Embedded Development" userId="S::embedded@qmaxsys.com::97690703-89ef-4183-8a66-0c81b6c8ace9" providerId="AD" clId="Web-{2692F7E7-3209-C500-2FEF-939C3CEA28E0}" dt="2024-03-09T11:06:35.597" v="0"/>
          <ac:graphicFrameMkLst>
            <pc:docMk/>
            <pc:sldMk cId="3741343971" sldId="273"/>
            <ac:graphicFrameMk id="4" creationId="{477BDD16-D759-A9CA-F8CE-66F23D49A8E1}"/>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3741343971" sldId="273"/>
            <ac:graphicFrameMk id="6" creationId="{66A330D4-0C52-FEDC-33B2-A7500B1855E4}"/>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3741343971" sldId="273"/>
            <ac:graphicFrameMk id="8" creationId="{036CA5E0-7C63-9225-E3A2-311A8EADB49B}"/>
          </ac:graphicFrameMkLst>
        </pc:graphicFrameChg>
      </pc:sldChg>
      <pc:sldChg chg="modSp">
        <pc:chgData name="Embedded Development" userId="S::embedded@qmaxsys.com::97690703-89ef-4183-8a66-0c81b6c8ace9" providerId="AD" clId="Web-{2692F7E7-3209-C500-2FEF-939C3CEA28E0}" dt="2024-03-09T11:06:35.597" v="0"/>
        <pc:sldMkLst>
          <pc:docMk/>
          <pc:sldMk cId="245526943" sldId="274"/>
        </pc:sldMkLst>
        <pc:spChg chg="mod">
          <ac:chgData name="Embedded Development" userId="S::embedded@qmaxsys.com::97690703-89ef-4183-8a66-0c81b6c8ace9" providerId="AD" clId="Web-{2692F7E7-3209-C500-2FEF-939C3CEA28E0}" dt="2024-03-09T11:06:35.597" v="0"/>
          <ac:spMkLst>
            <pc:docMk/>
            <pc:sldMk cId="245526943" sldId="274"/>
            <ac:spMk id="2" creationId="{23559517-07AE-D37E-106E-8CAD96122A92}"/>
          </ac:spMkLst>
        </pc:spChg>
        <pc:spChg chg="mod">
          <ac:chgData name="Embedded Development" userId="S::embedded@qmaxsys.com::97690703-89ef-4183-8a66-0c81b6c8ace9" providerId="AD" clId="Web-{2692F7E7-3209-C500-2FEF-939C3CEA28E0}" dt="2024-03-09T11:06:35.597" v="0"/>
          <ac:spMkLst>
            <pc:docMk/>
            <pc:sldMk cId="245526943" sldId="274"/>
            <ac:spMk id="30" creationId="{AC884E1E-A0F7-BF4B-A3F3-21040510C328}"/>
          </ac:spMkLst>
        </pc:spChg>
        <pc:graphicFrameChg chg="modGraphic">
          <ac:chgData name="Embedded Development" userId="S::embedded@qmaxsys.com::97690703-89ef-4183-8a66-0c81b6c8ace9" providerId="AD" clId="Web-{2692F7E7-3209-C500-2FEF-939C3CEA28E0}" dt="2024-03-09T11:06:35.597" v="0"/>
          <ac:graphicFrameMkLst>
            <pc:docMk/>
            <pc:sldMk cId="245526943" sldId="274"/>
            <ac:graphicFrameMk id="4" creationId="{5134EA2D-686E-80A1-F400-C68399D83264}"/>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245526943" sldId="274"/>
            <ac:graphicFrameMk id="6" creationId="{79F00D05-0CA3-5B4A-705B-D30562A25070}"/>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245526943" sldId="274"/>
            <ac:graphicFrameMk id="8" creationId="{567A6E54-D067-096A-3873-F1C5312167C7}"/>
          </ac:graphicFrameMkLst>
        </pc:graphicFrameChg>
      </pc:sldChg>
      <pc:sldChg chg="modSp">
        <pc:chgData name="Embedded Development" userId="S::embedded@qmaxsys.com::97690703-89ef-4183-8a66-0c81b6c8ace9" providerId="AD" clId="Web-{2692F7E7-3209-C500-2FEF-939C3CEA28E0}" dt="2024-03-09T11:18:26.123" v="6" actId="20577"/>
        <pc:sldMkLst>
          <pc:docMk/>
          <pc:sldMk cId="125140687" sldId="276"/>
        </pc:sldMkLst>
        <pc:spChg chg="mod">
          <ac:chgData name="Embedded Development" userId="S::embedded@qmaxsys.com::97690703-89ef-4183-8a66-0c81b6c8ace9" providerId="AD" clId="Web-{2692F7E7-3209-C500-2FEF-939C3CEA28E0}" dt="2024-03-09T11:18:26.123" v="6" actId="20577"/>
          <ac:spMkLst>
            <pc:docMk/>
            <pc:sldMk cId="125140687" sldId="276"/>
            <ac:spMk id="35" creationId="{E4ACBD17-8614-C5B6-B14B-6EF3DE8ECF88}"/>
          </ac:spMkLst>
        </pc:spChg>
        <pc:spChg chg="mod">
          <ac:chgData name="Embedded Development" userId="S::embedded@qmaxsys.com::97690703-89ef-4183-8a66-0c81b6c8ace9" providerId="AD" clId="Web-{2692F7E7-3209-C500-2FEF-939C3CEA28E0}" dt="2024-03-09T11:18:24.545" v="4" actId="20577"/>
          <ac:spMkLst>
            <pc:docMk/>
            <pc:sldMk cId="125140687" sldId="276"/>
            <ac:spMk id="36" creationId="{3B2A641D-B598-35A1-D564-C23F7446E0FB}"/>
          </ac:spMkLst>
        </pc:spChg>
      </pc:sldChg>
      <pc:sldChg chg="modSp">
        <pc:chgData name="Embedded Development" userId="S::embedded@qmaxsys.com::97690703-89ef-4183-8a66-0c81b6c8ace9" providerId="AD" clId="Web-{2692F7E7-3209-C500-2FEF-939C3CEA28E0}" dt="2024-03-09T11:06:35.597" v="0"/>
        <pc:sldMkLst>
          <pc:docMk/>
          <pc:sldMk cId="3948856911" sldId="277"/>
        </pc:sldMkLst>
        <pc:graphicFrameChg chg="modGraphic">
          <ac:chgData name="Embedded Development" userId="S::embedded@qmaxsys.com::97690703-89ef-4183-8a66-0c81b6c8ace9" providerId="AD" clId="Web-{2692F7E7-3209-C500-2FEF-939C3CEA28E0}" dt="2024-03-09T11:06:35.597" v="0"/>
          <ac:graphicFrameMkLst>
            <pc:docMk/>
            <pc:sldMk cId="3948856911" sldId="277"/>
            <ac:graphicFrameMk id="23" creationId="{302C7FC7-9442-8434-8531-A930F5F3054B}"/>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3948856911" sldId="277"/>
            <ac:graphicFrameMk id="25" creationId="{C19C7A2E-928D-B7F8-5691-8DF7BEEB55E9}"/>
          </ac:graphicFrameMkLst>
        </pc:graphicFrameChg>
      </pc:sldChg>
      <pc:sldChg chg="modSp">
        <pc:chgData name="Embedded Development" userId="S::embedded@qmaxsys.com::97690703-89ef-4183-8a66-0c81b6c8ace9" providerId="AD" clId="Web-{2692F7E7-3209-C500-2FEF-939C3CEA28E0}" dt="2024-03-09T11:06:35.597" v="0"/>
        <pc:sldMkLst>
          <pc:docMk/>
          <pc:sldMk cId="181310961" sldId="278"/>
        </pc:sldMkLst>
        <pc:spChg chg="mod">
          <ac:chgData name="Embedded Development" userId="S::embedded@qmaxsys.com::97690703-89ef-4183-8a66-0c81b6c8ace9" providerId="AD" clId="Web-{2692F7E7-3209-C500-2FEF-939C3CEA28E0}" dt="2024-03-09T11:06:35.597" v="0"/>
          <ac:spMkLst>
            <pc:docMk/>
            <pc:sldMk cId="181310961" sldId="278"/>
            <ac:spMk id="21" creationId="{5322282F-2FEE-4899-E15F-1616F4D991F4}"/>
          </ac:spMkLst>
        </pc:spChg>
        <pc:graphicFrameChg chg="modGraphic">
          <ac:chgData name="Embedded Development" userId="S::embedded@qmaxsys.com::97690703-89ef-4183-8a66-0c81b6c8ace9" providerId="AD" clId="Web-{2692F7E7-3209-C500-2FEF-939C3CEA28E0}" dt="2024-03-09T11:06:35.597" v="0"/>
          <ac:graphicFrameMkLst>
            <pc:docMk/>
            <pc:sldMk cId="181310961" sldId="278"/>
            <ac:graphicFrameMk id="19" creationId="{E4FFD3C2-7C5B-40C4-F443-64DD9437A3DB}"/>
          </ac:graphicFrameMkLst>
        </pc:graphicFrameChg>
      </pc:sldChg>
      <pc:sldChg chg="modSp">
        <pc:chgData name="Embedded Development" userId="S::embedded@qmaxsys.com::97690703-89ef-4183-8a66-0c81b6c8ace9" providerId="AD" clId="Web-{2692F7E7-3209-C500-2FEF-939C3CEA28E0}" dt="2024-03-09T11:06:35.597" v="0"/>
        <pc:sldMkLst>
          <pc:docMk/>
          <pc:sldMk cId="4027331707" sldId="282"/>
        </pc:sldMkLst>
        <pc:spChg chg="mod">
          <ac:chgData name="Embedded Development" userId="S::embedded@qmaxsys.com::97690703-89ef-4183-8a66-0c81b6c8ace9" providerId="AD" clId="Web-{2692F7E7-3209-C500-2FEF-939C3CEA28E0}" dt="2024-03-09T11:06:35.597" v="0"/>
          <ac:spMkLst>
            <pc:docMk/>
            <pc:sldMk cId="4027331707" sldId="282"/>
            <ac:spMk id="2" creationId="{A1096FDC-184C-3218-A689-8C19FFCA536E}"/>
          </ac:spMkLst>
        </pc:spChg>
        <pc:spChg chg="mod">
          <ac:chgData name="Embedded Development" userId="S::embedded@qmaxsys.com::97690703-89ef-4183-8a66-0c81b6c8ace9" providerId="AD" clId="Web-{2692F7E7-3209-C500-2FEF-939C3CEA28E0}" dt="2024-03-09T11:06:35.597" v="0"/>
          <ac:spMkLst>
            <pc:docMk/>
            <pc:sldMk cId="4027331707" sldId="282"/>
            <ac:spMk id="30" creationId="{576D5378-4725-8171-D222-AC654390CCB7}"/>
          </ac:spMkLst>
        </pc:spChg>
        <pc:graphicFrameChg chg="modGraphic">
          <ac:chgData name="Embedded Development" userId="S::embedded@qmaxsys.com::97690703-89ef-4183-8a66-0c81b6c8ace9" providerId="AD" clId="Web-{2692F7E7-3209-C500-2FEF-939C3CEA28E0}" dt="2024-03-09T11:06:35.597" v="0"/>
          <ac:graphicFrameMkLst>
            <pc:docMk/>
            <pc:sldMk cId="4027331707" sldId="282"/>
            <ac:graphicFrameMk id="4" creationId="{DA2A474B-47E8-A293-1D08-81A56E189C06}"/>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4027331707" sldId="282"/>
            <ac:graphicFrameMk id="6" creationId="{DB5FDC40-88FD-379F-D9D1-EA7A2F14943F}"/>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4027331707" sldId="282"/>
            <ac:graphicFrameMk id="8" creationId="{38F8D5E5-D6A2-8749-72D6-69FBF352E20D}"/>
          </ac:graphicFrameMkLst>
        </pc:graphicFrameChg>
      </pc:sldChg>
      <pc:sldChg chg="modSp">
        <pc:chgData name="Embedded Development" userId="S::embedded@qmaxsys.com::97690703-89ef-4183-8a66-0c81b6c8ace9" providerId="AD" clId="Web-{2692F7E7-3209-C500-2FEF-939C3CEA28E0}" dt="2024-03-09T11:06:35.597" v="0"/>
        <pc:sldMkLst>
          <pc:docMk/>
          <pc:sldMk cId="6800507" sldId="286"/>
        </pc:sldMkLst>
        <pc:spChg chg="mod">
          <ac:chgData name="Embedded Development" userId="S::embedded@qmaxsys.com::97690703-89ef-4183-8a66-0c81b6c8ace9" providerId="AD" clId="Web-{2692F7E7-3209-C500-2FEF-939C3CEA28E0}" dt="2024-03-09T11:06:35.597" v="0"/>
          <ac:spMkLst>
            <pc:docMk/>
            <pc:sldMk cId="6800507" sldId="286"/>
            <ac:spMk id="2" creationId="{2652CDE7-CA35-1446-7997-9D31A3120EDF}"/>
          </ac:spMkLst>
        </pc:spChg>
        <pc:spChg chg="mod">
          <ac:chgData name="Embedded Development" userId="S::embedded@qmaxsys.com::97690703-89ef-4183-8a66-0c81b6c8ace9" providerId="AD" clId="Web-{2692F7E7-3209-C500-2FEF-939C3CEA28E0}" dt="2024-03-09T11:06:35.597" v="0"/>
          <ac:spMkLst>
            <pc:docMk/>
            <pc:sldMk cId="6800507" sldId="286"/>
            <ac:spMk id="30" creationId="{5748340F-FFA3-FE08-7122-CFBF4C76C27A}"/>
          </ac:spMkLst>
        </pc:spChg>
        <pc:graphicFrameChg chg="modGraphic">
          <ac:chgData name="Embedded Development" userId="S::embedded@qmaxsys.com::97690703-89ef-4183-8a66-0c81b6c8ace9" providerId="AD" clId="Web-{2692F7E7-3209-C500-2FEF-939C3CEA28E0}" dt="2024-03-09T11:06:35.597" v="0"/>
          <ac:graphicFrameMkLst>
            <pc:docMk/>
            <pc:sldMk cId="6800507" sldId="286"/>
            <ac:graphicFrameMk id="4" creationId="{5CB2B6CD-CDEA-6B1E-289B-13EF15A2F910}"/>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6800507" sldId="286"/>
            <ac:graphicFrameMk id="6" creationId="{2A79CE7F-3F2B-2B38-599A-3BCC8AA70228}"/>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6800507" sldId="286"/>
            <ac:graphicFrameMk id="8" creationId="{CBB11BF2-68D1-23B5-89FD-B161F076A11A}"/>
          </ac:graphicFrameMkLst>
        </pc:graphicFrameChg>
      </pc:sldChg>
      <pc:sldChg chg="modSp">
        <pc:chgData name="Embedded Development" userId="S::embedded@qmaxsys.com::97690703-89ef-4183-8a66-0c81b6c8ace9" providerId="AD" clId="Web-{2692F7E7-3209-C500-2FEF-939C3CEA28E0}" dt="2024-03-09T11:06:35.597" v="0"/>
        <pc:sldMkLst>
          <pc:docMk/>
          <pc:sldMk cId="1205897938" sldId="289"/>
        </pc:sldMkLst>
        <pc:spChg chg="mod">
          <ac:chgData name="Embedded Development" userId="S::embedded@qmaxsys.com::97690703-89ef-4183-8a66-0c81b6c8ace9" providerId="AD" clId="Web-{2692F7E7-3209-C500-2FEF-939C3CEA28E0}" dt="2024-03-09T11:06:35.597" v="0"/>
          <ac:spMkLst>
            <pc:docMk/>
            <pc:sldMk cId="1205897938" sldId="289"/>
            <ac:spMk id="35" creationId="{AA542283-B90B-4BB8-C295-63117D040F00}"/>
          </ac:spMkLst>
        </pc:spChg>
        <pc:spChg chg="mod">
          <ac:chgData name="Embedded Development" userId="S::embedded@qmaxsys.com::97690703-89ef-4183-8a66-0c81b6c8ace9" providerId="AD" clId="Web-{2692F7E7-3209-C500-2FEF-939C3CEA28E0}" dt="2024-03-09T11:06:35.597" v="0"/>
          <ac:spMkLst>
            <pc:docMk/>
            <pc:sldMk cId="1205897938" sldId="289"/>
            <ac:spMk id="36" creationId="{8D9F3A09-B7C1-5EDF-2F7E-1CF7C9FC92B9}"/>
          </ac:spMkLst>
        </pc:spChg>
      </pc:sldChg>
      <pc:sldChg chg="modSp">
        <pc:chgData name="Embedded Development" userId="S::embedded@qmaxsys.com::97690703-89ef-4183-8a66-0c81b6c8ace9" providerId="AD" clId="Web-{2692F7E7-3209-C500-2FEF-939C3CEA28E0}" dt="2024-03-09T11:06:35.597" v="0"/>
        <pc:sldMkLst>
          <pc:docMk/>
          <pc:sldMk cId="2573466333" sldId="290"/>
        </pc:sldMkLst>
        <pc:graphicFrameChg chg="modGraphic">
          <ac:chgData name="Embedded Development" userId="S::embedded@qmaxsys.com::97690703-89ef-4183-8a66-0c81b6c8ace9" providerId="AD" clId="Web-{2692F7E7-3209-C500-2FEF-939C3CEA28E0}" dt="2024-03-09T11:06:35.597" v="0"/>
          <ac:graphicFrameMkLst>
            <pc:docMk/>
            <pc:sldMk cId="2573466333" sldId="290"/>
            <ac:graphicFrameMk id="23" creationId="{C176855F-2745-899B-65DD-8FE4B0F29EF7}"/>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2573466333" sldId="290"/>
            <ac:graphicFrameMk id="25" creationId="{D1DF67F7-4321-AA05-41E5-32AA63E5F901}"/>
          </ac:graphicFrameMkLst>
        </pc:graphicFrameChg>
      </pc:sldChg>
      <pc:sldChg chg="modSp">
        <pc:chgData name="Embedded Development" userId="S::embedded@qmaxsys.com::97690703-89ef-4183-8a66-0c81b6c8ace9" providerId="AD" clId="Web-{2692F7E7-3209-C500-2FEF-939C3CEA28E0}" dt="2024-03-09T11:06:35.597" v="0"/>
        <pc:sldMkLst>
          <pc:docMk/>
          <pc:sldMk cId="3893652762" sldId="291"/>
        </pc:sldMkLst>
        <pc:spChg chg="mod">
          <ac:chgData name="Embedded Development" userId="S::embedded@qmaxsys.com::97690703-89ef-4183-8a66-0c81b6c8ace9" providerId="AD" clId="Web-{2692F7E7-3209-C500-2FEF-939C3CEA28E0}" dt="2024-03-09T11:06:35.597" v="0"/>
          <ac:spMkLst>
            <pc:docMk/>
            <pc:sldMk cId="3893652762" sldId="291"/>
            <ac:spMk id="21" creationId="{CEDF4E52-DEE4-443A-8C9D-BF2E61D75727}"/>
          </ac:spMkLst>
        </pc:spChg>
        <pc:graphicFrameChg chg="modGraphic">
          <ac:chgData name="Embedded Development" userId="S::embedded@qmaxsys.com::97690703-89ef-4183-8a66-0c81b6c8ace9" providerId="AD" clId="Web-{2692F7E7-3209-C500-2FEF-939C3CEA28E0}" dt="2024-03-09T11:06:35.597" v="0"/>
          <ac:graphicFrameMkLst>
            <pc:docMk/>
            <pc:sldMk cId="3893652762" sldId="291"/>
            <ac:graphicFrameMk id="19" creationId="{93FE349E-B45B-CEEE-0050-F6BA8435ABF2}"/>
          </ac:graphicFrameMkLst>
        </pc:graphicFrameChg>
      </pc:sldChg>
      <pc:sldChg chg="modSp">
        <pc:chgData name="Embedded Development" userId="S::embedded@qmaxsys.com::97690703-89ef-4183-8a66-0c81b6c8ace9" providerId="AD" clId="Web-{2692F7E7-3209-C500-2FEF-939C3CEA28E0}" dt="2024-03-09T11:06:52.613" v="1"/>
        <pc:sldMkLst>
          <pc:docMk/>
          <pc:sldMk cId="3170319073" sldId="300"/>
        </pc:sldMkLst>
        <pc:spChg chg="mod">
          <ac:chgData name="Embedded Development" userId="S::embedded@qmaxsys.com::97690703-89ef-4183-8a66-0c81b6c8ace9" providerId="AD" clId="Web-{2692F7E7-3209-C500-2FEF-939C3CEA28E0}" dt="2024-03-09T11:06:52.613" v="1"/>
          <ac:spMkLst>
            <pc:docMk/>
            <pc:sldMk cId="3170319073" sldId="300"/>
            <ac:spMk id="10" creationId="{4EABFFD0-3A10-E202-CD95-B472FF558042}"/>
          </ac:spMkLst>
        </pc:spChg>
        <pc:spChg chg="mod">
          <ac:chgData name="Embedded Development" userId="S::embedded@qmaxsys.com::97690703-89ef-4183-8a66-0c81b6c8ace9" providerId="AD" clId="Web-{2692F7E7-3209-C500-2FEF-939C3CEA28E0}" dt="2024-03-09T11:06:52.613" v="1"/>
          <ac:spMkLst>
            <pc:docMk/>
            <pc:sldMk cId="3170319073" sldId="300"/>
            <ac:spMk id="30" creationId="{CC2AD29E-E6D6-12E5-D028-B32565C855D4}"/>
          </ac:spMkLst>
        </pc:spChg>
        <pc:graphicFrameChg chg="modGraphic">
          <ac:chgData name="Embedded Development" userId="S::embedded@qmaxsys.com::97690703-89ef-4183-8a66-0c81b6c8ace9" providerId="AD" clId="Web-{2692F7E7-3209-C500-2FEF-939C3CEA28E0}" dt="2024-03-09T11:06:35.597" v="0"/>
          <ac:graphicFrameMkLst>
            <pc:docMk/>
            <pc:sldMk cId="3170319073" sldId="300"/>
            <ac:graphicFrameMk id="2" creationId="{F503B7D6-E6F4-D512-CCF0-454F4E6E7C03}"/>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3170319073" sldId="300"/>
            <ac:graphicFrameMk id="3" creationId="{F30AF6ED-71BE-8392-02B1-C407B766F588}"/>
          </ac:graphicFrameMkLst>
        </pc:graphicFrameChg>
        <pc:graphicFrameChg chg="modGraphic">
          <ac:chgData name="Embedded Development" userId="S::embedded@qmaxsys.com::97690703-89ef-4183-8a66-0c81b6c8ace9" providerId="AD" clId="Web-{2692F7E7-3209-C500-2FEF-939C3CEA28E0}" dt="2024-03-09T11:06:35.597" v="0"/>
          <ac:graphicFrameMkLst>
            <pc:docMk/>
            <pc:sldMk cId="3170319073" sldId="300"/>
            <ac:graphicFrameMk id="8" creationId="{C5963705-530E-CFC5-3BEB-CB431041B6B0}"/>
          </ac:graphicFrameMkLst>
        </pc:graphicFrameChg>
      </pc:sldChg>
    </pc:docChg>
  </pc:docChgLst>
  <pc:docChgLst>
    <pc:chgData name="Embedded Development" userId="S::embedded@qmaxsys.com::97690703-89ef-4183-8a66-0c81b6c8ace9" providerId="AD" clId="Web-{2152CF35-AC58-A623-FC50-1760E46D4A10}"/>
    <pc:docChg chg="addSld modSld">
      <pc:chgData name="Embedded Development" userId="S::embedded@qmaxsys.com::97690703-89ef-4183-8a66-0c81b6c8ace9" providerId="AD" clId="Web-{2152CF35-AC58-A623-FC50-1760E46D4A10}" dt="2024-03-16T10:42:19.861" v="1620"/>
      <pc:docMkLst>
        <pc:docMk/>
      </pc:docMkLst>
      <pc:sldChg chg="modSp">
        <pc:chgData name="Embedded Development" userId="S::embedded@qmaxsys.com::97690703-89ef-4183-8a66-0c81b6c8ace9" providerId="AD" clId="Web-{2152CF35-AC58-A623-FC50-1760E46D4A10}" dt="2024-03-16T07:53:23.899" v="101"/>
        <pc:sldMkLst>
          <pc:docMk/>
          <pc:sldMk cId="158012657" sldId="296"/>
        </pc:sldMkLst>
        <pc:graphicFrameChg chg="mod modGraphic">
          <ac:chgData name="Embedded Development" userId="S::embedded@qmaxsys.com::97690703-89ef-4183-8a66-0c81b6c8ace9" providerId="AD" clId="Web-{2152CF35-AC58-A623-FC50-1760E46D4A10}" dt="2024-03-16T07:53:23.899" v="101"/>
          <ac:graphicFrameMkLst>
            <pc:docMk/>
            <pc:sldMk cId="158012657" sldId="296"/>
            <ac:graphicFrameMk id="6" creationId="{D0B3CF8D-EE3C-F54D-65D6-92307FFE4426}"/>
          </ac:graphicFrameMkLst>
        </pc:graphicFrameChg>
      </pc:sldChg>
      <pc:sldChg chg="modSp add replId">
        <pc:chgData name="Embedded Development" userId="S::embedded@qmaxsys.com::97690703-89ef-4183-8a66-0c81b6c8ace9" providerId="AD" clId="Web-{2152CF35-AC58-A623-FC50-1760E46D4A10}" dt="2024-03-16T10:41:41.266" v="1498" actId="20577"/>
        <pc:sldMkLst>
          <pc:docMk/>
          <pc:sldMk cId="403999486" sldId="304"/>
        </pc:sldMkLst>
        <pc:spChg chg="mod">
          <ac:chgData name="Embedded Development" userId="S::embedded@qmaxsys.com::97690703-89ef-4183-8a66-0c81b6c8ace9" providerId="AD" clId="Web-{2152CF35-AC58-A623-FC50-1760E46D4A10}" dt="2024-03-16T10:41:41.266" v="1498" actId="20577"/>
          <ac:spMkLst>
            <pc:docMk/>
            <pc:sldMk cId="403999486" sldId="304"/>
            <ac:spMk id="4" creationId="{797E7399-0390-B13A-8A43-58EC026E10CB}"/>
          </ac:spMkLst>
        </pc:spChg>
        <pc:graphicFrameChg chg="mod modGraphic">
          <ac:chgData name="Embedded Development" userId="S::embedded@qmaxsys.com::97690703-89ef-4183-8a66-0c81b6c8ace9" providerId="AD" clId="Web-{2152CF35-AC58-A623-FC50-1760E46D4A10}" dt="2024-03-16T07:55:12.994" v="678"/>
          <ac:graphicFrameMkLst>
            <pc:docMk/>
            <pc:sldMk cId="403999486" sldId="304"/>
            <ac:graphicFrameMk id="6" creationId="{3F1F59D9-6954-8202-0A9C-B72BFF4C8B09}"/>
          </ac:graphicFrameMkLst>
        </pc:graphicFrameChg>
      </pc:sldChg>
      <pc:sldChg chg="addSp modSp add replId">
        <pc:chgData name="Embedded Development" userId="S::embedded@qmaxsys.com::97690703-89ef-4183-8a66-0c81b6c8ace9" providerId="AD" clId="Web-{2152CF35-AC58-A623-FC50-1760E46D4A10}" dt="2024-03-16T10:41:07.766" v="1482"/>
        <pc:sldMkLst>
          <pc:docMk/>
          <pc:sldMk cId="1894512781" sldId="305"/>
        </pc:sldMkLst>
        <pc:spChg chg="mod">
          <ac:chgData name="Embedded Development" userId="S::embedded@qmaxsys.com::97690703-89ef-4183-8a66-0c81b6c8ace9" providerId="AD" clId="Web-{2152CF35-AC58-A623-FC50-1760E46D4A10}" dt="2024-03-16T10:39:47.576" v="1464" actId="20577"/>
          <ac:spMkLst>
            <pc:docMk/>
            <pc:sldMk cId="1894512781" sldId="305"/>
            <ac:spMk id="4" creationId="{797E7399-0390-B13A-8A43-58EC026E10CB}"/>
          </ac:spMkLst>
        </pc:spChg>
        <pc:graphicFrameChg chg="add mod modGraphic">
          <ac:chgData name="Embedded Development" userId="S::embedded@qmaxsys.com::97690703-89ef-4183-8a66-0c81b6c8ace9" providerId="AD" clId="Web-{2152CF35-AC58-A623-FC50-1760E46D4A10}" dt="2024-03-16T10:41:07.766" v="1482"/>
          <ac:graphicFrameMkLst>
            <pc:docMk/>
            <pc:sldMk cId="1894512781" sldId="305"/>
            <ac:graphicFrameMk id="2" creationId="{11DA96DE-C69E-6EFD-DEBB-24C0FF5581E0}"/>
          </ac:graphicFrameMkLst>
        </pc:graphicFrameChg>
        <pc:graphicFrameChg chg="mod modGraphic">
          <ac:chgData name="Embedded Development" userId="S::embedded@qmaxsys.com::97690703-89ef-4183-8a66-0c81b6c8ace9" providerId="AD" clId="Web-{2152CF35-AC58-A623-FC50-1760E46D4A10}" dt="2024-03-16T10:41:05.828" v="1480"/>
          <ac:graphicFrameMkLst>
            <pc:docMk/>
            <pc:sldMk cId="1894512781" sldId="305"/>
            <ac:graphicFrameMk id="6" creationId="{3F1F59D9-6954-8202-0A9C-B72BFF4C8B09}"/>
          </ac:graphicFrameMkLst>
        </pc:graphicFrameChg>
      </pc:sldChg>
      <pc:sldChg chg="modSp add replId">
        <pc:chgData name="Embedded Development" userId="S::embedded@qmaxsys.com::97690703-89ef-4183-8a66-0c81b6c8ace9" providerId="AD" clId="Web-{2152CF35-AC58-A623-FC50-1760E46D4A10}" dt="2024-03-16T10:42:19.861" v="1620"/>
        <pc:sldMkLst>
          <pc:docMk/>
          <pc:sldMk cId="2812928499" sldId="306"/>
        </pc:sldMkLst>
        <pc:spChg chg="mod">
          <ac:chgData name="Embedded Development" userId="S::embedded@qmaxsys.com::97690703-89ef-4183-8a66-0c81b6c8ace9" providerId="AD" clId="Web-{2152CF35-AC58-A623-FC50-1760E46D4A10}" dt="2024-03-16T10:41:51.782" v="1506" actId="20577"/>
          <ac:spMkLst>
            <pc:docMk/>
            <pc:sldMk cId="2812928499" sldId="306"/>
            <ac:spMk id="4" creationId="{797E7399-0390-B13A-8A43-58EC026E10CB}"/>
          </ac:spMkLst>
        </pc:spChg>
        <pc:graphicFrameChg chg="mod modGraphic">
          <ac:chgData name="Embedded Development" userId="S::embedded@qmaxsys.com::97690703-89ef-4183-8a66-0c81b6c8ace9" providerId="AD" clId="Web-{2152CF35-AC58-A623-FC50-1760E46D4A10}" dt="2024-03-16T10:42:19.861" v="1620"/>
          <ac:graphicFrameMkLst>
            <pc:docMk/>
            <pc:sldMk cId="2812928499" sldId="306"/>
            <ac:graphicFrameMk id="6" creationId="{3F1F59D9-6954-8202-0A9C-B72BFF4C8B09}"/>
          </ac:graphicFrameMkLst>
        </pc:graphicFrameChg>
      </pc:sldChg>
    </pc:docChg>
  </pc:docChgLst>
  <pc:docChgLst>
    <pc:chgData name="Embedded Development" userId="S::embedded@qmaxsys.com::97690703-89ef-4183-8a66-0c81b6c8ace9" providerId="AD" clId="Web-{3EED4D40-29A3-D5E3-0DE3-D558757E2E35}"/>
    <pc:docChg chg="modSld">
      <pc:chgData name="Embedded Development" userId="S::embedded@qmaxsys.com::97690703-89ef-4183-8a66-0c81b6c8ace9" providerId="AD" clId="Web-{3EED4D40-29A3-D5E3-0DE3-D558757E2E35}" dt="2024-02-03T11:18:13.093" v="66"/>
      <pc:docMkLst>
        <pc:docMk/>
      </pc:docMkLst>
      <pc:sldChg chg="modSp">
        <pc:chgData name="Embedded Development" userId="S::embedded@qmaxsys.com::97690703-89ef-4183-8a66-0c81b6c8ace9" providerId="AD" clId="Web-{3EED4D40-29A3-D5E3-0DE3-D558757E2E35}" dt="2024-02-03T11:18:13.093" v="66"/>
        <pc:sldMkLst>
          <pc:docMk/>
          <pc:sldMk cId="3511625994" sldId="270"/>
        </pc:sldMkLst>
        <pc:graphicFrameChg chg="mod modGraphic">
          <ac:chgData name="Embedded Development" userId="S::embedded@qmaxsys.com::97690703-89ef-4183-8a66-0c81b6c8ace9" providerId="AD" clId="Web-{3EED4D40-29A3-D5E3-0DE3-D558757E2E35}" dt="2024-02-03T11:18:13.093" v="66"/>
          <ac:graphicFrameMkLst>
            <pc:docMk/>
            <pc:sldMk cId="3511625994" sldId="270"/>
            <ac:graphicFrameMk id="19" creationId="{43D24AB6-18A1-84EC-E94F-C2B7EFE74BDC}"/>
          </ac:graphicFrameMkLst>
        </pc:graphicFrameChg>
        <pc:graphicFrameChg chg="mod modGraphic">
          <ac:chgData name="Embedded Development" userId="S::embedded@qmaxsys.com::97690703-89ef-4183-8a66-0c81b6c8ace9" providerId="AD" clId="Web-{3EED4D40-29A3-D5E3-0DE3-D558757E2E35}" dt="2024-02-03T11:18:04.421" v="62"/>
          <ac:graphicFrameMkLst>
            <pc:docMk/>
            <pc:sldMk cId="3511625994" sldId="270"/>
            <ac:graphicFrameMk id="25" creationId="{77726FC3-6861-BDD8-4A3E-E2A65E2668DE}"/>
          </ac:graphicFrameMkLst>
        </pc:graphicFrameChg>
      </pc:sldChg>
    </pc:docChg>
  </pc:docChgLst>
  <pc:docChgLst>
    <pc:chgData name="Embedded Development" userId="S::embedded@qmaxsys.com::97690703-89ef-4183-8a66-0c81b6c8ace9" providerId="AD" clId="Web-{D165CA7A-A291-FFF8-B112-1158DDA314DD}"/>
    <pc:docChg chg="addSld modSld">
      <pc:chgData name="Embedded Development" userId="S::embedded@qmaxsys.com::97690703-89ef-4183-8a66-0c81b6c8ace9" providerId="AD" clId="Web-{D165CA7A-A291-FFF8-B112-1158DDA314DD}" dt="2024-04-10T10:08:43.489" v="318" actId="20577"/>
      <pc:docMkLst>
        <pc:docMk/>
      </pc:docMkLst>
      <pc:sldChg chg="modSp add replId">
        <pc:chgData name="Embedded Development" userId="S::embedded@qmaxsys.com::97690703-89ef-4183-8a66-0c81b6c8ace9" providerId="AD" clId="Web-{D165CA7A-A291-FFF8-B112-1158DDA314DD}" dt="2024-04-10T09:51:02.862" v="49" actId="20577"/>
        <pc:sldMkLst>
          <pc:docMk/>
          <pc:sldMk cId="2428518497" sldId="333"/>
        </pc:sldMkLst>
        <pc:spChg chg="mod">
          <ac:chgData name="Embedded Development" userId="S::embedded@qmaxsys.com::97690703-89ef-4183-8a66-0c81b6c8ace9" providerId="AD" clId="Web-{D165CA7A-A291-FFF8-B112-1158DDA314DD}" dt="2024-04-10T09:50:37.424" v="6" actId="20577"/>
          <ac:spMkLst>
            <pc:docMk/>
            <pc:sldMk cId="2428518497" sldId="333"/>
            <ac:spMk id="50" creationId="{F93D94B0-C02C-AF97-95C2-84138601C7CA}"/>
          </ac:spMkLst>
        </pc:spChg>
        <pc:spChg chg="mod">
          <ac:chgData name="Embedded Development" userId="S::embedded@qmaxsys.com::97690703-89ef-4183-8a66-0c81b6c8ace9" providerId="AD" clId="Web-{D165CA7A-A291-FFF8-B112-1158DDA314DD}" dt="2024-04-10T09:50:45.284" v="21" actId="20577"/>
          <ac:spMkLst>
            <pc:docMk/>
            <pc:sldMk cId="2428518497" sldId="333"/>
            <ac:spMk id="52" creationId="{9C5715F9-BAD7-6845-BB77-0BB490EFE17B}"/>
          </ac:spMkLst>
        </pc:spChg>
        <pc:spChg chg="mod">
          <ac:chgData name="Embedded Development" userId="S::embedded@qmaxsys.com::97690703-89ef-4183-8a66-0c81b6c8ace9" providerId="AD" clId="Web-{D165CA7A-A291-FFF8-B112-1158DDA314DD}" dt="2024-04-10T09:51:02.862" v="49" actId="20577"/>
          <ac:spMkLst>
            <pc:docMk/>
            <pc:sldMk cId="2428518497" sldId="333"/>
            <ac:spMk id="63" creationId="{2922AD32-FAC8-29CB-33CF-C250E559B3A8}"/>
          </ac:spMkLst>
        </pc:spChg>
      </pc:sldChg>
      <pc:sldChg chg="modSp add replId">
        <pc:chgData name="Embedded Development" userId="S::embedded@qmaxsys.com::97690703-89ef-4183-8a66-0c81b6c8ace9" providerId="AD" clId="Web-{D165CA7A-A291-FFF8-B112-1158DDA314DD}" dt="2024-04-10T10:01:04.950" v="181" actId="20577"/>
        <pc:sldMkLst>
          <pc:docMk/>
          <pc:sldMk cId="1699119423" sldId="334"/>
        </pc:sldMkLst>
        <pc:spChg chg="mod">
          <ac:chgData name="Embedded Development" userId="S::embedded@qmaxsys.com::97690703-89ef-4183-8a66-0c81b6c8ace9" providerId="AD" clId="Web-{D165CA7A-A291-FFF8-B112-1158DDA314DD}" dt="2024-04-10T10:00:21.418" v="104" actId="20577"/>
          <ac:spMkLst>
            <pc:docMk/>
            <pc:sldMk cId="1699119423" sldId="334"/>
            <ac:spMk id="2" creationId="{ED85E716-5A33-A7AC-B877-1C949674B015}"/>
          </ac:spMkLst>
        </pc:spChg>
        <pc:spChg chg="mod">
          <ac:chgData name="Embedded Development" userId="S::embedded@qmaxsys.com::97690703-89ef-4183-8a66-0c81b6c8ace9" providerId="AD" clId="Web-{D165CA7A-A291-FFF8-B112-1158DDA314DD}" dt="2024-04-10T10:00:42.200" v="148" actId="20577"/>
          <ac:spMkLst>
            <pc:docMk/>
            <pc:sldMk cId="1699119423" sldId="334"/>
            <ac:spMk id="14" creationId="{905023E6-4A22-6B72-9D4A-6C54D12D57E3}"/>
          </ac:spMkLst>
        </pc:spChg>
        <pc:spChg chg="mod">
          <ac:chgData name="Embedded Development" userId="S::embedded@qmaxsys.com::97690703-89ef-4183-8a66-0c81b6c8ace9" providerId="AD" clId="Web-{D165CA7A-A291-FFF8-B112-1158DDA314DD}" dt="2024-04-10T09:59:49.855" v="81" actId="1076"/>
          <ac:spMkLst>
            <pc:docMk/>
            <pc:sldMk cId="1699119423" sldId="334"/>
            <ac:spMk id="50" creationId="{F93D94B0-C02C-AF97-95C2-84138601C7CA}"/>
          </ac:spMkLst>
        </pc:spChg>
        <pc:spChg chg="mod">
          <ac:chgData name="Embedded Development" userId="S::embedded@qmaxsys.com::97690703-89ef-4183-8a66-0c81b6c8ace9" providerId="AD" clId="Web-{D165CA7A-A291-FFF8-B112-1158DDA314DD}" dt="2024-04-10T10:00:01.809" v="84" actId="20577"/>
          <ac:spMkLst>
            <pc:docMk/>
            <pc:sldMk cId="1699119423" sldId="334"/>
            <ac:spMk id="52" creationId="{9C5715F9-BAD7-6845-BB77-0BB490EFE17B}"/>
          </ac:spMkLst>
        </pc:spChg>
        <pc:spChg chg="mod">
          <ac:chgData name="Embedded Development" userId="S::embedded@qmaxsys.com::97690703-89ef-4183-8a66-0c81b6c8ace9" providerId="AD" clId="Web-{D165CA7A-A291-FFF8-B112-1158DDA314DD}" dt="2024-04-10T10:00:50.966" v="153" actId="1076"/>
          <ac:spMkLst>
            <pc:docMk/>
            <pc:sldMk cId="1699119423" sldId="334"/>
            <ac:spMk id="60" creationId="{3A6EC3F3-25FC-44AE-B1AD-7ECD22950F84}"/>
          </ac:spMkLst>
        </pc:spChg>
        <pc:spChg chg="mod">
          <ac:chgData name="Embedded Development" userId="S::embedded@qmaxsys.com::97690703-89ef-4183-8a66-0c81b6c8ace9" providerId="AD" clId="Web-{D165CA7A-A291-FFF8-B112-1158DDA314DD}" dt="2024-04-10T10:01:04.950" v="181" actId="20577"/>
          <ac:spMkLst>
            <pc:docMk/>
            <pc:sldMk cId="1699119423" sldId="334"/>
            <ac:spMk id="63" creationId="{2922AD32-FAC8-29CB-33CF-C250E559B3A8}"/>
          </ac:spMkLst>
        </pc:spChg>
      </pc:sldChg>
      <pc:sldChg chg="modSp add replId">
        <pc:chgData name="Embedded Development" userId="S::embedded@qmaxsys.com::97690703-89ef-4183-8a66-0c81b6c8ace9" providerId="AD" clId="Web-{D165CA7A-A291-FFF8-B112-1158DDA314DD}" dt="2024-04-10T10:06:25.799" v="230" actId="1076"/>
        <pc:sldMkLst>
          <pc:docMk/>
          <pc:sldMk cId="3511770751" sldId="335"/>
        </pc:sldMkLst>
        <pc:spChg chg="mod">
          <ac:chgData name="Embedded Development" userId="S::embedded@qmaxsys.com::97690703-89ef-4183-8a66-0c81b6c8ace9" providerId="AD" clId="Web-{D165CA7A-A291-FFF8-B112-1158DDA314DD}" dt="2024-04-10T10:06:01.018" v="201" actId="20577"/>
          <ac:spMkLst>
            <pc:docMk/>
            <pc:sldMk cId="3511770751" sldId="335"/>
            <ac:spMk id="60" creationId="{3A6EC3F3-25FC-44AE-B1AD-7ECD22950F84}"/>
          </ac:spMkLst>
        </pc:spChg>
        <pc:spChg chg="mod">
          <ac:chgData name="Embedded Development" userId="S::embedded@qmaxsys.com::97690703-89ef-4183-8a66-0c81b6c8ace9" providerId="AD" clId="Web-{D165CA7A-A291-FFF8-B112-1158DDA314DD}" dt="2024-04-10T10:06:25.799" v="230" actId="1076"/>
          <ac:spMkLst>
            <pc:docMk/>
            <pc:sldMk cId="3511770751" sldId="335"/>
            <ac:spMk id="63" creationId="{2922AD32-FAC8-29CB-33CF-C250E559B3A8}"/>
          </ac:spMkLst>
        </pc:spChg>
      </pc:sldChg>
      <pc:sldChg chg="modSp add replId">
        <pc:chgData name="Embedded Development" userId="S::embedded@qmaxsys.com::97690703-89ef-4183-8a66-0c81b6c8ace9" providerId="AD" clId="Web-{D165CA7A-A291-FFF8-B112-1158DDA314DD}" dt="2024-04-10T10:08:43.489" v="318" actId="20577"/>
        <pc:sldMkLst>
          <pc:docMk/>
          <pc:sldMk cId="3074281334" sldId="336"/>
        </pc:sldMkLst>
        <pc:spChg chg="mod">
          <ac:chgData name="Embedded Development" userId="S::embedded@qmaxsys.com::97690703-89ef-4183-8a66-0c81b6c8ace9" providerId="AD" clId="Web-{D165CA7A-A291-FFF8-B112-1158DDA314DD}" dt="2024-04-10T10:08:31.661" v="269" actId="20577"/>
          <ac:spMkLst>
            <pc:docMk/>
            <pc:sldMk cId="3074281334" sldId="336"/>
            <ac:spMk id="14" creationId="{905023E6-4A22-6B72-9D4A-6C54D12D57E3}"/>
          </ac:spMkLst>
        </pc:spChg>
        <pc:spChg chg="mod">
          <ac:chgData name="Embedded Development" userId="S::embedded@qmaxsys.com::97690703-89ef-4183-8a66-0c81b6c8ace9" providerId="AD" clId="Web-{D165CA7A-A291-FFF8-B112-1158DDA314DD}" dt="2024-04-10T10:08:28.880" v="267" actId="20577"/>
          <ac:spMkLst>
            <pc:docMk/>
            <pc:sldMk cId="3074281334" sldId="336"/>
            <ac:spMk id="60" creationId="{3A6EC3F3-25FC-44AE-B1AD-7ECD22950F84}"/>
          </ac:spMkLst>
        </pc:spChg>
        <pc:spChg chg="mod">
          <ac:chgData name="Embedded Development" userId="S::embedded@qmaxsys.com::97690703-89ef-4183-8a66-0c81b6c8ace9" providerId="AD" clId="Web-{D165CA7A-A291-FFF8-B112-1158DDA314DD}" dt="2024-04-10T10:08:43.489" v="318" actId="20577"/>
          <ac:spMkLst>
            <pc:docMk/>
            <pc:sldMk cId="3074281334" sldId="336"/>
            <ac:spMk id="63" creationId="{2922AD32-FAC8-29CB-33CF-C250E559B3A8}"/>
          </ac:spMkLst>
        </pc:spChg>
      </pc:sldChg>
    </pc:docChg>
  </pc:docChgLst>
  <pc:docChgLst>
    <pc:chgData name="Embedded Development" userId="S::embedded@qmaxsys.com::97690703-89ef-4183-8a66-0c81b6c8ace9" providerId="AD" clId="Web-{A5920E66-FCE5-368A-AF6B-5A148E836E21}"/>
    <pc:docChg chg="modSld">
      <pc:chgData name="Embedded Development" userId="S::embedded@qmaxsys.com::97690703-89ef-4183-8a66-0c81b6c8ace9" providerId="AD" clId="Web-{A5920E66-FCE5-368A-AF6B-5A148E836E21}" dt="2024-01-24T10:45:16.326" v="2" actId="20577"/>
      <pc:docMkLst>
        <pc:docMk/>
      </pc:docMkLst>
      <pc:sldChg chg="modSp">
        <pc:chgData name="Embedded Development" userId="S::embedded@qmaxsys.com::97690703-89ef-4183-8a66-0c81b6c8ace9" providerId="AD" clId="Web-{A5920E66-FCE5-368A-AF6B-5A148E836E21}" dt="2024-01-24T10:45:16.326" v="2" actId="20577"/>
        <pc:sldMkLst>
          <pc:docMk/>
          <pc:sldMk cId="286066077" sldId="265"/>
        </pc:sldMkLst>
        <pc:spChg chg="mod">
          <ac:chgData name="Embedded Development" userId="S::embedded@qmaxsys.com::97690703-89ef-4183-8a66-0c81b6c8ace9" providerId="AD" clId="Web-{A5920E66-FCE5-368A-AF6B-5A148E836E21}" dt="2024-01-24T10:45:16.326" v="2" actId="20577"/>
          <ac:spMkLst>
            <pc:docMk/>
            <pc:sldMk cId="286066077" sldId="265"/>
            <ac:spMk id="16" creationId="{93D40C93-9EAC-DA7C-F1AC-42FE6B7D681F}"/>
          </ac:spMkLst>
        </pc:spChg>
      </pc:sldChg>
    </pc:docChg>
  </pc:docChgLst>
  <pc:docChgLst>
    <pc:chgData name="Embedded Development" userId="S::embedded@qmaxsys.com::97690703-89ef-4183-8a66-0c81b6c8ace9" providerId="AD" clId="Web-{61620154-5A10-F336-672A-434E3D223BB2}"/>
    <pc:docChg chg="modSld">
      <pc:chgData name="Embedded Development" userId="S::embedded@qmaxsys.com::97690703-89ef-4183-8a66-0c81b6c8ace9" providerId="AD" clId="Web-{61620154-5A10-F336-672A-434E3D223BB2}" dt="2024-02-06T06:06:20.223" v="13"/>
      <pc:docMkLst>
        <pc:docMk/>
      </pc:docMkLst>
      <pc:sldChg chg="modSp">
        <pc:chgData name="Embedded Development" userId="S::embedded@qmaxsys.com::97690703-89ef-4183-8a66-0c81b6c8ace9" providerId="AD" clId="Web-{61620154-5A10-F336-672A-434E3D223BB2}" dt="2024-02-06T06:06:20.223" v="13"/>
        <pc:sldMkLst>
          <pc:docMk/>
          <pc:sldMk cId="425043199" sldId="257"/>
        </pc:sldMkLst>
        <pc:graphicFrameChg chg="mod modGraphic">
          <ac:chgData name="Embedded Development" userId="S::embedded@qmaxsys.com::97690703-89ef-4183-8a66-0c81b6c8ace9" providerId="AD" clId="Web-{61620154-5A10-F336-672A-434E3D223BB2}" dt="2024-02-06T06:06:20.223" v="13"/>
          <ac:graphicFrameMkLst>
            <pc:docMk/>
            <pc:sldMk cId="425043199" sldId="257"/>
            <ac:graphicFrameMk id="3" creationId="{F9E873BA-09AB-031A-81DA-5C58F6D123F3}"/>
          </ac:graphicFrameMkLst>
        </pc:graphicFrameChg>
      </pc:sldChg>
    </pc:docChg>
  </pc:docChgLst>
  <pc:docChgLst>
    <pc:chgData name="Embedded Development" userId="S::embedded@qmaxsys.com::97690703-89ef-4183-8a66-0c81b6c8ace9" providerId="AD" clId="Web-{FCD133EA-505F-B255-5770-25AC12E18303}"/>
    <pc:docChg chg="modSld">
      <pc:chgData name="Embedded Development" userId="S::embedded@qmaxsys.com::97690703-89ef-4183-8a66-0c81b6c8ace9" providerId="AD" clId="Web-{FCD133EA-505F-B255-5770-25AC12E18303}" dt="2024-03-18T05:18:40.171" v="9" actId="20577"/>
      <pc:docMkLst>
        <pc:docMk/>
      </pc:docMkLst>
      <pc:sldChg chg="modSp">
        <pc:chgData name="Embedded Development" userId="S::embedded@qmaxsys.com::97690703-89ef-4183-8a66-0c81b6c8ace9" providerId="AD" clId="Web-{FCD133EA-505F-B255-5770-25AC12E18303}" dt="2024-03-18T05:17:33.123" v="5"/>
        <pc:sldMkLst>
          <pc:docMk/>
          <pc:sldMk cId="3948856911" sldId="277"/>
        </pc:sldMkLst>
        <pc:graphicFrameChg chg="mod modGraphic">
          <ac:chgData name="Embedded Development" userId="S::embedded@qmaxsys.com::97690703-89ef-4183-8a66-0c81b6c8ace9" providerId="AD" clId="Web-{FCD133EA-505F-B255-5770-25AC12E18303}" dt="2024-03-18T05:17:33.123" v="5"/>
          <ac:graphicFrameMkLst>
            <pc:docMk/>
            <pc:sldMk cId="3948856911" sldId="277"/>
            <ac:graphicFrameMk id="27" creationId="{4B39133D-5B08-309D-A9ED-7503942F45C2}"/>
          </ac:graphicFrameMkLst>
        </pc:graphicFrameChg>
      </pc:sldChg>
      <pc:sldChg chg="modSp">
        <pc:chgData name="Embedded Development" userId="S::embedded@qmaxsys.com::97690703-89ef-4183-8a66-0c81b6c8ace9" providerId="AD" clId="Web-{FCD133EA-505F-B255-5770-25AC12E18303}" dt="2024-03-18T05:18:40.171" v="9" actId="20577"/>
        <pc:sldMkLst>
          <pc:docMk/>
          <pc:sldMk cId="1671863335" sldId="285"/>
        </pc:sldMkLst>
        <pc:spChg chg="mod">
          <ac:chgData name="Embedded Development" userId="S::embedded@qmaxsys.com::97690703-89ef-4183-8a66-0c81b6c8ace9" providerId="AD" clId="Web-{FCD133EA-505F-B255-5770-25AC12E18303}" dt="2024-03-18T05:18:36.140" v="7" actId="1076"/>
          <ac:spMkLst>
            <pc:docMk/>
            <pc:sldMk cId="1671863335" sldId="285"/>
            <ac:spMk id="10" creationId="{34F76954-24A4-107B-CDB9-66E9BED2C80A}"/>
          </ac:spMkLst>
        </pc:spChg>
        <pc:spChg chg="mod">
          <ac:chgData name="Embedded Development" userId="S::embedded@qmaxsys.com::97690703-89ef-4183-8a66-0c81b6c8ace9" providerId="AD" clId="Web-{FCD133EA-505F-B255-5770-25AC12E18303}" dt="2024-03-18T05:18:40.171" v="9" actId="20577"/>
          <ac:spMkLst>
            <pc:docMk/>
            <pc:sldMk cId="1671863335" sldId="285"/>
            <ac:spMk id="14" creationId="{95FA096D-6FB2-3F54-6232-44FE5557D2E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0F5FFF-1928-4D59-A418-087ADB3F915C}" type="datetimeFigureOut">
              <a:rPr lang="en-IN" smtClean="0"/>
              <a:t>20-06-2024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95BF2E-B254-44D5-A27B-1B068F3986F8}" type="slidenum">
              <a:rPr lang="en-IN" smtClean="0"/>
              <a:t>‹#›</a:t>
            </a:fld>
            <a:endParaRPr lang="en-IN"/>
          </a:p>
        </p:txBody>
      </p:sp>
    </p:spTree>
    <p:extLst>
      <p:ext uri="{BB962C8B-B14F-4D97-AF65-F5344CB8AC3E}">
        <p14:creationId xmlns:p14="http://schemas.microsoft.com/office/powerpoint/2010/main" val="3567972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A31C-2820-FFC0-C8DF-C5EA9779C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3D099-3970-A62F-D9A9-81D3D086A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FE3C1-48A4-4BB8-5B99-D07843973CB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D49CF43-64A7-0CE7-D6D6-99195EF0AF0C}"/>
              </a:ext>
            </a:extLst>
          </p:cNvPr>
          <p:cNvSpPr>
            <a:spLocks noGrp="1"/>
          </p:cNvSpPr>
          <p:nvPr>
            <p:ph type="sldNum" sz="quarter" idx="5"/>
          </p:nvPr>
        </p:nvSpPr>
        <p:spPr/>
        <p:txBody>
          <a:bodyPr/>
          <a:lstStyle/>
          <a:p>
            <a:fld id="{6F95BF2E-B254-44D5-A27B-1B068F3986F8}" type="slidenum">
              <a:rPr lang="en-IN" smtClean="0"/>
              <a:t>10</a:t>
            </a:fld>
            <a:endParaRPr lang="en-IN"/>
          </a:p>
        </p:txBody>
      </p:sp>
    </p:spTree>
    <p:extLst>
      <p:ext uri="{BB962C8B-B14F-4D97-AF65-F5344CB8AC3E}">
        <p14:creationId xmlns:p14="http://schemas.microsoft.com/office/powerpoint/2010/main" val="13958889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EA31C-2820-FFC0-C8DF-C5EA9779C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3D099-3970-A62F-D9A9-81D3D086A2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6FE3C1-48A4-4BB8-5B99-D07843973CB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D49CF43-64A7-0CE7-D6D6-99195EF0AF0C}"/>
              </a:ext>
            </a:extLst>
          </p:cNvPr>
          <p:cNvSpPr>
            <a:spLocks noGrp="1"/>
          </p:cNvSpPr>
          <p:nvPr>
            <p:ph type="sldNum" sz="quarter" idx="5"/>
          </p:nvPr>
        </p:nvSpPr>
        <p:spPr/>
        <p:txBody>
          <a:bodyPr/>
          <a:lstStyle/>
          <a:p>
            <a:fld id="{6F95BF2E-B254-44D5-A27B-1B068F3986F8}" type="slidenum">
              <a:rPr lang="en-IN" smtClean="0"/>
              <a:t>11</a:t>
            </a:fld>
            <a:endParaRPr lang="en-IN"/>
          </a:p>
        </p:txBody>
      </p:sp>
    </p:spTree>
    <p:extLst>
      <p:ext uri="{BB962C8B-B14F-4D97-AF65-F5344CB8AC3E}">
        <p14:creationId xmlns:p14="http://schemas.microsoft.com/office/powerpoint/2010/main" val="33343491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BEC5-0534-4CBF-442C-95F2B68D8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A98F7-76F1-1CBE-AF32-32EC6A6A8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AB643-0E70-DBE1-BE11-322BCB0A0A8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0D13906-FD27-924E-923B-C520E0E47210}"/>
              </a:ext>
            </a:extLst>
          </p:cNvPr>
          <p:cNvSpPr>
            <a:spLocks noGrp="1"/>
          </p:cNvSpPr>
          <p:nvPr>
            <p:ph type="sldNum" sz="quarter" idx="5"/>
          </p:nvPr>
        </p:nvSpPr>
        <p:spPr/>
        <p:txBody>
          <a:bodyPr/>
          <a:lstStyle/>
          <a:p>
            <a:fld id="{6F95BF2E-B254-44D5-A27B-1B068F3986F8}" type="slidenum">
              <a:rPr lang="en-IN" smtClean="0"/>
              <a:t>12</a:t>
            </a:fld>
            <a:endParaRPr lang="en-IN"/>
          </a:p>
        </p:txBody>
      </p:sp>
    </p:spTree>
    <p:extLst>
      <p:ext uri="{BB962C8B-B14F-4D97-AF65-F5344CB8AC3E}">
        <p14:creationId xmlns:p14="http://schemas.microsoft.com/office/powerpoint/2010/main" val="3074193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98BEC5-0534-4CBF-442C-95F2B68D86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A98F7-76F1-1CBE-AF32-32EC6A6A8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2AB643-0E70-DBE1-BE11-322BCB0A0A8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70D13906-FD27-924E-923B-C520E0E47210}"/>
              </a:ext>
            </a:extLst>
          </p:cNvPr>
          <p:cNvSpPr>
            <a:spLocks noGrp="1"/>
          </p:cNvSpPr>
          <p:nvPr>
            <p:ph type="sldNum" sz="quarter" idx="5"/>
          </p:nvPr>
        </p:nvSpPr>
        <p:spPr/>
        <p:txBody>
          <a:bodyPr/>
          <a:lstStyle/>
          <a:p>
            <a:fld id="{6F95BF2E-B254-44D5-A27B-1B068F3986F8}" type="slidenum">
              <a:rPr lang="en-IN" smtClean="0"/>
              <a:t>13</a:t>
            </a:fld>
            <a:endParaRPr lang="en-IN"/>
          </a:p>
        </p:txBody>
      </p:sp>
    </p:spTree>
    <p:extLst>
      <p:ext uri="{BB962C8B-B14F-4D97-AF65-F5344CB8AC3E}">
        <p14:creationId xmlns:p14="http://schemas.microsoft.com/office/powerpoint/2010/main" val="626836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F95BF2E-B254-44D5-A27B-1B068F3986F8}" type="slidenum">
              <a:rPr lang="en-IN" smtClean="0"/>
              <a:t>15</a:t>
            </a:fld>
            <a:endParaRPr lang="en-IN"/>
          </a:p>
        </p:txBody>
      </p:sp>
    </p:spTree>
    <p:extLst>
      <p:ext uri="{BB962C8B-B14F-4D97-AF65-F5344CB8AC3E}">
        <p14:creationId xmlns:p14="http://schemas.microsoft.com/office/powerpoint/2010/main" val="4240269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F95BF2E-B254-44D5-A27B-1B068F3986F8}" type="slidenum">
              <a:rPr lang="en-IN" smtClean="0"/>
              <a:t>16</a:t>
            </a:fld>
            <a:endParaRPr lang="en-IN"/>
          </a:p>
        </p:txBody>
      </p:sp>
    </p:spTree>
    <p:extLst>
      <p:ext uri="{BB962C8B-B14F-4D97-AF65-F5344CB8AC3E}">
        <p14:creationId xmlns:p14="http://schemas.microsoft.com/office/powerpoint/2010/main" val="39650396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F95BF2E-B254-44D5-A27B-1B068F3986F8}" type="slidenum">
              <a:rPr lang="en-IN" smtClean="0"/>
              <a:t>53</a:t>
            </a:fld>
            <a:endParaRPr lang="en-IN"/>
          </a:p>
        </p:txBody>
      </p:sp>
    </p:spTree>
    <p:extLst>
      <p:ext uri="{BB962C8B-B14F-4D97-AF65-F5344CB8AC3E}">
        <p14:creationId xmlns:p14="http://schemas.microsoft.com/office/powerpoint/2010/main" val="1955115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2F44A-FA30-E9CB-5647-12CE343BE8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A66B7FA-1561-0FB1-4051-14840CEE83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9F0C7D1-F1B0-E584-A751-19CA1EA38A22}"/>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5" name="Footer Placeholder 4">
            <a:extLst>
              <a:ext uri="{FF2B5EF4-FFF2-40B4-BE49-F238E27FC236}">
                <a16:creationId xmlns:a16="http://schemas.microsoft.com/office/drawing/2014/main" id="{EF30E66A-2FE1-E021-9411-167EB45040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5723F3-1D28-CECF-452A-B76AFAD76F2E}"/>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40596557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50A54-C13A-0834-CABB-BB1FBEF2CF8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2E782BF-ECCB-0BBC-DEDA-62D766A19B8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377AC9-96E7-0C5B-C4AA-364402D1B43A}"/>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5" name="Footer Placeholder 4">
            <a:extLst>
              <a:ext uri="{FF2B5EF4-FFF2-40B4-BE49-F238E27FC236}">
                <a16:creationId xmlns:a16="http://schemas.microsoft.com/office/drawing/2014/main" id="{92A15964-58E5-55B3-3369-5D7D32993C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4B76DD-3E76-3521-EE40-3FBF3F8660A2}"/>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2228495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6D059-BF34-036D-60D5-DE6D354313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6F78D05-773B-16B0-DB57-F9BAC0B085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86A305-59C8-7568-D9ED-A0B502F61BF6}"/>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5" name="Footer Placeholder 4">
            <a:extLst>
              <a:ext uri="{FF2B5EF4-FFF2-40B4-BE49-F238E27FC236}">
                <a16:creationId xmlns:a16="http://schemas.microsoft.com/office/drawing/2014/main" id="{45F9CE7C-36A5-9CE9-DB0E-CA6798668B1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0B4ED1A-E721-0A45-07CF-43ED3514CA30}"/>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1426488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EAD2E-B08D-BB11-3C40-7694416F06E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D8F5AC6-5593-5CCF-4509-2A3D17B0D8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5E1F4BA-A074-B91E-81BF-12526AC2E8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CC0D0B5-094F-0A57-18FB-9420553E5D82}"/>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6" name="Footer Placeholder 5">
            <a:extLst>
              <a:ext uri="{FF2B5EF4-FFF2-40B4-BE49-F238E27FC236}">
                <a16:creationId xmlns:a16="http://schemas.microsoft.com/office/drawing/2014/main" id="{CC8E939F-89F7-8169-C79B-9E5436AB83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B416EBA-8B39-0F3A-8F67-A2257DD9260D}"/>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27870633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72C3E-4311-CA58-A19B-DAEF2EE0460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361E5E-4EB9-0DBD-AD79-E4080D0C0AA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6CA6B0-492B-E670-2D0D-1C5DD32727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88CC36A-A454-A0C1-795D-1B5050C97F6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8E469C6-473A-364C-F639-81AD798476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FFB767B-5626-4B13-8049-1636153E5931}"/>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8" name="Footer Placeholder 7">
            <a:extLst>
              <a:ext uri="{FF2B5EF4-FFF2-40B4-BE49-F238E27FC236}">
                <a16:creationId xmlns:a16="http://schemas.microsoft.com/office/drawing/2014/main" id="{9F69F332-A677-653A-5EF2-E96868F3142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BA655A8-1D53-7277-8B66-C823343C858C}"/>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2886442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F1344-23BB-4A7C-CD19-F6069DE5E8C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94223D-E7AB-A13E-6495-EEA60CD2A51D}"/>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4" name="Footer Placeholder 3">
            <a:extLst>
              <a:ext uri="{FF2B5EF4-FFF2-40B4-BE49-F238E27FC236}">
                <a16:creationId xmlns:a16="http://schemas.microsoft.com/office/drawing/2014/main" id="{9421D272-7FAE-69F2-BB8B-7CD5DBFD50C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80AB61C-B6D4-B919-D28E-00E727E0B7FB}"/>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6307481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92DBCB-B232-1DFD-DB54-D1C1D437A579}"/>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3" name="Footer Placeholder 2">
            <a:extLst>
              <a:ext uri="{FF2B5EF4-FFF2-40B4-BE49-F238E27FC236}">
                <a16:creationId xmlns:a16="http://schemas.microsoft.com/office/drawing/2014/main" id="{047630F7-61F2-11C1-E36D-BF94669A0BE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7715992-CDE0-9D9E-09A2-860FA20FAA94}"/>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1776712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F4AD8-30EE-10C0-48E4-541D4B93BA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B3AE880-E501-D32C-0B0C-57A2B3E9AE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A9BD20E-7D8B-61BC-1AB8-9623B0A3C9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9E6E9-0E6A-E52F-DBC8-DC35F68FE011}"/>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6" name="Footer Placeholder 5">
            <a:extLst>
              <a:ext uri="{FF2B5EF4-FFF2-40B4-BE49-F238E27FC236}">
                <a16:creationId xmlns:a16="http://schemas.microsoft.com/office/drawing/2014/main" id="{5A9AC50A-D260-9A9F-1A01-3D4628F275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C4E30D-F2E3-C9E3-E03D-9B78C29BFE01}"/>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2271684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3FB08-D95B-BA1C-3835-5466CAB2257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73B6238-1428-1006-3EB3-BE66E63B32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419CD2-A169-C137-BCAB-F839E91E1B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023F07-4C9E-19A6-738E-B4450CADB213}"/>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6" name="Footer Placeholder 5">
            <a:extLst>
              <a:ext uri="{FF2B5EF4-FFF2-40B4-BE49-F238E27FC236}">
                <a16:creationId xmlns:a16="http://schemas.microsoft.com/office/drawing/2014/main" id="{E8C66939-AA44-38A9-8903-B34F4297D1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4ABEA35-C119-9202-BA8A-72C462F45A53}"/>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3619327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E381A-D3EF-2EDF-77C8-21D036CDA1B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49DF1C-0B5D-2A45-B71F-A32D82F2A1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4CA41D-4185-4AF7-EDE8-55B56E3C2ED1}"/>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5" name="Footer Placeholder 4">
            <a:extLst>
              <a:ext uri="{FF2B5EF4-FFF2-40B4-BE49-F238E27FC236}">
                <a16:creationId xmlns:a16="http://schemas.microsoft.com/office/drawing/2014/main" id="{4D073BB8-CD3C-72CE-7803-68C54E980AE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266795-8AB1-2AA7-F9E2-734B770F4302}"/>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10978309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D2C016-37F9-069B-4A5C-10A8722299B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502AF0-E736-765F-602A-AC3D10A5375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F4593F0-9772-C9AC-0122-6B39E5051C72}"/>
              </a:ext>
            </a:extLst>
          </p:cNvPr>
          <p:cNvSpPr>
            <a:spLocks noGrp="1"/>
          </p:cNvSpPr>
          <p:nvPr>
            <p:ph type="dt" sz="half" idx="10"/>
          </p:nvPr>
        </p:nvSpPr>
        <p:spPr/>
        <p:txBody>
          <a:bodyPr/>
          <a:lstStyle/>
          <a:p>
            <a:fld id="{707443B1-D4AC-434C-886C-BD0B52E8C02D}" type="datetimeFigureOut">
              <a:rPr lang="en-IN" smtClean="0"/>
              <a:t>20-06-2024</a:t>
            </a:fld>
            <a:endParaRPr lang="en-IN"/>
          </a:p>
        </p:txBody>
      </p:sp>
      <p:sp>
        <p:nvSpPr>
          <p:cNvPr id="5" name="Footer Placeholder 4">
            <a:extLst>
              <a:ext uri="{FF2B5EF4-FFF2-40B4-BE49-F238E27FC236}">
                <a16:creationId xmlns:a16="http://schemas.microsoft.com/office/drawing/2014/main" id="{4B64E111-169A-D16D-5C3A-97466BC181C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AFA930-FD33-C7A3-2EE0-95EA3D3F75E0}"/>
              </a:ext>
            </a:extLst>
          </p:cNvPr>
          <p:cNvSpPr>
            <a:spLocks noGrp="1"/>
          </p:cNvSpPr>
          <p:nvPr>
            <p:ph type="sldNum" sz="quarter" idx="12"/>
          </p:nvPr>
        </p:nvSpPr>
        <p:spPr/>
        <p:txBody>
          <a:bodyPr/>
          <a:lstStyle/>
          <a:p>
            <a:fld id="{AA44D31E-AAD2-40EA-871B-211A80046D89}" type="slidenum">
              <a:rPr lang="en-IN" smtClean="0"/>
              <a:t>‹#›</a:t>
            </a:fld>
            <a:endParaRPr lang="en-IN"/>
          </a:p>
        </p:txBody>
      </p:sp>
    </p:spTree>
    <p:extLst>
      <p:ext uri="{BB962C8B-B14F-4D97-AF65-F5344CB8AC3E}">
        <p14:creationId xmlns:p14="http://schemas.microsoft.com/office/powerpoint/2010/main" val="3703785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961900" y="3785246"/>
            <a:ext cx="6955600" cy="1546500"/>
          </a:xfrm>
          <a:prstGeom prst="rect">
            <a:avLst/>
          </a:prstGeom>
        </p:spPr>
        <p:txBody>
          <a:bodyPr spcFirstLastPara="1" wrap="square" lIns="91425" tIns="91425" rIns="91425" bIns="91425" anchor="t" anchorCtr="0"/>
          <a:lstStyle>
            <a:lvl1pPr lvl="0">
              <a:spcBef>
                <a:spcPts val="0"/>
              </a:spcBef>
              <a:spcAft>
                <a:spcPts val="0"/>
              </a:spcAft>
              <a:buClr>
                <a:srgbClr val="2185C5"/>
              </a:buClr>
              <a:buSzPts val="4800"/>
              <a:buNone/>
              <a:defRPr sz="4800">
                <a:solidFill>
                  <a:srgbClr val="2185C5"/>
                </a:solidFill>
              </a:defRPr>
            </a:lvl1pPr>
            <a:lvl2pPr lvl="1">
              <a:spcBef>
                <a:spcPts val="0"/>
              </a:spcBef>
              <a:spcAft>
                <a:spcPts val="0"/>
              </a:spcAft>
              <a:buClr>
                <a:srgbClr val="2185C5"/>
              </a:buClr>
              <a:buSzPts val="4800"/>
              <a:buNone/>
              <a:defRPr sz="4800">
                <a:solidFill>
                  <a:srgbClr val="2185C5"/>
                </a:solidFill>
              </a:defRPr>
            </a:lvl2pPr>
            <a:lvl3pPr lvl="2">
              <a:spcBef>
                <a:spcPts val="0"/>
              </a:spcBef>
              <a:spcAft>
                <a:spcPts val="0"/>
              </a:spcAft>
              <a:buClr>
                <a:srgbClr val="2185C5"/>
              </a:buClr>
              <a:buSzPts val="4800"/>
              <a:buNone/>
              <a:defRPr sz="4800">
                <a:solidFill>
                  <a:srgbClr val="2185C5"/>
                </a:solidFill>
              </a:defRPr>
            </a:lvl3pPr>
            <a:lvl4pPr lvl="3">
              <a:spcBef>
                <a:spcPts val="0"/>
              </a:spcBef>
              <a:spcAft>
                <a:spcPts val="0"/>
              </a:spcAft>
              <a:buClr>
                <a:srgbClr val="2185C5"/>
              </a:buClr>
              <a:buSzPts val="4800"/>
              <a:buNone/>
              <a:defRPr sz="4800">
                <a:solidFill>
                  <a:srgbClr val="2185C5"/>
                </a:solidFill>
              </a:defRPr>
            </a:lvl4pPr>
            <a:lvl5pPr lvl="4">
              <a:spcBef>
                <a:spcPts val="0"/>
              </a:spcBef>
              <a:spcAft>
                <a:spcPts val="0"/>
              </a:spcAft>
              <a:buClr>
                <a:srgbClr val="2185C5"/>
              </a:buClr>
              <a:buSzPts val="4800"/>
              <a:buNone/>
              <a:defRPr sz="4800">
                <a:solidFill>
                  <a:srgbClr val="2185C5"/>
                </a:solidFill>
              </a:defRPr>
            </a:lvl5pPr>
            <a:lvl6pPr lvl="5">
              <a:spcBef>
                <a:spcPts val="0"/>
              </a:spcBef>
              <a:spcAft>
                <a:spcPts val="0"/>
              </a:spcAft>
              <a:buClr>
                <a:srgbClr val="2185C5"/>
              </a:buClr>
              <a:buSzPts val="4800"/>
              <a:buNone/>
              <a:defRPr sz="4800">
                <a:solidFill>
                  <a:srgbClr val="2185C5"/>
                </a:solidFill>
              </a:defRPr>
            </a:lvl6pPr>
            <a:lvl7pPr lvl="6">
              <a:spcBef>
                <a:spcPts val="0"/>
              </a:spcBef>
              <a:spcAft>
                <a:spcPts val="0"/>
              </a:spcAft>
              <a:buClr>
                <a:srgbClr val="2185C5"/>
              </a:buClr>
              <a:buSzPts val="4800"/>
              <a:buNone/>
              <a:defRPr sz="4800">
                <a:solidFill>
                  <a:srgbClr val="2185C5"/>
                </a:solidFill>
              </a:defRPr>
            </a:lvl7pPr>
            <a:lvl8pPr lvl="7">
              <a:spcBef>
                <a:spcPts val="0"/>
              </a:spcBef>
              <a:spcAft>
                <a:spcPts val="0"/>
              </a:spcAft>
              <a:buClr>
                <a:srgbClr val="2185C5"/>
              </a:buClr>
              <a:buSzPts val="4800"/>
              <a:buNone/>
              <a:defRPr sz="4800">
                <a:solidFill>
                  <a:srgbClr val="2185C5"/>
                </a:solidFill>
              </a:defRPr>
            </a:lvl8pPr>
            <a:lvl9pPr lvl="8">
              <a:spcBef>
                <a:spcPts val="0"/>
              </a:spcBef>
              <a:spcAft>
                <a:spcPts val="0"/>
              </a:spcAft>
              <a:buClr>
                <a:srgbClr val="2185C5"/>
              </a:buClr>
              <a:buSzPts val="4800"/>
              <a:buNone/>
              <a:defRPr sz="4800">
                <a:solidFill>
                  <a:srgbClr val="2185C5"/>
                </a:solidFill>
              </a:defRPr>
            </a:lvl9pPr>
          </a:lstStyle>
          <a:p>
            <a:endParaRPr/>
          </a:p>
        </p:txBody>
      </p:sp>
      <p:sp>
        <p:nvSpPr>
          <p:cNvPr id="11" name="Google Shape;11;p2"/>
          <p:cNvSpPr/>
          <p:nvPr/>
        </p:nvSpPr>
        <p:spPr>
          <a:xfrm>
            <a:off x="7917661" y="3377550"/>
            <a:ext cx="962400" cy="102900"/>
          </a:xfrm>
          <a:prstGeom prst="rect">
            <a:avLst/>
          </a:prstGeom>
          <a:solidFill>
            <a:srgbClr val="FF971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2" name="Google Shape;12;p2"/>
          <p:cNvSpPr/>
          <p:nvPr/>
        </p:nvSpPr>
        <p:spPr>
          <a:xfrm>
            <a:off x="8879815" y="3377550"/>
            <a:ext cx="962400" cy="102900"/>
          </a:xfrm>
          <a:prstGeom prst="rect">
            <a:avLst/>
          </a:prstGeom>
          <a:solidFill>
            <a:srgbClr val="F2025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3" name="Google Shape;13;p2"/>
          <p:cNvSpPr/>
          <p:nvPr/>
        </p:nvSpPr>
        <p:spPr>
          <a:xfrm>
            <a:off x="-1" y="3377550"/>
            <a:ext cx="962400" cy="102900"/>
          </a:xfrm>
          <a:prstGeom prst="rect">
            <a:avLst/>
          </a:prstGeom>
          <a:solidFill>
            <a:srgbClr val="7ECE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14" name="Google Shape;14;p2"/>
          <p:cNvSpPr/>
          <p:nvPr/>
        </p:nvSpPr>
        <p:spPr>
          <a:xfrm>
            <a:off x="961900" y="3377550"/>
            <a:ext cx="6955600" cy="102900"/>
          </a:xfrm>
          <a:prstGeom prst="rect">
            <a:avLst/>
          </a:prstGeom>
          <a:solidFill>
            <a:srgbClr val="2185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Tree>
    <p:extLst>
      <p:ext uri="{BB962C8B-B14F-4D97-AF65-F5344CB8AC3E}">
        <p14:creationId xmlns:p14="http://schemas.microsoft.com/office/powerpoint/2010/main" val="875823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0D5696-CB1A-67AC-1450-E8B2D914DC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A509DEC-876F-EEF4-27F8-5677A140BF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11CCF48-7C6D-4397-67BD-078E886678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7443B1-D4AC-434C-886C-BD0B52E8C02D}" type="datetimeFigureOut">
              <a:rPr lang="en-IN" smtClean="0"/>
              <a:t>20-06-2024</a:t>
            </a:fld>
            <a:endParaRPr lang="en-IN"/>
          </a:p>
        </p:txBody>
      </p:sp>
      <p:sp>
        <p:nvSpPr>
          <p:cNvPr id="5" name="Footer Placeholder 4">
            <a:extLst>
              <a:ext uri="{FF2B5EF4-FFF2-40B4-BE49-F238E27FC236}">
                <a16:creationId xmlns:a16="http://schemas.microsoft.com/office/drawing/2014/main" id="{BCAAC9A1-0BB2-061E-0BFD-0F30DC0769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EA8CB2D-A870-251F-3BEE-7ACBEB4555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44D31E-AAD2-40EA-871B-211A80046D89}" type="slidenum">
              <a:rPr lang="en-IN" smtClean="0"/>
              <a:t>‹#›</a:t>
            </a:fld>
            <a:endParaRPr lang="en-IN"/>
          </a:p>
        </p:txBody>
      </p:sp>
    </p:spTree>
    <p:extLst>
      <p:ext uri="{BB962C8B-B14F-4D97-AF65-F5344CB8AC3E}">
        <p14:creationId xmlns:p14="http://schemas.microsoft.com/office/powerpoint/2010/main" val="3965552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8.xml"/><Relationship Id="rId2" Type="http://schemas.openxmlformats.org/officeDocument/2006/relationships/slide" Target="slide17.xml"/><Relationship Id="rId1" Type="http://schemas.openxmlformats.org/officeDocument/2006/relationships/slideLayout" Target="../slideLayouts/slideLayout2.xml"/><Relationship Id="rId4" Type="http://schemas.openxmlformats.org/officeDocument/2006/relationships/slide" Target="slide19.xml"/></Relationships>
</file>

<file path=ppt/slides/_rels/slide10.xml.rels><?xml version="1.0" encoding="UTF-8" standalone="yes"?>
<Relationships xmlns="http://schemas.openxmlformats.org/package/2006/relationships"><Relationship Id="rId3" Type="http://schemas.openxmlformats.org/officeDocument/2006/relationships/slide" Target="slide20.xm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slide" Target="slide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slide" Target="slide25.xml"/><Relationship Id="rId1" Type="http://schemas.openxmlformats.org/officeDocument/2006/relationships/slideLayout" Target="../slideLayouts/slideLayout2.xml"/><Relationship Id="rId4" Type="http://schemas.openxmlformats.org/officeDocument/2006/relationships/slide" Target="slide27.xml"/></Relationships>
</file>

<file path=ppt/slides/_rels/slide15.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slide" Target="slide30.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2"/>
          <p:cNvSpPr txBox="1">
            <a:spLocks noGrp="1"/>
          </p:cNvSpPr>
          <p:nvPr>
            <p:ph type="ctrTitle"/>
          </p:nvPr>
        </p:nvSpPr>
        <p:spPr>
          <a:xfrm>
            <a:off x="128104" y="2368362"/>
            <a:ext cx="11189253" cy="1820459"/>
          </a:xfrm>
          <a:prstGeom prst="rect">
            <a:avLst/>
          </a:prstGeom>
        </p:spPr>
        <p:txBody>
          <a:bodyPr spcFirstLastPara="1" wrap="square" lIns="91425" tIns="91425" rIns="91425" bIns="91425" anchor="t" anchorCtr="0">
            <a:noAutofit/>
          </a:bodyPr>
          <a:lstStyle/>
          <a:p>
            <a:pPr>
              <a:lnSpc>
                <a:spcPct val="150000"/>
              </a:lnSpc>
            </a:pPr>
            <a:r>
              <a:rPr lang="en-US" sz="4000"/>
              <a:t>BLE Mesh based IR AC Controller</a:t>
            </a:r>
            <a:br>
              <a:rPr lang="en-US" sz="4000"/>
            </a:br>
            <a:r>
              <a:rPr lang="en-CA" altLang="en-US" sz="4000"/>
              <a:t>Software Design Document-Cloud &amp; Gateway</a:t>
            </a:r>
            <a:endParaRPr lang="en-US" sz="4000">
              <a:cs typeface="Calibri Light"/>
            </a:endParaRPr>
          </a:p>
        </p:txBody>
      </p:sp>
      <p:sp>
        <p:nvSpPr>
          <p:cNvPr id="2" name="Google Shape;88;p12">
            <a:extLst>
              <a:ext uri="{FF2B5EF4-FFF2-40B4-BE49-F238E27FC236}">
                <a16:creationId xmlns:a16="http://schemas.microsoft.com/office/drawing/2014/main" id="{B59E0AA7-9EA0-D0FF-B014-34A4F38781A0}"/>
              </a:ext>
            </a:extLst>
          </p:cNvPr>
          <p:cNvSpPr txBox="1">
            <a:spLocks/>
          </p:cNvSpPr>
          <p:nvPr/>
        </p:nvSpPr>
        <p:spPr>
          <a:xfrm>
            <a:off x="6390640" y="4073375"/>
            <a:ext cx="5803056" cy="182045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1pPr>
            <a:lvl2pPr marR="0" lvl="1"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2pPr>
            <a:lvl3pPr marR="0" lvl="2"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3pPr>
            <a:lvl4pPr marR="0" lvl="3"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4pPr>
            <a:lvl5pPr marR="0" lvl="4"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5pPr>
            <a:lvl6pPr marR="0" lvl="5"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6pPr>
            <a:lvl7pPr marR="0" lvl="6"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7pPr>
            <a:lvl8pPr marR="0" lvl="7"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8pPr>
            <a:lvl9pPr marR="0" lvl="8"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9pPr>
          </a:lstStyle>
          <a:p>
            <a:pPr>
              <a:lnSpc>
                <a:spcPct val="150000"/>
              </a:lnSpc>
            </a:pPr>
            <a:r>
              <a:rPr lang="en-US" sz="3600"/>
              <a:t>Prepared by:-Kulasekaran </a:t>
            </a:r>
          </a:p>
        </p:txBody>
      </p:sp>
      <p:sp>
        <p:nvSpPr>
          <p:cNvPr id="3" name="Google Shape;88;p12">
            <a:extLst>
              <a:ext uri="{FF2B5EF4-FFF2-40B4-BE49-F238E27FC236}">
                <a16:creationId xmlns:a16="http://schemas.microsoft.com/office/drawing/2014/main" id="{6E0C6837-B36A-9AF5-4B8F-CC4381F28FB5}"/>
              </a:ext>
            </a:extLst>
          </p:cNvPr>
          <p:cNvSpPr txBox="1">
            <a:spLocks/>
          </p:cNvSpPr>
          <p:nvPr/>
        </p:nvSpPr>
        <p:spPr>
          <a:xfrm>
            <a:off x="9296399" y="5963135"/>
            <a:ext cx="2897296" cy="81461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1pPr>
            <a:lvl2pPr marR="0" lvl="1"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2pPr>
            <a:lvl3pPr marR="0" lvl="2"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3pPr>
            <a:lvl4pPr marR="0" lvl="3"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4pPr>
            <a:lvl5pPr marR="0" lvl="4"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5pPr>
            <a:lvl6pPr marR="0" lvl="5"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6pPr>
            <a:lvl7pPr marR="0" lvl="6"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7pPr>
            <a:lvl8pPr marR="0" lvl="7"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8pPr>
            <a:lvl9pPr marR="0" lvl="8" algn="l" rtl="0">
              <a:lnSpc>
                <a:spcPct val="100000"/>
              </a:lnSpc>
              <a:spcBef>
                <a:spcPts val="0"/>
              </a:spcBef>
              <a:spcAft>
                <a:spcPts val="0"/>
              </a:spcAft>
              <a:buClr>
                <a:srgbClr val="2185C5"/>
              </a:buClr>
              <a:buSzPts val="4800"/>
              <a:buFont typeface="Raleway"/>
              <a:buNone/>
              <a:defRPr sz="4800" b="0" i="0" u="none" strike="noStrike" cap="none">
                <a:solidFill>
                  <a:srgbClr val="2185C5"/>
                </a:solidFill>
                <a:latin typeface="Raleway"/>
                <a:ea typeface="Raleway"/>
                <a:cs typeface="Raleway"/>
                <a:sym typeface="Raleway"/>
              </a:defRPr>
            </a:lvl9pPr>
          </a:lstStyle>
          <a:p>
            <a:pPr>
              <a:lnSpc>
                <a:spcPct val="150000"/>
              </a:lnSpc>
            </a:pPr>
            <a:r>
              <a:rPr lang="en-US" sz="3600"/>
              <a:t>15-Feb-2024</a:t>
            </a:r>
            <a:endParaRPr lang="en-US"/>
          </a:p>
        </p:txBody>
      </p:sp>
    </p:spTree>
    <p:extLst>
      <p:ext uri="{BB962C8B-B14F-4D97-AF65-F5344CB8AC3E}">
        <p14:creationId xmlns:p14="http://schemas.microsoft.com/office/powerpoint/2010/main" val="1600633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03F069-E78E-D026-CD11-D53F53ACD6E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BF012CE-B4C0-ACF6-7133-924AA84486D5}"/>
              </a:ext>
            </a:extLst>
          </p:cNvPr>
          <p:cNvSpPr/>
          <p:nvPr/>
        </p:nvSpPr>
        <p:spPr>
          <a:xfrm>
            <a:off x="371475" y="263525"/>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Revision History</a:t>
            </a:r>
          </a:p>
        </p:txBody>
      </p:sp>
      <p:graphicFrame>
        <p:nvGraphicFramePr>
          <p:cNvPr id="6" name="Table 5">
            <a:extLst>
              <a:ext uri="{FF2B5EF4-FFF2-40B4-BE49-F238E27FC236}">
                <a16:creationId xmlns:a16="http://schemas.microsoft.com/office/drawing/2014/main" id="{D0B3CF8D-EE3C-F54D-65D6-92307FFE4426}"/>
              </a:ext>
            </a:extLst>
          </p:cNvPr>
          <p:cNvGraphicFramePr>
            <a:graphicFrameLocks noGrp="1"/>
          </p:cNvGraphicFramePr>
          <p:nvPr>
            <p:extLst>
              <p:ext uri="{D42A27DB-BD31-4B8C-83A1-F6EECF244321}">
                <p14:modId xmlns:p14="http://schemas.microsoft.com/office/powerpoint/2010/main" val="3473046429"/>
              </p:ext>
            </p:extLst>
          </p:nvPr>
        </p:nvGraphicFramePr>
        <p:xfrm>
          <a:off x="371476" y="719666"/>
          <a:ext cx="11430000" cy="4820920"/>
        </p:xfrm>
        <a:graphic>
          <a:graphicData uri="http://schemas.openxmlformats.org/drawingml/2006/table">
            <a:tbl>
              <a:tblPr firstRow="1" bandRow="1">
                <a:tableStyleId>{5C22544A-7EE6-4342-B048-85BDC9FD1C3A}</a:tableStyleId>
              </a:tblPr>
              <a:tblGrid>
                <a:gridCol w="1830736">
                  <a:extLst>
                    <a:ext uri="{9D8B030D-6E8A-4147-A177-3AD203B41FA5}">
                      <a16:colId xmlns:a16="http://schemas.microsoft.com/office/drawing/2014/main" val="1001983866"/>
                    </a:ext>
                  </a:extLst>
                </a:gridCol>
                <a:gridCol w="2404471">
                  <a:extLst>
                    <a:ext uri="{9D8B030D-6E8A-4147-A177-3AD203B41FA5}">
                      <a16:colId xmlns:a16="http://schemas.microsoft.com/office/drawing/2014/main" val="1405098406"/>
                    </a:ext>
                  </a:extLst>
                </a:gridCol>
                <a:gridCol w="2404471">
                  <a:extLst>
                    <a:ext uri="{9D8B030D-6E8A-4147-A177-3AD203B41FA5}">
                      <a16:colId xmlns:a16="http://schemas.microsoft.com/office/drawing/2014/main" val="189669261"/>
                    </a:ext>
                  </a:extLst>
                </a:gridCol>
                <a:gridCol w="4790322">
                  <a:extLst>
                    <a:ext uri="{9D8B030D-6E8A-4147-A177-3AD203B41FA5}">
                      <a16:colId xmlns:a16="http://schemas.microsoft.com/office/drawing/2014/main" val="1881696121"/>
                    </a:ext>
                  </a:extLst>
                </a:gridCol>
              </a:tblGrid>
              <a:tr h="370840">
                <a:tc>
                  <a:txBody>
                    <a:bodyPr/>
                    <a:lstStyle/>
                    <a:p>
                      <a:pPr algn="ctr"/>
                      <a:r>
                        <a:rPr lang="en-IN" sz="1400" dirty="0">
                          <a:latin typeface="+mj-lt"/>
                        </a:rPr>
                        <a:t>Rev</a:t>
                      </a:r>
                    </a:p>
                  </a:txBody>
                  <a:tcPr anchor="ctr"/>
                </a:tc>
                <a:tc>
                  <a:txBody>
                    <a:bodyPr/>
                    <a:lstStyle/>
                    <a:p>
                      <a:pPr algn="ctr"/>
                      <a:r>
                        <a:rPr lang="en-IN" sz="1400" dirty="0">
                          <a:latin typeface="+mj-lt"/>
                        </a:rPr>
                        <a:t>Date</a:t>
                      </a:r>
                    </a:p>
                  </a:txBody>
                  <a:tcPr anchor="ctr"/>
                </a:tc>
                <a:tc>
                  <a:txBody>
                    <a:bodyPr/>
                    <a:lstStyle/>
                    <a:p>
                      <a:pPr algn="ctr"/>
                      <a:r>
                        <a:rPr lang="en-IN" sz="1400" dirty="0">
                          <a:latin typeface="+mj-lt"/>
                        </a:rPr>
                        <a:t>Author</a:t>
                      </a:r>
                    </a:p>
                  </a:txBody>
                  <a:tcPr anchor="ctr"/>
                </a:tc>
                <a:tc>
                  <a:txBody>
                    <a:bodyPr/>
                    <a:lstStyle/>
                    <a:p>
                      <a:pPr algn="ctr"/>
                      <a:r>
                        <a:rPr lang="en-IN" sz="1400" dirty="0">
                          <a:latin typeface="+mj-lt"/>
                        </a:rPr>
                        <a:t>Description</a:t>
                      </a:r>
                    </a:p>
                  </a:txBody>
                  <a:tcPr anchor="ctr"/>
                </a:tc>
                <a:extLst>
                  <a:ext uri="{0D108BD9-81ED-4DB2-BD59-A6C34878D82A}">
                    <a16:rowId xmlns:a16="http://schemas.microsoft.com/office/drawing/2014/main" val="3074969189"/>
                  </a:ext>
                </a:extLst>
              </a:tr>
              <a:tr h="370840">
                <a:tc>
                  <a:txBody>
                    <a:bodyPr/>
                    <a:lstStyle/>
                    <a:p>
                      <a:pPr algn="ctr"/>
                      <a:r>
                        <a:rPr lang="en-IN" sz="1100" dirty="0">
                          <a:latin typeface="+mj-lt"/>
                        </a:rPr>
                        <a:t>0.1</a:t>
                      </a:r>
                    </a:p>
                  </a:txBody>
                  <a:tcPr anchor="ctr"/>
                </a:tc>
                <a:tc>
                  <a:txBody>
                    <a:bodyPr/>
                    <a:lstStyle/>
                    <a:p>
                      <a:pPr algn="ctr"/>
                      <a:r>
                        <a:rPr lang="en-IN" sz="1100" dirty="0">
                          <a:latin typeface="+mj-lt"/>
                        </a:rPr>
                        <a:t>12.02.2024</a:t>
                      </a:r>
                    </a:p>
                  </a:txBody>
                  <a:tcPr anchor="ctr"/>
                </a:tc>
                <a:tc>
                  <a:txBody>
                    <a:bodyPr/>
                    <a:lstStyle/>
                    <a:p>
                      <a:pPr algn="ctr"/>
                      <a:r>
                        <a:rPr lang="en-IN" sz="1100" dirty="0">
                          <a:latin typeface="+mj-lt"/>
                        </a:rPr>
                        <a:t>Kulasekaran</a:t>
                      </a:r>
                    </a:p>
                  </a:txBody>
                  <a:tcPr anchor="ctr"/>
                </a:tc>
                <a:tc>
                  <a:txBody>
                    <a:bodyPr/>
                    <a:lstStyle/>
                    <a:p>
                      <a:r>
                        <a:rPr lang="en-IN" sz="1100" dirty="0">
                          <a:latin typeface="+mj-lt"/>
                        </a:rPr>
                        <a:t>Initial Release</a:t>
                      </a:r>
                    </a:p>
                  </a:txBody>
                  <a:tcPr anchor="ctr"/>
                </a:tc>
                <a:extLst>
                  <a:ext uri="{0D108BD9-81ED-4DB2-BD59-A6C34878D82A}">
                    <a16:rowId xmlns:a16="http://schemas.microsoft.com/office/drawing/2014/main" val="3189939004"/>
                  </a:ext>
                </a:extLst>
              </a:tr>
              <a:tr h="370840">
                <a:tc rowSpan="4">
                  <a:txBody>
                    <a:bodyPr/>
                    <a:lstStyle/>
                    <a:p>
                      <a:pPr algn="ctr"/>
                      <a:r>
                        <a:rPr lang="en-IN" sz="1100" dirty="0">
                          <a:latin typeface="+mj-lt"/>
                        </a:rPr>
                        <a:t>0.2</a:t>
                      </a:r>
                    </a:p>
                  </a:txBody>
                  <a:tcPr anchor="ctr"/>
                </a:tc>
                <a:tc rowSpan="4">
                  <a:txBody>
                    <a:bodyPr/>
                    <a:lstStyle/>
                    <a:p>
                      <a:pPr algn="ctr"/>
                      <a:r>
                        <a:rPr lang="en-IN" sz="1100">
                          <a:latin typeface="+mj-lt"/>
                        </a:rPr>
                        <a:t>27.03.2024</a:t>
                      </a:r>
                      <a:endParaRPr lang="en-IN" sz="1100" dirty="0">
                        <a:latin typeface="+mj-lt"/>
                      </a:endParaRPr>
                    </a:p>
                  </a:txBody>
                  <a:tcPr anchor="ctr"/>
                </a:tc>
                <a:tc rowSpan="4">
                  <a:txBody>
                    <a:bodyPr/>
                    <a:lstStyle/>
                    <a:p>
                      <a:pPr algn="ctr"/>
                      <a:r>
                        <a:rPr lang="en-IN" sz="1100" dirty="0">
                          <a:latin typeface="+mj-lt"/>
                        </a:rPr>
                        <a:t>Kulasekaran</a:t>
                      </a:r>
                    </a:p>
                  </a:txBody>
                  <a:tcPr anchor="ctr"/>
                </a:tc>
                <a:tc>
                  <a:txBody>
                    <a:bodyPr/>
                    <a:lstStyle/>
                    <a:p>
                      <a:r>
                        <a:rPr lang="en-IN" sz="1100">
                          <a:latin typeface="+mj-lt"/>
                        </a:rPr>
                        <a:t>Changes to JSON Packet IDs</a:t>
                      </a:r>
                    </a:p>
                  </a:txBody>
                  <a:tcPr anchor="ctr"/>
                </a:tc>
                <a:extLst>
                  <a:ext uri="{0D108BD9-81ED-4DB2-BD59-A6C34878D82A}">
                    <a16:rowId xmlns:a16="http://schemas.microsoft.com/office/drawing/2014/main" val="942101422"/>
                  </a:ext>
                </a:extLst>
              </a:tr>
              <a:tr h="370840">
                <a:tc vMerge="1">
                  <a:txBody>
                    <a:bodyPr/>
                    <a:lstStyle/>
                    <a:p>
                      <a:pPr algn="ctr"/>
                      <a:endParaRPr lang="en-IN" sz="1100" dirty="0">
                        <a:latin typeface="+mj-lt"/>
                      </a:endParaRPr>
                    </a:p>
                  </a:txBody>
                  <a:tcPr anchor="ctr"/>
                </a:tc>
                <a:tc vMerge="1">
                  <a:txBody>
                    <a:bodyPr/>
                    <a:lstStyle/>
                    <a:p>
                      <a:pPr algn="ctr"/>
                      <a:endParaRPr lang="en-IN" sz="1100" dirty="0">
                        <a:latin typeface="+mj-lt"/>
                      </a:endParaRPr>
                    </a:p>
                  </a:txBody>
                  <a:tcPr anchor="ctr"/>
                </a:tc>
                <a:tc vMerge="1">
                  <a:txBody>
                    <a:bodyPr/>
                    <a:lstStyle/>
                    <a:p>
                      <a:pPr algn="ctr"/>
                      <a:endParaRPr lang="en-IN" sz="1100" dirty="0">
                        <a:latin typeface="+mj-lt"/>
                      </a:endParaRPr>
                    </a:p>
                  </a:txBody>
                  <a:tcPr anchor="ctr"/>
                </a:tc>
                <a:tc>
                  <a:txBody>
                    <a:bodyPr/>
                    <a:lstStyle/>
                    <a:p>
                      <a:endParaRPr lang="en-IN" sz="1100" dirty="0">
                        <a:latin typeface="+mj-lt"/>
                      </a:endParaRPr>
                    </a:p>
                  </a:txBody>
                  <a:tcPr anchor="ctr"/>
                </a:tc>
                <a:extLst>
                  <a:ext uri="{0D108BD9-81ED-4DB2-BD59-A6C34878D82A}">
                    <a16:rowId xmlns:a16="http://schemas.microsoft.com/office/drawing/2014/main" val="2956590247"/>
                  </a:ext>
                </a:extLst>
              </a:tr>
              <a:tr h="370840">
                <a:tc vMerge="1">
                  <a:txBody>
                    <a:bodyPr/>
                    <a:lstStyle/>
                    <a:p>
                      <a:pPr algn="ctr"/>
                      <a:endParaRPr lang="en-IN" sz="1100" dirty="0">
                        <a:latin typeface="+mj-lt"/>
                      </a:endParaRPr>
                    </a:p>
                  </a:txBody>
                  <a:tcPr anchor="ctr"/>
                </a:tc>
                <a:tc vMerge="1">
                  <a:txBody>
                    <a:bodyPr/>
                    <a:lstStyle/>
                    <a:p>
                      <a:pPr algn="ctr"/>
                      <a:endParaRPr lang="en-IN" sz="1100" dirty="0">
                        <a:latin typeface="+mj-lt"/>
                      </a:endParaRPr>
                    </a:p>
                  </a:txBody>
                  <a:tcPr anchor="ctr"/>
                </a:tc>
                <a:tc vMerge="1">
                  <a:txBody>
                    <a:bodyPr/>
                    <a:lstStyle/>
                    <a:p>
                      <a:pPr algn="ctr"/>
                      <a:endParaRPr lang="en-IN" sz="1100" dirty="0">
                        <a:latin typeface="+mj-lt"/>
                      </a:endParaRPr>
                    </a:p>
                  </a:txBody>
                  <a:tcPr anchor="ctr"/>
                </a:tc>
                <a:tc>
                  <a:txBody>
                    <a:bodyPr/>
                    <a:lstStyle/>
                    <a:p>
                      <a:endParaRPr lang="en-IN" sz="1100" dirty="0" err="1">
                        <a:latin typeface="+mj-lt"/>
                      </a:endParaRPr>
                    </a:p>
                  </a:txBody>
                  <a:tcPr anchor="ctr"/>
                </a:tc>
                <a:extLst>
                  <a:ext uri="{0D108BD9-81ED-4DB2-BD59-A6C34878D82A}">
                    <a16:rowId xmlns:a16="http://schemas.microsoft.com/office/drawing/2014/main" val="222459660"/>
                  </a:ext>
                </a:extLst>
              </a:tr>
              <a:tr h="370840">
                <a:tc vMerge="1">
                  <a:txBody>
                    <a:bodyPr/>
                    <a:lstStyle/>
                    <a:p>
                      <a:pPr algn="ctr"/>
                      <a:endParaRPr lang="en-IN" sz="1100" dirty="0">
                        <a:latin typeface="+mj-lt"/>
                      </a:endParaRPr>
                    </a:p>
                  </a:txBody>
                  <a:tcPr anchor="ctr"/>
                </a:tc>
                <a:tc vMerge="1">
                  <a:txBody>
                    <a:bodyPr/>
                    <a:lstStyle/>
                    <a:p>
                      <a:pPr algn="ctr"/>
                      <a:endParaRPr lang="en-IN" sz="1100" dirty="0">
                        <a:latin typeface="+mj-lt"/>
                      </a:endParaRPr>
                    </a:p>
                  </a:txBody>
                  <a:tcPr anchor="ctr"/>
                </a:tc>
                <a:tc vMerge="1">
                  <a:txBody>
                    <a:bodyPr/>
                    <a:lstStyle/>
                    <a:p>
                      <a:pPr algn="ctr"/>
                      <a:endParaRPr lang="en-IN" sz="1100" dirty="0">
                        <a:latin typeface="+mj-lt"/>
                      </a:endParaRPr>
                    </a:p>
                  </a:txBody>
                  <a:tcPr anchor="ctr"/>
                </a:tc>
                <a:tc>
                  <a:txBody>
                    <a:bodyPr/>
                    <a:lstStyle/>
                    <a:p>
                      <a:endParaRPr lang="en-IN" sz="1100" dirty="0" err="1">
                        <a:latin typeface="+mj-lt"/>
                      </a:endParaRPr>
                    </a:p>
                  </a:txBody>
                  <a:tcPr anchor="ctr"/>
                </a:tc>
                <a:extLst>
                  <a:ext uri="{0D108BD9-81ED-4DB2-BD59-A6C34878D82A}">
                    <a16:rowId xmlns:a16="http://schemas.microsoft.com/office/drawing/2014/main" val="2021670111"/>
                  </a:ext>
                </a:extLst>
              </a:tr>
              <a:tr h="370840">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endParaRPr lang="en-IN" sz="1100">
                        <a:latin typeface="+mj-lt"/>
                      </a:endParaRPr>
                    </a:p>
                  </a:txBody>
                  <a:tcPr anchor="ctr"/>
                </a:tc>
                <a:extLst>
                  <a:ext uri="{0D108BD9-81ED-4DB2-BD59-A6C34878D82A}">
                    <a16:rowId xmlns:a16="http://schemas.microsoft.com/office/drawing/2014/main" val="1437151908"/>
                  </a:ext>
                </a:extLst>
              </a:tr>
              <a:tr h="370840">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endParaRPr lang="en-IN" sz="1100">
                        <a:latin typeface="+mj-lt"/>
                      </a:endParaRPr>
                    </a:p>
                  </a:txBody>
                  <a:tcPr anchor="ctr"/>
                </a:tc>
                <a:extLst>
                  <a:ext uri="{0D108BD9-81ED-4DB2-BD59-A6C34878D82A}">
                    <a16:rowId xmlns:a16="http://schemas.microsoft.com/office/drawing/2014/main" val="2277204749"/>
                  </a:ext>
                </a:extLst>
              </a:tr>
              <a:tr h="370840">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endParaRPr lang="en-IN" sz="1100">
                        <a:latin typeface="+mj-lt"/>
                      </a:endParaRPr>
                    </a:p>
                  </a:txBody>
                  <a:tcPr anchor="ctr"/>
                </a:tc>
                <a:extLst>
                  <a:ext uri="{0D108BD9-81ED-4DB2-BD59-A6C34878D82A}">
                    <a16:rowId xmlns:a16="http://schemas.microsoft.com/office/drawing/2014/main" val="3988308714"/>
                  </a:ext>
                </a:extLst>
              </a:tr>
              <a:tr h="370840">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endParaRPr lang="en-IN" sz="1100">
                        <a:latin typeface="+mj-lt"/>
                      </a:endParaRPr>
                    </a:p>
                  </a:txBody>
                  <a:tcPr anchor="ctr"/>
                </a:tc>
                <a:extLst>
                  <a:ext uri="{0D108BD9-81ED-4DB2-BD59-A6C34878D82A}">
                    <a16:rowId xmlns:a16="http://schemas.microsoft.com/office/drawing/2014/main" val="2126638869"/>
                  </a:ext>
                </a:extLst>
              </a:tr>
              <a:tr h="370840">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endParaRPr lang="en-IN" sz="1100">
                        <a:latin typeface="+mj-lt"/>
                      </a:endParaRPr>
                    </a:p>
                  </a:txBody>
                  <a:tcPr anchor="ctr"/>
                </a:tc>
                <a:extLst>
                  <a:ext uri="{0D108BD9-81ED-4DB2-BD59-A6C34878D82A}">
                    <a16:rowId xmlns:a16="http://schemas.microsoft.com/office/drawing/2014/main" val="1197974945"/>
                  </a:ext>
                </a:extLst>
              </a:tr>
              <a:tr h="370840">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endParaRPr lang="en-IN" sz="1100">
                        <a:latin typeface="+mj-lt"/>
                      </a:endParaRPr>
                    </a:p>
                  </a:txBody>
                  <a:tcPr anchor="ctr"/>
                </a:tc>
                <a:extLst>
                  <a:ext uri="{0D108BD9-81ED-4DB2-BD59-A6C34878D82A}">
                    <a16:rowId xmlns:a16="http://schemas.microsoft.com/office/drawing/2014/main" val="2788340842"/>
                  </a:ext>
                </a:extLst>
              </a:tr>
              <a:tr h="370840">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pPr algn="ctr"/>
                      <a:endParaRPr lang="en-IN" sz="1100">
                        <a:latin typeface="+mj-lt"/>
                      </a:endParaRPr>
                    </a:p>
                  </a:txBody>
                  <a:tcPr anchor="ctr"/>
                </a:tc>
                <a:tc>
                  <a:txBody>
                    <a:bodyPr/>
                    <a:lstStyle/>
                    <a:p>
                      <a:endParaRPr lang="en-IN" sz="1100">
                        <a:latin typeface="+mj-lt"/>
                      </a:endParaRPr>
                    </a:p>
                  </a:txBody>
                  <a:tcPr anchor="ctr"/>
                </a:tc>
                <a:extLst>
                  <a:ext uri="{0D108BD9-81ED-4DB2-BD59-A6C34878D82A}">
                    <a16:rowId xmlns:a16="http://schemas.microsoft.com/office/drawing/2014/main" val="239853705"/>
                  </a:ext>
                </a:extLst>
              </a:tr>
            </a:tbl>
          </a:graphicData>
        </a:graphic>
      </p:graphicFrame>
    </p:spTree>
    <p:extLst>
      <p:ext uri="{BB962C8B-B14F-4D97-AF65-F5344CB8AC3E}">
        <p14:creationId xmlns:p14="http://schemas.microsoft.com/office/powerpoint/2010/main" val="15801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7E7399-0390-B13A-8A43-58EC026E10CB}"/>
              </a:ext>
            </a:extLst>
          </p:cNvPr>
          <p:cNvSpPr/>
          <p:nvPr/>
        </p:nvSpPr>
        <p:spPr>
          <a:xfrm>
            <a:off x="371475" y="194252"/>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Gateway </a:t>
            </a:r>
            <a:r>
              <a:rPr lang="en-IN"/>
              <a:t>MQTT packets</a:t>
            </a:r>
            <a:endParaRPr lang="en-IN" dirty="0"/>
          </a:p>
        </p:txBody>
      </p:sp>
      <p:graphicFrame>
        <p:nvGraphicFramePr>
          <p:cNvPr id="6" name="Table 5">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1443847620"/>
              </p:ext>
            </p:extLst>
          </p:nvPr>
        </p:nvGraphicFramePr>
        <p:xfrm>
          <a:off x="371475" y="650393"/>
          <a:ext cx="11429999" cy="4815831"/>
        </p:xfrm>
        <a:graphic>
          <a:graphicData uri="http://schemas.openxmlformats.org/drawingml/2006/table">
            <a:tbl>
              <a:tblPr firstRow="1" bandRow="1">
                <a:tableStyleId>{5C22544A-7EE6-4342-B048-85BDC9FD1C3A}</a:tableStyleId>
              </a:tblPr>
              <a:tblGrid>
                <a:gridCol w="2850245">
                  <a:extLst>
                    <a:ext uri="{9D8B030D-6E8A-4147-A177-3AD203B41FA5}">
                      <a16:colId xmlns:a16="http://schemas.microsoft.com/office/drawing/2014/main" val="1405098406"/>
                    </a:ext>
                  </a:extLst>
                </a:gridCol>
                <a:gridCol w="2850245">
                  <a:extLst>
                    <a:ext uri="{9D8B030D-6E8A-4147-A177-3AD203B41FA5}">
                      <a16:colId xmlns:a16="http://schemas.microsoft.com/office/drawing/2014/main" val="3360154663"/>
                    </a:ext>
                  </a:extLst>
                </a:gridCol>
                <a:gridCol w="5729509">
                  <a:extLst>
                    <a:ext uri="{9D8B030D-6E8A-4147-A177-3AD203B41FA5}">
                      <a16:colId xmlns:a16="http://schemas.microsoft.com/office/drawing/2014/main" val="316406657"/>
                    </a:ext>
                  </a:extLst>
                </a:gridCol>
              </a:tblGrid>
              <a:tr h="370840">
                <a:tc>
                  <a:txBody>
                    <a:bodyPr/>
                    <a:lstStyle/>
                    <a:p>
                      <a:pPr algn="ctr"/>
                      <a:r>
                        <a:rPr lang="en-IN" sz="1400">
                          <a:latin typeface="+mj-lt"/>
                        </a:rPr>
                        <a:t>Packet Name</a:t>
                      </a:r>
                      <a:endParaRPr lang="en-IN" sz="1400" dirty="0">
                        <a:latin typeface="+mj-lt"/>
                      </a:endParaRPr>
                    </a:p>
                  </a:txBody>
                  <a:tcPr anchor="ctr"/>
                </a:tc>
                <a:tc>
                  <a:txBody>
                    <a:bodyPr/>
                    <a:lstStyle/>
                    <a:p>
                      <a:pPr algn="ctr"/>
                      <a:r>
                        <a:rPr lang="en-IN" sz="1400">
                          <a:latin typeface="+mj-lt"/>
                        </a:rPr>
                        <a:t>Packet ID</a:t>
                      </a:r>
                      <a:endParaRPr lang="en-IN" sz="1400" dirty="0">
                        <a:latin typeface="+mj-lt"/>
                      </a:endParaRPr>
                    </a:p>
                  </a:txBody>
                  <a:tcPr anchor="ctr"/>
                </a:tc>
                <a:tc>
                  <a:txBody>
                    <a:bodyPr/>
                    <a:lstStyle/>
                    <a:p>
                      <a:pPr algn="ctr"/>
                      <a:r>
                        <a:rPr lang="en-IN" sz="1400">
                          <a:latin typeface="+mj-lt"/>
                        </a:rPr>
                        <a:t>Description</a:t>
                      </a:r>
                      <a:endParaRPr lang="en-IN" sz="1400" dirty="0">
                        <a:latin typeface="+mj-lt"/>
                      </a:endParaRPr>
                    </a:p>
                  </a:txBody>
                  <a:tcPr anchor="ctr"/>
                </a:tc>
                <a:extLst>
                  <a:ext uri="{0D108BD9-81ED-4DB2-BD59-A6C34878D82A}">
                    <a16:rowId xmlns:a16="http://schemas.microsoft.com/office/drawing/2014/main" val="3074969189"/>
                  </a:ext>
                </a:extLst>
              </a:tr>
              <a:tr h="370839">
                <a:tc>
                  <a:txBody>
                    <a:bodyPr/>
                    <a:lstStyle/>
                    <a:p>
                      <a:pPr lvl="0" algn="l">
                        <a:buNone/>
                      </a:pPr>
                      <a:r>
                        <a:rPr lang="en-IN" sz="1400">
                          <a:latin typeface="+mj-lt"/>
                        </a:rPr>
                        <a:t>Gateway Registration packet</a:t>
                      </a:r>
                    </a:p>
                  </a:txBody>
                  <a:tcPr anchor="ctr"/>
                </a:tc>
                <a:tc>
                  <a:txBody>
                    <a:bodyPr/>
                    <a:lstStyle/>
                    <a:p>
                      <a:pPr lvl="0" algn="ctr">
                        <a:buNone/>
                      </a:pPr>
                      <a:r>
                        <a:rPr lang="en-IN" sz="1400">
                          <a:latin typeface="+mj-lt"/>
                        </a:rPr>
                        <a:t>0</a:t>
                      </a:r>
                      <a:endParaRPr lang="en-IN" sz="1400" dirty="0">
                        <a:latin typeface="+mj-lt"/>
                      </a:endParaRPr>
                    </a:p>
                  </a:txBody>
                  <a:tcPr anchor="ctr"/>
                </a:tc>
                <a:tc>
                  <a:txBody>
                    <a:bodyPr/>
                    <a:lstStyle/>
                    <a:p>
                      <a:pPr lvl="0" algn="l">
                        <a:buNone/>
                      </a:pPr>
                      <a:r>
                        <a:rPr lang="en-IN" sz="1400">
                          <a:latin typeface="+mj-lt"/>
                        </a:rPr>
                        <a:t>Registers a Gateway device into BLE mesh network</a:t>
                      </a:r>
                      <a:endParaRPr lang="en-IN" sz="1400" dirty="0">
                        <a:latin typeface="+mj-lt"/>
                      </a:endParaRPr>
                    </a:p>
                  </a:txBody>
                  <a:tcPr anchor="ctr"/>
                </a:tc>
                <a:extLst>
                  <a:ext uri="{0D108BD9-81ED-4DB2-BD59-A6C34878D82A}">
                    <a16:rowId xmlns:a16="http://schemas.microsoft.com/office/drawing/2014/main" val="1505226955"/>
                  </a:ext>
                </a:extLst>
              </a:tr>
              <a:tr h="370838">
                <a:tc>
                  <a:txBody>
                    <a:bodyPr/>
                    <a:lstStyle/>
                    <a:p>
                      <a:pPr lvl="0" algn="l">
                        <a:buNone/>
                      </a:pPr>
                      <a:r>
                        <a:rPr lang="en-IN" sz="1400">
                          <a:latin typeface="+mj-lt"/>
                        </a:rPr>
                        <a:t>Gateway Configuration packet</a:t>
                      </a:r>
                      <a:endParaRPr lang="en-IN" sz="1400" dirty="0">
                        <a:latin typeface="+mj-lt"/>
                      </a:endParaRPr>
                    </a:p>
                  </a:txBody>
                  <a:tcPr anchor="ctr"/>
                </a:tc>
                <a:tc>
                  <a:txBody>
                    <a:bodyPr/>
                    <a:lstStyle/>
                    <a:p>
                      <a:pPr lvl="0" algn="ctr">
                        <a:buNone/>
                      </a:pPr>
                      <a:r>
                        <a:rPr lang="en-IN" sz="1400">
                          <a:latin typeface="+mj-lt"/>
                        </a:rPr>
                        <a:t>1</a:t>
                      </a:r>
                      <a:endParaRPr lang="en-IN" sz="1400" dirty="0">
                        <a:latin typeface="+mj-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chemeClr val="dk1"/>
                          </a:solidFill>
                          <a:latin typeface="+mj-lt"/>
                          <a:ea typeface="+mn-ea"/>
                          <a:cs typeface="+mn-cs"/>
                        </a:rPr>
                        <a:t>Sent back as ACK to cloud. Contains information about Gateway AC remote configuration</a:t>
                      </a:r>
                    </a:p>
                  </a:txBody>
                  <a:tcPr anchor="ctr"/>
                </a:tc>
                <a:extLst>
                  <a:ext uri="{0D108BD9-81ED-4DB2-BD59-A6C34878D82A}">
                    <a16:rowId xmlns:a16="http://schemas.microsoft.com/office/drawing/2014/main" val="2131669918"/>
                  </a:ext>
                </a:extLst>
              </a:tr>
              <a:tr h="370838">
                <a:tc>
                  <a:txBody>
                    <a:bodyPr/>
                    <a:lstStyle/>
                    <a:p>
                      <a:pPr lvl="0" algn="l">
                        <a:buNone/>
                      </a:pPr>
                      <a:r>
                        <a:rPr lang="en-IN" sz="1400">
                          <a:latin typeface="+mj-lt"/>
                        </a:rPr>
                        <a:t>Gateway Unregistration packet</a:t>
                      </a:r>
                      <a:endParaRPr lang="en-IN" sz="1400" dirty="0">
                        <a:latin typeface="+mj-lt"/>
                      </a:endParaRPr>
                    </a:p>
                  </a:txBody>
                  <a:tcPr anchor="ctr"/>
                </a:tc>
                <a:tc>
                  <a:txBody>
                    <a:bodyPr/>
                    <a:lstStyle/>
                    <a:p>
                      <a:pPr lvl="0" algn="ctr">
                        <a:buNone/>
                      </a:pPr>
                      <a:r>
                        <a:rPr lang="en-IN" sz="1400">
                          <a:latin typeface="+mj-lt"/>
                        </a:rPr>
                        <a:t>2 </a:t>
                      </a:r>
                      <a:endParaRPr lang="en-IN" sz="1400" dirty="0">
                        <a:latin typeface="+mj-lt"/>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chemeClr val="dk1"/>
                          </a:solidFill>
                          <a:latin typeface="+mj-lt"/>
                          <a:ea typeface="+mn-ea"/>
                          <a:cs typeface="+mn-cs"/>
                        </a:rPr>
                        <a:t>Removes a Gateway device from BLE mesh network</a:t>
                      </a:r>
                    </a:p>
                  </a:txBody>
                  <a:tcPr anchor="ctr"/>
                </a:tc>
                <a:extLst>
                  <a:ext uri="{0D108BD9-81ED-4DB2-BD59-A6C34878D82A}">
                    <a16:rowId xmlns:a16="http://schemas.microsoft.com/office/drawing/2014/main" val="1632585932"/>
                  </a:ext>
                </a:extLst>
              </a:tr>
              <a:tr h="370838">
                <a:tc>
                  <a:txBody>
                    <a:bodyPr/>
                    <a:lstStyle/>
                    <a:p>
                      <a:pPr lvl="0" algn="l">
                        <a:buNone/>
                      </a:pPr>
                      <a:r>
                        <a:rPr lang="en-IN" sz="1400">
                          <a:latin typeface="+mj-lt"/>
                        </a:rPr>
                        <a:t>Gateway AC control packet</a:t>
                      </a:r>
                      <a:endParaRPr lang="en-IN" sz="1400" dirty="0">
                        <a:latin typeface="+mj-lt"/>
                      </a:endParaRPr>
                    </a:p>
                  </a:txBody>
                  <a:tcPr anchor="ctr"/>
                </a:tc>
                <a:tc>
                  <a:txBody>
                    <a:bodyPr/>
                    <a:lstStyle/>
                    <a:p>
                      <a:pPr lvl="0" algn="ctr">
                        <a:buNone/>
                      </a:pPr>
                      <a:r>
                        <a:rPr lang="en-IN" sz="1400">
                          <a:latin typeface="+mj-lt"/>
                        </a:rPr>
                        <a:t>3</a:t>
                      </a:r>
                      <a:endParaRPr lang="en-IN" sz="1400" dirty="0">
                        <a:latin typeface="+mj-lt"/>
                      </a:endParaRPr>
                    </a:p>
                  </a:txBody>
                  <a:tcPr anchor="ctr"/>
                </a:tc>
                <a:tc>
                  <a:txBody>
                    <a:bodyPr/>
                    <a:lstStyle/>
                    <a:p>
                      <a:pPr lvl="0" algn="l">
                        <a:buNone/>
                      </a:pPr>
                      <a:r>
                        <a:rPr lang="en-IN" sz="1400">
                          <a:latin typeface="+mj-lt"/>
                        </a:rPr>
                        <a:t>Contains AC control parameters to control an AC using Gateway</a:t>
                      </a:r>
                      <a:endParaRPr lang="en-IN" sz="1400" dirty="0">
                        <a:latin typeface="+mj-lt"/>
                      </a:endParaRPr>
                    </a:p>
                  </a:txBody>
                  <a:tcPr anchor="ctr"/>
                </a:tc>
                <a:extLst>
                  <a:ext uri="{0D108BD9-81ED-4DB2-BD59-A6C34878D82A}">
                    <a16:rowId xmlns:a16="http://schemas.microsoft.com/office/drawing/2014/main" val="297394674"/>
                  </a:ext>
                </a:extLst>
              </a:tr>
              <a:tr h="370838">
                <a:tc>
                  <a:txBody>
                    <a:bodyPr/>
                    <a:lstStyle/>
                    <a:p>
                      <a:pPr lvl="0" algn="l">
                        <a:buNone/>
                      </a:pPr>
                      <a:r>
                        <a:rPr lang="en-IN" sz="1400">
                          <a:latin typeface="+mj-lt"/>
                        </a:rPr>
                        <a:t>Gateway AC Locking packet</a:t>
                      </a:r>
                      <a:endParaRPr lang="en-IN" sz="1400" dirty="0">
                        <a:latin typeface="+mj-lt"/>
                      </a:endParaRPr>
                    </a:p>
                  </a:txBody>
                  <a:tcPr anchor="ctr"/>
                </a:tc>
                <a:tc>
                  <a:txBody>
                    <a:bodyPr/>
                    <a:lstStyle/>
                    <a:p>
                      <a:pPr lvl="0" algn="ctr">
                        <a:buNone/>
                      </a:pPr>
                      <a:r>
                        <a:rPr lang="en-IN" sz="1400">
                          <a:latin typeface="+mj-lt"/>
                        </a:rPr>
                        <a:t>4</a:t>
                      </a:r>
                      <a:endParaRPr lang="en-IN" sz="1400" dirty="0">
                        <a:latin typeface="+mj-lt"/>
                      </a:endParaRPr>
                    </a:p>
                  </a:txBody>
                  <a:tcPr anchor="ctr"/>
                </a:tc>
                <a:tc>
                  <a:txBody>
                    <a:bodyPr/>
                    <a:lstStyle/>
                    <a:p>
                      <a:pPr lvl="0" algn="l">
                        <a:buNone/>
                      </a:pPr>
                      <a:r>
                        <a:rPr lang="en-IN" sz="1400">
                          <a:latin typeface="+mj-lt"/>
                        </a:rPr>
                        <a:t>Sent back as ACK to cloud. Contains information about manual control of AC using remote</a:t>
                      </a:r>
                      <a:endParaRPr lang="en-IN" sz="1400" dirty="0">
                        <a:latin typeface="+mj-lt"/>
                      </a:endParaRPr>
                    </a:p>
                  </a:txBody>
                  <a:tcPr anchor="ctr"/>
                </a:tc>
                <a:extLst>
                  <a:ext uri="{0D108BD9-81ED-4DB2-BD59-A6C34878D82A}">
                    <a16:rowId xmlns:a16="http://schemas.microsoft.com/office/drawing/2014/main" val="3137233742"/>
                  </a:ext>
                </a:extLst>
              </a:tr>
              <a:tr h="370838">
                <a:tc>
                  <a:txBody>
                    <a:bodyPr/>
                    <a:lstStyle/>
                    <a:p>
                      <a:pPr lvl="0" algn="l">
                        <a:buNone/>
                      </a:pPr>
                      <a:r>
                        <a:rPr lang="en-IN" sz="1400">
                          <a:latin typeface="+mj-lt"/>
                        </a:rPr>
                        <a:t>Gateway Reconfiguration packet</a:t>
                      </a:r>
                      <a:endParaRPr lang="en-IN" sz="1400" dirty="0">
                        <a:latin typeface="+mj-lt"/>
                      </a:endParaRPr>
                    </a:p>
                  </a:txBody>
                  <a:tcPr anchor="ctr"/>
                </a:tc>
                <a:tc>
                  <a:txBody>
                    <a:bodyPr/>
                    <a:lstStyle/>
                    <a:p>
                      <a:pPr lvl="0" algn="ctr">
                        <a:buNone/>
                      </a:pPr>
                      <a:r>
                        <a:rPr lang="en-IN" sz="1400">
                          <a:latin typeface="+mj-lt"/>
                        </a:rPr>
                        <a:t>5</a:t>
                      </a:r>
                      <a:endParaRPr lang="en-IN" sz="1400" dirty="0">
                        <a:latin typeface="+mj-lt"/>
                      </a:endParaRPr>
                    </a:p>
                  </a:txBody>
                  <a:tcPr anchor="ctr"/>
                </a:tc>
                <a:tc>
                  <a:txBody>
                    <a:bodyPr/>
                    <a:lstStyle/>
                    <a:p>
                      <a:pPr lvl="0" algn="l">
                        <a:buNone/>
                      </a:pPr>
                      <a:r>
                        <a:rPr lang="en-IN" sz="1400">
                          <a:latin typeface="+mj-lt"/>
                        </a:rPr>
                        <a:t>Puts gateway into AC remote configuration mode.</a:t>
                      </a:r>
                      <a:endParaRPr lang="en-IN" sz="1400" dirty="0">
                        <a:latin typeface="+mj-lt"/>
                      </a:endParaRPr>
                    </a:p>
                  </a:txBody>
                  <a:tcPr anchor="ctr"/>
                </a:tc>
                <a:extLst>
                  <a:ext uri="{0D108BD9-81ED-4DB2-BD59-A6C34878D82A}">
                    <a16:rowId xmlns:a16="http://schemas.microsoft.com/office/drawing/2014/main" val="3436089977"/>
                  </a:ext>
                </a:extLst>
              </a:tr>
              <a:tr h="370838">
                <a:tc>
                  <a:txBody>
                    <a:bodyPr/>
                    <a:lstStyle/>
                    <a:p>
                      <a:pPr lvl="0" algn="l">
                        <a:buNone/>
                      </a:pPr>
                      <a:r>
                        <a:rPr lang="en-IN" sz="1400" dirty="0">
                          <a:latin typeface="+mj-lt"/>
                        </a:rPr>
                        <a:t>Gateway Temperature data packet</a:t>
                      </a:r>
                    </a:p>
                  </a:txBody>
                  <a:tcPr anchor="ctr"/>
                </a:tc>
                <a:tc>
                  <a:txBody>
                    <a:bodyPr/>
                    <a:lstStyle/>
                    <a:p>
                      <a:pPr lvl="0" algn="ctr">
                        <a:buNone/>
                      </a:pPr>
                      <a:r>
                        <a:rPr lang="en-IN" sz="1400" dirty="0">
                          <a:latin typeface="+mj-lt"/>
                        </a:rPr>
                        <a:t>6</a:t>
                      </a:r>
                    </a:p>
                  </a:txBody>
                  <a:tcPr anchor="ctr"/>
                </a:tc>
                <a:tc>
                  <a:txBody>
                    <a:bodyPr/>
                    <a:lstStyle/>
                    <a:p>
                      <a:pPr lvl="0" algn="l">
                        <a:buNone/>
                      </a:pPr>
                      <a:r>
                        <a:rPr lang="en-IN" sz="1400" dirty="0">
                          <a:latin typeface="+mj-lt"/>
                        </a:rPr>
                        <a:t>Contains temperature value as measured by the temperature sensor</a:t>
                      </a:r>
                    </a:p>
                  </a:txBody>
                  <a:tcPr anchor="ctr"/>
                </a:tc>
                <a:extLst>
                  <a:ext uri="{0D108BD9-81ED-4DB2-BD59-A6C34878D82A}">
                    <a16:rowId xmlns:a16="http://schemas.microsoft.com/office/drawing/2014/main" val="1146802514"/>
                  </a:ext>
                </a:extLst>
              </a:tr>
              <a:tr h="370838">
                <a:tc>
                  <a:txBody>
                    <a:bodyPr/>
                    <a:lstStyle/>
                    <a:p>
                      <a:pPr lvl="0" algn="l">
                        <a:buNone/>
                      </a:pPr>
                      <a:r>
                        <a:rPr lang="en-IN" sz="1400" dirty="0">
                          <a:latin typeface="+mj-lt"/>
                        </a:rPr>
                        <a:t>Gateway Publish configuration packet</a:t>
                      </a:r>
                    </a:p>
                  </a:txBody>
                  <a:tcPr anchor="ctr"/>
                </a:tc>
                <a:tc>
                  <a:txBody>
                    <a:bodyPr/>
                    <a:lstStyle/>
                    <a:p>
                      <a:pPr lvl="0" algn="ctr">
                        <a:buNone/>
                      </a:pPr>
                      <a:r>
                        <a:rPr lang="en-IN" sz="1400" dirty="0">
                          <a:latin typeface="+mj-lt"/>
                        </a:rPr>
                        <a:t>7</a:t>
                      </a:r>
                    </a:p>
                  </a:txBody>
                  <a:tcPr anchor="ctr"/>
                </a:tc>
                <a:tc>
                  <a:txBody>
                    <a:bodyPr/>
                    <a:lstStyle/>
                    <a:p>
                      <a:pPr lvl="0" algn="l">
                        <a:buNone/>
                      </a:pPr>
                      <a:r>
                        <a:rPr lang="en-IN" sz="1400" dirty="0">
                          <a:latin typeface="+mj-lt"/>
                        </a:rPr>
                        <a:t>Tells the Gateway, how frequently it needs to publish temperature data information to the MQTT cloud</a:t>
                      </a:r>
                    </a:p>
                  </a:txBody>
                  <a:tcPr anchor="ctr"/>
                </a:tc>
                <a:extLst>
                  <a:ext uri="{0D108BD9-81ED-4DB2-BD59-A6C34878D82A}">
                    <a16:rowId xmlns:a16="http://schemas.microsoft.com/office/drawing/2014/main" val="4188515982"/>
                  </a:ext>
                </a:extLst>
              </a:tr>
              <a:tr h="370838">
                <a:tc>
                  <a:txBody>
                    <a:bodyPr/>
                    <a:lstStyle/>
                    <a:p>
                      <a:pPr lvl="0" algn="l">
                        <a:buNone/>
                      </a:pPr>
                      <a:r>
                        <a:rPr lang="en-IN" sz="1400" dirty="0">
                          <a:latin typeface="+mj-lt"/>
                        </a:rPr>
                        <a:t>Gateway Heartbeat packet</a:t>
                      </a:r>
                    </a:p>
                  </a:txBody>
                  <a:tcPr anchor="ctr"/>
                </a:tc>
                <a:tc>
                  <a:txBody>
                    <a:bodyPr/>
                    <a:lstStyle/>
                    <a:p>
                      <a:pPr lvl="0" algn="ctr">
                        <a:buNone/>
                      </a:pPr>
                      <a:r>
                        <a:rPr lang="en-IN" sz="1400" dirty="0">
                          <a:latin typeface="+mj-lt"/>
                        </a:rPr>
                        <a:t>8</a:t>
                      </a:r>
                    </a:p>
                  </a:txBody>
                  <a:tcPr anchor="ctr"/>
                </a:tc>
                <a:tc>
                  <a:txBody>
                    <a:bodyPr/>
                    <a:lstStyle/>
                    <a:p>
                      <a:pPr lvl="0" algn="l">
                        <a:buNone/>
                      </a:pPr>
                      <a:r>
                        <a:rPr lang="en-IN" sz="1400" dirty="0">
                          <a:latin typeface="+mj-lt"/>
                        </a:rPr>
                        <a:t>Contains basic information about a Gateway that tells the cloud about its alive status</a:t>
                      </a:r>
                    </a:p>
                  </a:txBody>
                  <a:tcPr anchor="ctr"/>
                </a:tc>
                <a:extLst>
                  <a:ext uri="{0D108BD9-81ED-4DB2-BD59-A6C34878D82A}">
                    <a16:rowId xmlns:a16="http://schemas.microsoft.com/office/drawing/2014/main" val="966803066"/>
                  </a:ext>
                </a:extLst>
              </a:tr>
              <a:tr h="370838">
                <a:tc>
                  <a:txBody>
                    <a:bodyPr/>
                    <a:lstStyle/>
                    <a:p>
                      <a:pPr lvl="0" algn="l">
                        <a:buNone/>
                      </a:pPr>
                      <a:r>
                        <a:rPr lang="en-IN" sz="1400" dirty="0">
                          <a:latin typeface="+mj-lt"/>
                        </a:rPr>
                        <a:t>Gateway Reset MQTT packet</a:t>
                      </a:r>
                      <a:endParaRPr lang="en-US" dirty="0"/>
                    </a:p>
                  </a:txBody>
                  <a:tcPr anchor="ctr"/>
                </a:tc>
                <a:tc>
                  <a:txBody>
                    <a:bodyPr/>
                    <a:lstStyle/>
                    <a:p>
                      <a:pPr lvl="0" algn="ctr">
                        <a:buNone/>
                      </a:pPr>
                      <a:r>
                        <a:rPr lang="en-IN" sz="1400" dirty="0">
                          <a:latin typeface="+mj-lt"/>
                        </a:rPr>
                        <a:t>9</a:t>
                      </a:r>
                      <a:endParaRPr lang="en-US" dirty="0"/>
                    </a:p>
                  </a:txBody>
                  <a:tcPr anchor="ctr"/>
                </a:tc>
                <a:tc>
                  <a:txBody>
                    <a:bodyPr/>
                    <a:lstStyle/>
                    <a:p>
                      <a:pPr lvl="0" algn="l">
                        <a:buNone/>
                      </a:pPr>
                      <a:r>
                        <a:rPr lang="en-IN" sz="1400" dirty="0">
                          <a:latin typeface="+mj-lt"/>
                        </a:rPr>
                        <a:t>Disconnects Gateway from MQTT network. Resets the MQTT parameters stored in the Gateway and puts the Gateway into AP mode</a:t>
                      </a:r>
                      <a:endParaRPr lang="en-US" dirty="0"/>
                    </a:p>
                  </a:txBody>
                  <a:tcPr anchor="ctr"/>
                </a:tc>
                <a:extLst>
                  <a:ext uri="{0D108BD9-81ED-4DB2-BD59-A6C34878D82A}">
                    <a16:rowId xmlns:a16="http://schemas.microsoft.com/office/drawing/2014/main" val="4094296702"/>
                  </a:ext>
                </a:extLst>
              </a:tr>
            </a:tbl>
          </a:graphicData>
        </a:graphic>
      </p:graphicFrame>
    </p:spTree>
    <p:extLst>
      <p:ext uri="{BB962C8B-B14F-4D97-AF65-F5344CB8AC3E}">
        <p14:creationId xmlns:p14="http://schemas.microsoft.com/office/powerpoint/2010/main" val="4456081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7E7399-0390-B13A-8A43-58EC026E10CB}"/>
              </a:ext>
            </a:extLst>
          </p:cNvPr>
          <p:cNvSpPr/>
          <p:nvPr/>
        </p:nvSpPr>
        <p:spPr>
          <a:xfrm>
            <a:off x="371475" y="194252"/>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Node MQTT packets</a:t>
            </a:r>
          </a:p>
        </p:txBody>
      </p:sp>
      <p:graphicFrame>
        <p:nvGraphicFramePr>
          <p:cNvPr id="6" name="Table 5">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4220687041"/>
              </p:ext>
            </p:extLst>
          </p:nvPr>
        </p:nvGraphicFramePr>
        <p:xfrm>
          <a:off x="371475" y="650393"/>
          <a:ext cx="11429999" cy="4297670"/>
        </p:xfrm>
        <a:graphic>
          <a:graphicData uri="http://schemas.openxmlformats.org/drawingml/2006/table">
            <a:tbl>
              <a:tblPr firstRow="1" bandRow="1">
                <a:tableStyleId>{5C22544A-7EE6-4342-B048-85BDC9FD1C3A}</a:tableStyleId>
              </a:tblPr>
              <a:tblGrid>
                <a:gridCol w="2850245">
                  <a:extLst>
                    <a:ext uri="{9D8B030D-6E8A-4147-A177-3AD203B41FA5}">
                      <a16:colId xmlns:a16="http://schemas.microsoft.com/office/drawing/2014/main" val="1405098406"/>
                    </a:ext>
                  </a:extLst>
                </a:gridCol>
                <a:gridCol w="2850245">
                  <a:extLst>
                    <a:ext uri="{9D8B030D-6E8A-4147-A177-3AD203B41FA5}">
                      <a16:colId xmlns:a16="http://schemas.microsoft.com/office/drawing/2014/main" val="3360154663"/>
                    </a:ext>
                  </a:extLst>
                </a:gridCol>
                <a:gridCol w="5729509">
                  <a:extLst>
                    <a:ext uri="{9D8B030D-6E8A-4147-A177-3AD203B41FA5}">
                      <a16:colId xmlns:a16="http://schemas.microsoft.com/office/drawing/2014/main" val="316406657"/>
                    </a:ext>
                  </a:extLst>
                </a:gridCol>
              </a:tblGrid>
              <a:tr h="370840">
                <a:tc>
                  <a:txBody>
                    <a:bodyPr/>
                    <a:lstStyle/>
                    <a:p>
                      <a:pPr algn="ctr"/>
                      <a:r>
                        <a:rPr lang="en-IN" sz="1400" dirty="0">
                          <a:latin typeface="+mj-lt"/>
                        </a:rPr>
                        <a:t>Packet Name</a:t>
                      </a:r>
                    </a:p>
                  </a:txBody>
                  <a:tcPr anchor="ctr"/>
                </a:tc>
                <a:tc>
                  <a:txBody>
                    <a:bodyPr/>
                    <a:lstStyle/>
                    <a:p>
                      <a:pPr algn="ctr"/>
                      <a:r>
                        <a:rPr lang="en-IN" sz="1400" dirty="0">
                          <a:latin typeface="+mj-lt"/>
                        </a:rPr>
                        <a:t>Packet ID</a:t>
                      </a:r>
                    </a:p>
                  </a:txBody>
                  <a:tcPr anchor="ctr"/>
                </a:tc>
                <a:tc>
                  <a:txBody>
                    <a:bodyPr/>
                    <a:lstStyle/>
                    <a:p>
                      <a:pPr algn="ctr"/>
                      <a:r>
                        <a:rPr lang="en-IN" sz="1400" dirty="0">
                          <a:latin typeface="+mj-lt"/>
                        </a:rPr>
                        <a:t>Description</a:t>
                      </a:r>
                    </a:p>
                  </a:txBody>
                  <a:tcPr anchor="ctr"/>
                </a:tc>
                <a:extLst>
                  <a:ext uri="{0D108BD9-81ED-4DB2-BD59-A6C34878D82A}">
                    <a16:rowId xmlns:a16="http://schemas.microsoft.com/office/drawing/2014/main" val="3074969189"/>
                  </a:ext>
                </a:extLst>
              </a:tr>
              <a:tr h="370838">
                <a:tc>
                  <a:txBody>
                    <a:bodyPr/>
                    <a:lstStyle/>
                    <a:p>
                      <a:pPr lvl="0" algn="l">
                        <a:buNone/>
                      </a:pPr>
                      <a:r>
                        <a:rPr lang="en-IN" sz="1400" dirty="0">
                          <a:latin typeface="+mj-lt"/>
                        </a:rPr>
                        <a:t>Node Provisioning packet</a:t>
                      </a:r>
                    </a:p>
                  </a:txBody>
                  <a:tcPr anchor="ctr"/>
                </a:tc>
                <a:tc>
                  <a:txBody>
                    <a:bodyPr/>
                    <a:lstStyle/>
                    <a:p>
                      <a:pPr lvl="0" algn="ctr">
                        <a:buNone/>
                      </a:pPr>
                      <a:r>
                        <a:rPr lang="en-IN" sz="1400" dirty="0">
                          <a:latin typeface="+mj-lt"/>
                        </a:rPr>
                        <a:t>100</a:t>
                      </a:r>
                    </a:p>
                  </a:txBody>
                  <a:tcPr anchor="ctr"/>
                </a:tc>
                <a:tc>
                  <a:txBody>
                    <a:bodyPr/>
                    <a:lstStyle/>
                    <a:p>
                      <a:pPr lvl="0" algn="l">
                        <a:buNone/>
                      </a:pPr>
                      <a:r>
                        <a:rPr lang="en-IN" sz="1400" dirty="0">
                          <a:latin typeface="+mj-lt"/>
                        </a:rPr>
                        <a:t>Provisions a Node device into the BLE mesh network</a:t>
                      </a:r>
                    </a:p>
                  </a:txBody>
                  <a:tcPr anchor="ctr"/>
                </a:tc>
                <a:extLst>
                  <a:ext uri="{0D108BD9-81ED-4DB2-BD59-A6C34878D82A}">
                    <a16:rowId xmlns:a16="http://schemas.microsoft.com/office/drawing/2014/main" val="2077207384"/>
                  </a:ext>
                </a:extLst>
              </a:tr>
              <a:tr h="370838">
                <a:tc>
                  <a:txBody>
                    <a:bodyPr/>
                    <a:lstStyle/>
                    <a:p>
                      <a:pPr lvl="0" algn="l">
                        <a:buNone/>
                      </a:pPr>
                      <a:r>
                        <a:rPr lang="en-IN" sz="1400" dirty="0">
                          <a:latin typeface="+mj-lt"/>
                        </a:rPr>
                        <a:t>Node Configuration packet</a:t>
                      </a:r>
                    </a:p>
                  </a:txBody>
                  <a:tcPr anchor="ctr"/>
                </a:tc>
                <a:tc>
                  <a:txBody>
                    <a:bodyPr/>
                    <a:lstStyle/>
                    <a:p>
                      <a:pPr lvl="0" algn="ctr">
                        <a:buNone/>
                      </a:pPr>
                      <a:r>
                        <a:rPr lang="en-IN" sz="1400" dirty="0">
                          <a:latin typeface="+mj-lt"/>
                        </a:rPr>
                        <a:t> 101</a:t>
                      </a:r>
                    </a:p>
                  </a:txBody>
                  <a:tcPr anchor="ctr"/>
                </a:tc>
                <a:tc>
                  <a:txBody>
                    <a:bodyPr/>
                    <a:lstStyle/>
                    <a:p>
                      <a:pPr lvl="0" algn="l">
                        <a:buNone/>
                      </a:pPr>
                      <a:r>
                        <a:rPr lang="en-IN" sz="1400" dirty="0">
                          <a:latin typeface="+mj-lt"/>
                        </a:rPr>
                        <a:t>Sent back as ACK to cloud. Contains information about Node AC remote configuration.</a:t>
                      </a:r>
                    </a:p>
                  </a:txBody>
                  <a:tcPr anchor="ctr"/>
                </a:tc>
                <a:extLst>
                  <a:ext uri="{0D108BD9-81ED-4DB2-BD59-A6C34878D82A}">
                    <a16:rowId xmlns:a16="http://schemas.microsoft.com/office/drawing/2014/main" val="3710814576"/>
                  </a:ext>
                </a:extLst>
              </a:tr>
              <a:tr h="370838">
                <a:tc>
                  <a:txBody>
                    <a:bodyPr/>
                    <a:lstStyle/>
                    <a:p>
                      <a:pPr lvl="0" algn="l">
                        <a:buNone/>
                      </a:pPr>
                      <a:r>
                        <a:rPr lang="en-IN" sz="1400" dirty="0">
                          <a:latin typeface="+mj-lt"/>
                        </a:rPr>
                        <a:t>Node </a:t>
                      </a:r>
                      <a:r>
                        <a:rPr lang="en-IN" sz="1400" dirty="0" err="1">
                          <a:latin typeface="+mj-lt"/>
                        </a:rPr>
                        <a:t>Unprovisioning</a:t>
                      </a:r>
                      <a:r>
                        <a:rPr lang="en-IN" sz="1400" dirty="0">
                          <a:latin typeface="+mj-lt"/>
                        </a:rPr>
                        <a:t> packet</a:t>
                      </a:r>
                    </a:p>
                  </a:txBody>
                  <a:tcPr anchor="ctr"/>
                </a:tc>
                <a:tc>
                  <a:txBody>
                    <a:bodyPr/>
                    <a:lstStyle/>
                    <a:p>
                      <a:pPr lvl="0" algn="ctr">
                        <a:buNone/>
                      </a:pPr>
                      <a:r>
                        <a:rPr lang="en-IN" sz="1400" dirty="0">
                          <a:latin typeface="+mj-lt"/>
                        </a:rPr>
                        <a:t>102</a:t>
                      </a:r>
                    </a:p>
                  </a:txBody>
                  <a:tcPr anchor="ctr"/>
                </a:tc>
                <a:tc>
                  <a:txBody>
                    <a:bodyPr/>
                    <a:lstStyle/>
                    <a:p>
                      <a:pPr lvl="0" algn="l">
                        <a:buNone/>
                      </a:pPr>
                      <a:r>
                        <a:rPr lang="en-IN" sz="1400" dirty="0">
                          <a:latin typeface="+mj-lt"/>
                        </a:rPr>
                        <a:t>Removes a Node device from the BLE mesh network</a:t>
                      </a:r>
                    </a:p>
                  </a:txBody>
                  <a:tcPr anchor="ctr"/>
                </a:tc>
                <a:extLst>
                  <a:ext uri="{0D108BD9-81ED-4DB2-BD59-A6C34878D82A}">
                    <a16:rowId xmlns:a16="http://schemas.microsoft.com/office/drawing/2014/main" val="1608122706"/>
                  </a:ext>
                </a:extLst>
              </a:tr>
              <a:tr h="370838">
                <a:tc>
                  <a:txBody>
                    <a:bodyPr/>
                    <a:lstStyle/>
                    <a:p>
                      <a:pPr lvl="0" algn="l">
                        <a:buNone/>
                      </a:pPr>
                      <a:r>
                        <a:rPr lang="en-IN" sz="1400" dirty="0">
                          <a:latin typeface="+mj-lt"/>
                        </a:rPr>
                        <a:t>Node AC control packet</a:t>
                      </a:r>
                    </a:p>
                  </a:txBody>
                  <a:tcPr anchor="ctr"/>
                </a:tc>
                <a:tc>
                  <a:txBody>
                    <a:bodyPr/>
                    <a:lstStyle/>
                    <a:p>
                      <a:pPr lvl="0" algn="ctr">
                        <a:buNone/>
                      </a:pPr>
                      <a:r>
                        <a:rPr lang="en-IN" sz="1400" dirty="0">
                          <a:latin typeface="+mj-lt"/>
                        </a:rPr>
                        <a:t>103</a:t>
                      </a:r>
                    </a:p>
                  </a:txBody>
                  <a:tcPr anchor="ctr"/>
                </a:tc>
                <a:tc>
                  <a:txBody>
                    <a:bodyPr/>
                    <a:lstStyle/>
                    <a:p>
                      <a:pPr lvl="0" algn="l">
                        <a:buNone/>
                      </a:pPr>
                      <a:r>
                        <a:rPr lang="en-IN" sz="1400" dirty="0">
                          <a:latin typeface="+mj-lt"/>
                        </a:rPr>
                        <a:t>Contains AC control parameters to control an AC using Node</a:t>
                      </a:r>
                    </a:p>
                  </a:txBody>
                  <a:tcPr anchor="ctr"/>
                </a:tc>
                <a:extLst>
                  <a:ext uri="{0D108BD9-81ED-4DB2-BD59-A6C34878D82A}">
                    <a16:rowId xmlns:a16="http://schemas.microsoft.com/office/drawing/2014/main" val="2626490764"/>
                  </a:ext>
                </a:extLst>
              </a:tr>
              <a:tr h="370838">
                <a:tc>
                  <a:txBody>
                    <a:bodyPr/>
                    <a:lstStyle/>
                    <a:p>
                      <a:pPr lvl="0" algn="l">
                        <a:buNone/>
                      </a:pPr>
                      <a:r>
                        <a:rPr lang="en-IN" sz="1400" dirty="0">
                          <a:latin typeface="+mj-lt"/>
                        </a:rPr>
                        <a:t>Node AC Locking packet</a:t>
                      </a:r>
                    </a:p>
                  </a:txBody>
                  <a:tcPr anchor="ctr"/>
                </a:tc>
                <a:tc>
                  <a:txBody>
                    <a:bodyPr/>
                    <a:lstStyle/>
                    <a:p>
                      <a:pPr lvl="0" algn="ctr">
                        <a:buNone/>
                      </a:pPr>
                      <a:r>
                        <a:rPr lang="en-IN" sz="1400" dirty="0">
                          <a:latin typeface="+mj-lt"/>
                        </a:rPr>
                        <a:t>104</a:t>
                      </a:r>
                    </a:p>
                  </a:txBody>
                  <a:tcPr anchor="ctr"/>
                </a:tc>
                <a:tc>
                  <a:txBody>
                    <a:bodyPr/>
                    <a:lstStyle/>
                    <a:p>
                      <a:pPr lvl="0" algn="l">
                        <a:buNone/>
                      </a:pPr>
                      <a:r>
                        <a:rPr lang="en-IN" sz="1400" dirty="0">
                          <a:latin typeface="+mj-lt"/>
                        </a:rPr>
                        <a:t>Sent back as ACK to cloud. Contains information about manual control of AC using remote</a:t>
                      </a:r>
                    </a:p>
                  </a:txBody>
                  <a:tcPr anchor="ctr"/>
                </a:tc>
                <a:extLst>
                  <a:ext uri="{0D108BD9-81ED-4DB2-BD59-A6C34878D82A}">
                    <a16:rowId xmlns:a16="http://schemas.microsoft.com/office/drawing/2014/main" val="2771112567"/>
                  </a:ext>
                </a:extLst>
              </a:tr>
              <a:tr h="370838">
                <a:tc>
                  <a:txBody>
                    <a:bodyPr/>
                    <a:lstStyle/>
                    <a:p>
                      <a:pPr lvl="0" algn="l">
                        <a:buNone/>
                      </a:pPr>
                      <a:r>
                        <a:rPr lang="en-IN" sz="1400" dirty="0">
                          <a:latin typeface="+mj-lt"/>
                        </a:rPr>
                        <a:t>Node Reconfiguration packet</a:t>
                      </a:r>
                    </a:p>
                  </a:txBody>
                  <a:tcPr anchor="ctr"/>
                </a:tc>
                <a:tc>
                  <a:txBody>
                    <a:bodyPr/>
                    <a:lstStyle/>
                    <a:p>
                      <a:pPr lvl="0" algn="ctr">
                        <a:buNone/>
                      </a:pPr>
                      <a:r>
                        <a:rPr lang="en-IN" sz="1400" dirty="0">
                          <a:latin typeface="+mj-lt"/>
                        </a:rPr>
                        <a:t>105</a:t>
                      </a:r>
                    </a:p>
                  </a:txBody>
                  <a:tcPr anchor="ctr"/>
                </a:tc>
                <a:tc>
                  <a:txBody>
                    <a:bodyPr/>
                    <a:lstStyle/>
                    <a:p>
                      <a:pPr lvl="0" algn="l">
                        <a:buNone/>
                      </a:pPr>
                      <a:r>
                        <a:rPr lang="en-IN" sz="1400" dirty="0">
                          <a:latin typeface="+mj-lt"/>
                        </a:rPr>
                        <a:t>Puts Node into AC remote configuration mode.</a:t>
                      </a:r>
                    </a:p>
                  </a:txBody>
                  <a:tcPr anchor="ctr"/>
                </a:tc>
                <a:extLst>
                  <a:ext uri="{0D108BD9-81ED-4DB2-BD59-A6C34878D82A}">
                    <a16:rowId xmlns:a16="http://schemas.microsoft.com/office/drawing/2014/main" val="2328764207"/>
                  </a:ext>
                </a:extLst>
              </a:tr>
              <a:tr h="370838">
                <a:tc>
                  <a:txBody>
                    <a:bodyPr/>
                    <a:lstStyle/>
                    <a:p>
                      <a:pPr lvl="0" algn="l">
                        <a:buNone/>
                      </a:pPr>
                      <a:r>
                        <a:rPr lang="en-IN" sz="1400" dirty="0">
                          <a:latin typeface="+mj-lt"/>
                        </a:rPr>
                        <a:t>Node Temperature data packet</a:t>
                      </a:r>
                    </a:p>
                  </a:txBody>
                  <a:tcPr anchor="ctr"/>
                </a:tc>
                <a:tc>
                  <a:txBody>
                    <a:bodyPr/>
                    <a:lstStyle/>
                    <a:p>
                      <a:pPr lvl="0" algn="ctr">
                        <a:buNone/>
                      </a:pPr>
                      <a:r>
                        <a:rPr lang="en-IN" sz="1400" dirty="0">
                          <a:latin typeface="+mj-lt"/>
                        </a:rPr>
                        <a:t>106</a:t>
                      </a:r>
                    </a:p>
                  </a:txBody>
                  <a:tcPr anchor="ctr"/>
                </a:tc>
                <a:tc>
                  <a:txBody>
                    <a:bodyPr/>
                    <a:lstStyle/>
                    <a:p>
                      <a:pPr lvl="0" algn="l">
                        <a:buNone/>
                      </a:pPr>
                      <a:r>
                        <a:rPr lang="en-IN" sz="1400" dirty="0">
                          <a:latin typeface="+mj-lt"/>
                        </a:rPr>
                        <a:t>Contains temperature value as measured by the temperature sensor</a:t>
                      </a:r>
                      <a:endParaRPr lang="en-US"/>
                    </a:p>
                  </a:txBody>
                  <a:tcPr anchor="ctr"/>
                </a:tc>
                <a:extLst>
                  <a:ext uri="{0D108BD9-81ED-4DB2-BD59-A6C34878D82A}">
                    <a16:rowId xmlns:a16="http://schemas.microsoft.com/office/drawing/2014/main" val="3029294873"/>
                  </a:ext>
                </a:extLst>
              </a:tr>
              <a:tr h="370838">
                <a:tc>
                  <a:txBody>
                    <a:bodyPr/>
                    <a:lstStyle/>
                    <a:p>
                      <a:pPr lvl="0" algn="l">
                        <a:buNone/>
                      </a:pPr>
                      <a:r>
                        <a:rPr lang="en-IN" sz="1400" dirty="0">
                          <a:latin typeface="+mj-lt"/>
                        </a:rPr>
                        <a:t>Node publish configuration packet</a:t>
                      </a:r>
                    </a:p>
                  </a:txBody>
                  <a:tcPr anchor="ctr"/>
                </a:tc>
                <a:tc>
                  <a:txBody>
                    <a:bodyPr/>
                    <a:lstStyle/>
                    <a:p>
                      <a:pPr lvl="0" algn="ctr">
                        <a:buNone/>
                      </a:pPr>
                      <a:r>
                        <a:rPr lang="en-IN" sz="1400" dirty="0">
                          <a:latin typeface="+mj-lt"/>
                        </a:rPr>
                        <a:t>107</a:t>
                      </a:r>
                    </a:p>
                  </a:txBody>
                  <a:tcPr anchor="ctr"/>
                </a:tc>
                <a:tc>
                  <a:txBody>
                    <a:bodyPr/>
                    <a:lstStyle/>
                    <a:p>
                      <a:pPr lvl="0" algn="l">
                        <a:buNone/>
                      </a:pPr>
                      <a:r>
                        <a:rPr lang="en-IN" sz="1400" dirty="0">
                          <a:latin typeface="+mj-lt"/>
                        </a:rPr>
                        <a:t>Tells the Node, how frequently it needs to publish temperature data information to the MQTT cloud</a:t>
                      </a:r>
                      <a:endParaRPr lang="en-US"/>
                    </a:p>
                  </a:txBody>
                  <a:tcPr anchor="ctr"/>
                </a:tc>
                <a:extLst>
                  <a:ext uri="{0D108BD9-81ED-4DB2-BD59-A6C34878D82A}">
                    <a16:rowId xmlns:a16="http://schemas.microsoft.com/office/drawing/2014/main" val="3982175753"/>
                  </a:ext>
                </a:extLst>
              </a:tr>
              <a:tr h="370838">
                <a:tc>
                  <a:txBody>
                    <a:bodyPr/>
                    <a:lstStyle/>
                    <a:p>
                      <a:pPr lvl="0" algn="l">
                        <a:buNone/>
                      </a:pPr>
                      <a:r>
                        <a:rPr lang="en-IN" sz="1400" dirty="0">
                          <a:latin typeface="+mj-lt"/>
                        </a:rPr>
                        <a:t>Node Heartbeat packet</a:t>
                      </a:r>
                    </a:p>
                  </a:txBody>
                  <a:tcPr anchor="ctr"/>
                </a:tc>
                <a:tc>
                  <a:txBody>
                    <a:bodyPr/>
                    <a:lstStyle/>
                    <a:p>
                      <a:pPr lvl="0" algn="ctr">
                        <a:buNone/>
                      </a:pPr>
                      <a:r>
                        <a:rPr lang="en-IN" sz="1400" dirty="0">
                          <a:latin typeface="+mj-lt"/>
                        </a:rPr>
                        <a:t>108</a:t>
                      </a:r>
                    </a:p>
                  </a:txBody>
                  <a:tcPr anchor="ctr"/>
                </a:tc>
                <a:tc>
                  <a:txBody>
                    <a:bodyPr/>
                    <a:lstStyle/>
                    <a:p>
                      <a:pPr lvl="0" algn="l">
                        <a:buNone/>
                      </a:pPr>
                      <a:r>
                        <a:rPr lang="en-IN" sz="1400" dirty="0">
                          <a:latin typeface="+mj-lt"/>
                        </a:rPr>
                        <a:t>Contains basic information about a Node to let the cloud know about its alive status</a:t>
                      </a:r>
                      <a:endParaRPr lang="en-US" dirty="0"/>
                    </a:p>
                  </a:txBody>
                  <a:tcPr anchor="ctr"/>
                </a:tc>
                <a:extLst>
                  <a:ext uri="{0D108BD9-81ED-4DB2-BD59-A6C34878D82A}">
                    <a16:rowId xmlns:a16="http://schemas.microsoft.com/office/drawing/2014/main" val="1056305036"/>
                  </a:ext>
                </a:extLst>
              </a:tr>
            </a:tbl>
          </a:graphicData>
        </a:graphic>
      </p:graphicFrame>
    </p:spTree>
    <p:extLst>
      <p:ext uri="{BB962C8B-B14F-4D97-AF65-F5344CB8AC3E}">
        <p14:creationId xmlns:p14="http://schemas.microsoft.com/office/powerpoint/2010/main" val="19880488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7E7399-0390-B13A-8A43-58EC026E10CB}"/>
              </a:ext>
            </a:extLst>
          </p:cNvPr>
          <p:cNvSpPr/>
          <p:nvPr/>
        </p:nvSpPr>
        <p:spPr>
          <a:xfrm>
            <a:off x="371475" y="194252"/>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Miscellaneous MQTT packets</a:t>
            </a:r>
          </a:p>
        </p:txBody>
      </p:sp>
      <p:graphicFrame>
        <p:nvGraphicFramePr>
          <p:cNvPr id="6" name="Table 5">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40164309"/>
              </p:ext>
            </p:extLst>
          </p:nvPr>
        </p:nvGraphicFramePr>
        <p:xfrm>
          <a:off x="371475" y="650393"/>
          <a:ext cx="11429999" cy="3855704"/>
        </p:xfrm>
        <a:graphic>
          <a:graphicData uri="http://schemas.openxmlformats.org/drawingml/2006/table">
            <a:tbl>
              <a:tblPr firstRow="1" bandRow="1">
                <a:tableStyleId>{5C22544A-7EE6-4342-B048-85BDC9FD1C3A}</a:tableStyleId>
              </a:tblPr>
              <a:tblGrid>
                <a:gridCol w="2850245">
                  <a:extLst>
                    <a:ext uri="{9D8B030D-6E8A-4147-A177-3AD203B41FA5}">
                      <a16:colId xmlns:a16="http://schemas.microsoft.com/office/drawing/2014/main" val="1405098406"/>
                    </a:ext>
                  </a:extLst>
                </a:gridCol>
                <a:gridCol w="2850245">
                  <a:extLst>
                    <a:ext uri="{9D8B030D-6E8A-4147-A177-3AD203B41FA5}">
                      <a16:colId xmlns:a16="http://schemas.microsoft.com/office/drawing/2014/main" val="3360154663"/>
                    </a:ext>
                  </a:extLst>
                </a:gridCol>
                <a:gridCol w="5729509">
                  <a:extLst>
                    <a:ext uri="{9D8B030D-6E8A-4147-A177-3AD203B41FA5}">
                      <a16:colId xmlns:a16="http://schemas.microsoft.com/office/drawing/2014/main" val="316406657"/>
                    </a:ext>
                  </a:extLst>
                </a:gridCol>
              </a:tblGrid>
              <a:tr h="370840">
                <a:tc>
                  <a:txBody>
                    <a:bodyPr/>
                    <a:lstStyle/>
                    <a:p>
                      <a:pPr algn="ctr"/>
                      <a:r>
                        <a:rPr lang="en-IN" sz="1400" dirty="0">
                          <a:latin typeface="+mj-lt"/>
                        </a:rPr>
                        <a:t>Packet Name</a:t>
                      </a:r>
                    </a:p>
                  </a:txBody>
                  <a:tcPr anchor="ctr"/>
                </a:tc>
                <a:tc>
                  <a:txBody>
                    <a:bodyPr/>
                    <a:lstStyle/>
                    <a:p>
                      <a:pPr algn="ctr"/>
                      <a:r>
                        <a:rPr lang="en-IN" sz="1400" dirty="0">
                          <a:latin typeface="+mj-lt"/>
                        </a:rPr>
                        <a:t>Packet ID</a:t>
                      </a:r>
                    </a:p>
                  </a:txBody>
                  <a:tcPr anchor="ctr"/>
                </a:tc>
                <a:tc>
                  <a:txBody>
                    <a:bodyPr/>
                    <a:lstStyle/>
                    <a:p>
                      <a:pPr algn="ctr"/>
                      <a:r>
                        <a:rPr lang="en-IN" sz="1400" dirty="0">
                          <a:latin typeface="+mj-lt"/>
                        </a:rPr>
                        <a:t>Description</a:t>
                      </a:r>
                    </a:p>
                  </a:txBody>
                  <a:tcPr anchor="ctr"/>
                </a:tc>
                <a:extLst>
                  <a:ext uri="{0D108BD9-81ED-4DB2-BD59-A6C34878D82A}">
                    <a16:rowId xmlns:a16="http://schemas.microsoft.com/office/drawing/2014/main" val="3074969189"/>
                  </a:ext>
                </a:extLst>
              </a:tr>
              <a:tr h="370838">
                <a:tc>
                  <a:txBody>
                    <a:bodyPr/>
                    <a:lstStyle/>
                    <a:p>
                      <a:pPr lvl="0" algn="l">
                        <a:buNone/>
                      </a:pPr>
                      <a:r>
                        <a:rPr lang="en-IN" sz="1400" dirty="0">
                          <a:latin typeface="+mj-lt"/>
                        </a:rPr>
                        <a:t>Heartbeat configuration packet</a:t>
                      </a:r>
                    </a:p>
                  </a:txBody>
                  <a:tcPr anchor="ctr"/>
                </a:tc>
                <a:tc>
                  <a:txBody>
                    <a:bodyPr/>
                    <a:lstStyle/>
                    <a:p>
                      <a:pPr lvl="0" algn="ctr">
                        <a:buNone/>
                      </a:pPr>
                      <a:r>
                        <a:rPr lang="en-IN" sz="1400" dirty="0">
                          <a:latin typeface="+mj-lt"/>
                        </a:rPr>
                        <a:t>200</a:t>
                      </a:r>
                    </a:p>
                  </a:txBody>
                  <a:tcPr anchor="ctr"/>
                </a:tc>
                <a:tc>
                  <a:txBody>
                    <a:bodyPr/>
                    <a:lstStyle/>
                    <a:p>
                      <a:pPr lvl="0" algn="l">
                        <a:buNone/>
                      </a:pPr>
                      <a:r>
                        <a:rPr lang="en-IN" sz="1400" dirty="0">
                          <a:latin typeface="+mj-lt"/>
                        </a:rPr>
                        <a:t>Tells a Gateway/Node, how frequently it needs to send heartbeat packets to the cloud</a:t>
                      </a:r>
                    </a:p>
                  </a:txBody>
                  <a:tcPr anchor="ctr"/>
                </a:tc>
                <a:extLst>
                  <a:ext uri="{0D108BD9-81ED-4DB2-BD59-A6C34878D82A}">
                    <a16:rowId xmlns:a16="http://schemas.microsoft.com/office/drawing/2014/main" val="2077207384"/>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3710814576"/>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1608122706"/>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2626490764"/>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2771112567"/>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2328764207"/>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3029294873"/>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3982175753"/>
                  </a:ext>
                </a:extLst>
              </a:tr>
              <a:tr h="370838">
                <a:tc>
                  <a:txBody>
                    <a:bodyPr/>
                    <a:lstStyle/>
                    <a:p>
                      <a:pPr lvl="0" algn="l">
                        <a:buNone/>
                      </a:pPr>
                      <a:endParaRPr lang="en-IN" sz="1400" dirty="0">
                        <a:latin typeface="+mj-lt"/>
                      </a:endParaRPr>
                    </a:p>
                  </a:txBody>
                  <a:tcPr anchor="ctr"/>
                </a:tc>
                <a:tc>
                  <a:txBody>
                    <a:bodyPr/>
                    <a:lstStyle/>
                    <a:p>
                      <a:pPr lvl="0" algn="ctr">
                        <a:buNone/>
                      </a:pPr>
                      <a:endParaRPr lang="en-IN" sz="1400" dirty="0">
                        <a:latin typeface="+mj-lt"/>
                      </a:endParaRPr>
                    </a:p>
                  </a:txBody>
                  <a:tcPr anchor="ctr"/>
                </a:tc>
                <a:tc>
                  <a:txBody>
                    <a:bodyPr/>
                    <a:lstStyle/>
                    <a:p>
                      <a:pPr lvl="0" algn="l">
                        <a:buNone/>
                      </a:pPr>
                      <a:endParaRPr lang="en-IN" sz="1400" dirty="0">
                        <a:latin typeface="+mj-lt"/>
                      </a:endParaRPr>
                    </a:p>
                  </a:txBody>
                  <a:tcPr anchor="ctr"/>
                </a:tc>
                <a:extLst>
                  <a:ext uri="{0D108BD9-81ED-4DB2-BD59-A6C34878D82A}">
                    <a16:rowId xmlns:a16="http://schemas.microsoft.com/office/drawing/2014/main" val="1056305036"/>
                  </a:ext>
                </a:extLst>
              </a:tr>
            </a:tbl>
          </a:graphicData>
        </a:graphic>
      </p:graphicFrame>
    </p:spTree>
    <p:extLst>
      <p:ext uri="{BB962C8B-B14F-4D97-AF65-F5344CB8AC3E}">
        <p14:creationId xmlns:p14="http://schemas.microsoft.com/office/powerpoint/2010/main" val="1502643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7E7399-0390-B13A-8A43-58EC026E10CB}"/>
              </a:ext>
            </a:extLst>
          </p:cNvPr>
          <p:cNvSpPr/>
          <p:nvPr/>
        </p:nvSpPr>
        <p:spPr>
          <a:xfrm>
            <a:off x="371475" y="263525"/>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Gateway LED Indication states</a:t>
            </a:r>
          </a:p>
        </p:txBody>
      </p:sp>
      <p:graphicFrame>
        <p:nvGraphicFramePr>
          <p:cNvPr id="6" name="Table 5">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203809186"/>
              </p:ext>
            </p:extLst>
          </p:nvPr>
        </p:nvGraphicFramePr>
        <p:xfrm>
          <a:off x="371475" y="719666"/>
          <a:ext cx="11429999" cy="2743191"/>
        </p:xfrm>
        <a:graphic>
          <a:graphicData uri="http://schemas.openxmlformats.org/drawingml/2006/table">
            <a:tbl>
              <a:tblPr firstRow="1" bandRow="1">
                <a:tableStyleId>{5C22544A-7EE6-4342-B048-85BDC9FD1C3A}</a:tableStyleId>
              </a:tblPr>
              <a:tblGrid>
                <a:gridCol w="3797113">
                  <a:extLst>
                    <a:ext uri="{9D8B030D-6E8A-4147-A177-3AD203B41FA5}">
                      <a16:colId xmlns:a16="http://schemas.microsoft.com/office/drawing/2014/main" val="1405098406"/>
                    </a:ext>
                  </a:extLst>
                </a:gridCol>
                <a:gridCol w="7632886">
                  <a:extLst>
                    <a:ext uri="{9D8B030D-6E8A-4147-A177-3AD203B41FA5}">
                      <a16:colId xmlns:a16="http://schemas.microsoft.com/office/drawing/2014/main" val="316406657"/>
                    </a:ext>
                  </a:extLst>
                </a:gridCol>
              </a:tblGrid>
              <a:tr h="370840">
                <a:tc>
                  <a:txBody>
                    <a:bodyPr/>
                    <a:lstStyle/>
                    <a:p>
                      <a:pPr algn="ctr"/>
                      <a:r>
                        <a:rPr lang="en-IN" sz="1400" dirty="0">
                          <a:latin typeface="+mj-lt"/>
                        </a:rPr>
                        <a:t>LED Pattern</a:t>
                      </a:r>
                    </a:p>
                  </a:txBody>
                  <a:tcPr anchor="ctr"/>
                </a:tc>
                <a:tc>
                  <a:txBody>
                    <a:bodyPr/>
                    <a:lstStyle/>
                    <a:p>
                      <a:pPr algn="ctr"/>
                      <a:r>
                        <a:rPr lang="en-IN" sz="1400">
                          <a:latin typeface="+mj-lt"/>
                        </a:rPr>
                        <a:t>Description</a:t>
                      </a:r>
                      <a:endParaRPr lang="en-IN" sz="1400" dirty="0">
                        <a:latin typeface="+mj-lt"/>
                      </a:endParaRPr>
                    </a:p>
                  </a:txBody>
                  <a:tcPr anchor="ctr"/>
                </a:tc>
                <a:extLst>
                  <a:ext uri="{0D108BD9-81ED-4DB2-BD59-A6C34878D82A}">
                    <a16:rowId xmlns:a16="http://schemas.microsoft.com/office/drawing/2014/main" val="3074969189"/>
                  </a:ext>
                </a:extLst>
              </a:tr>
              <a:tr h="370839">
                <a:tc>
                  <a:txBody>
                    <a:bodyPr/>
                    <a:lstStyle/>
                    <a:p>
                      <a:pPr lvl="0" algn="l">
                        <a:buNone/>
                      </a:pPr>
                      <a:r>
                        <a:rPr lang="en-IN" sz="1400">
                          <a:latin typeface="+mj-lt"/>
                        </a:rPr>
                        <a:t>RED + </a:t>
                      </a:r>
                      <a:r>
                        <a:rPr lang="en-IN" sz="1400" dirty="0">
                          <a:latin typeface="+mj-lt"/>
                        </a:rPr>
                        <a:t>GREEN + BLUE toggle</a:t>
                      </a:r>
                    </a:p>
                  </a:txBody>
                  <a:tcPr anchor="ctr"/>
                </a:tc>
                <a:tc>
                  <a:txBody>
                    <a:bodyPr/>
                    <a:lstStyle/>
                    <a:p>
                      <a:pPr lvl="0" algn="l">
                        <a:buNone/>
                      </a:pPr>
                      <a:r>
                        <a:rPr lang="en-IN" sz="1400">
                          <a:latin typeface="+mj-lt"/>
                        </a:rPr>
                        <a:t>Gateway is in MQTT configuration mode (AP mode)</a:t>
                      </a:r>
                      <a:endParaRPr lang="en-IN" sz="1400" dirty="0">
                        <a:latin typeface="+mj-lt"/>
                      </a:endParaRPr>
                    </a:p>
                  </a:txBody>
                  <a:tcPr anchor="ctr"/>
                </a:tc>
                <a:extLst>
                  <a:ext uri="{0D108BD9-81ED-4DB2-BD59-A6C34878D82A}">
                    <a16:rowId xmlns:a16="http://schemas.microsoft.com/office/drawing/2014/main" val="1505226955"/>
                  </a:ext>
                </a:extLst>
              </a:tr>
              <a:tr h="370838">
                <a:tc>
                  <a:txBody>
                    <a:bodyPr/>
                    <a:lstStyle/>
                    <a:p>
                      <a:pPr lvl="0" algn="l">
                        <a:buNone/>
                      </a:pPr>
                      <a:r>
                        <a:rPr lang="en-IN" sz="1400" dirty="0">
                          <a:latin typeface="+mj-lt"/>
                        </a:rPr>
                        <a:t>Solid RED</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400" b="0" kern="1200">
                          <a:solidFill>
                            <a:schemeClr val="dk1"/>
                          </a:solidFill>
                          <a:latin typeface="+mj-lt"/>
                          <a:ea typeface="+mn-ea"/>
                          <a:cs typeface="+mn-cs"/>
                        </a:rPr>
                        <a:t>Gateway lost connection to MQTT</a:t>
                      </a:r>
                    </a:p>
                  </a:txBody>
                  <a:tcPr anchor="ctr"/>
                </a:tc>
                <a:extLst>
                  <a:ext uri="{0D108BD9-81ED-4DB2-BD59-A6C34878D82A}">
                    <a16:rowId xmlns:a16="http://schemas.microsoft.com/office/drawing/2014/main" val="1632585932"/>
                  </a:ext>
                </a:extLst>
              </a:tr>
              <a:tr h="370838">
                <a:tc>
                  <a:txBody>
                    <a:bodyPr/>
                    <a:lstStyle/>
                    <a:p>
                      <a:pPr lvl="0" algn="l">
                        <a:buNone/>
                      </a:pPr>
                      <a:r>
                        <a:rPr lang="en-IN" sz="1400" dirty="0">
                          <a:latin typeface="+mj-lt"/>
                        </a:rPr>
                        <a:t>RED + BLUE toggle</a:t>
                      </a:r>
                    </a:p>
                  </a:txBody>
                  <a:tcPr anchor="ctr"/>
                </a:tc>
                <a:tc>
                  <a:txBody>
                    <a:bodyPr/>
                    <a:lstStyle/>
                    <a:p>
                      <a:pPr lvl="0" algn="l">
                        <a:buNone/>
                      </a:pPr>
                      <a:r>
                        <a:rPr lang="en-IN" sz="1400">
                          <a:latin typeface="+mj-lt"/>
                        </a:rPr>
                        <a:t>Gateway has not been registered into MQTT network</a:t>
                      </a:r>
                      <a:endParaRPr lang="en-IN" sz="1400" dirty="0">
                        <a:latin typeface="+mj-lt"/>
                      </a:endParaRPr>
                    </a:p>
                  </a:txBody>
                  <a:tcPr anchor="ctr"/>
                </a:tc>
                <a:extLst>
                  <a:ext uri="{0D108BD9-81ED-4DB2-BD59-A6C34878D82A}">
                    <a16:rowId xmlns:a16="http://schemas.microsoft.com/office/drawing/2014/main" val="297394674"/>
                  </a:ext>
                </a:extLst>
              </a:tr>
              <a:tr h="370838">
                <a:tc>
                  <a:txBody>
                    <a:bodyPr/>
                    <a:lstStyle/>
                    <a:p>
                      <a:pPr lvl="0" algn="l">
                        <a:buNone/>
                      </a:pPr>
                      <a:r>
                        <a:rPr lang="en-IN" sz="1400">
                          <a:latin typeface="+mj-lt"/>
                        </a:rPr>
                        <a:t>Slow Blinking </a:t>
                      </a:r>
                      <a:r>
                        <a:rPr lang="en-IN" sz="1400" dirty="0">
                          <a:latin typeface="+mj-lt"/>
                        </a:rPr>
                        <a:t>BLUE</a:t>
                      </a:r>
                    </a:p>
                  </a:txBody>
                  <a:tcPr anchor="ctr"/>
                </a:tc>
                <a:tc>
                  <a:txBody>
                    <a:bodyPr/>
                    <a:lstStyle/>
                    <a:p>
                      <a:pPr lvl="0" algn="l">
                        <a:buNone/>
                      </a:pPr>
                      <a:r>
                        <a:rPr lang="en-IN" sz="1400">
                          <a:latin typeface="+mj-lt"/>
                        </a:rPr>
                        <a:t>Gateway has entered AC remote configuration mode</a:t>
                      </a:r>
                      <a:endParaRPr lang="en-IN" sz="1400" dirty="0">
                        <a:latin typeface="+mj-lt"/>
                      </a:endParaRPr>
                    </a:p>
                  </a:txBody>
                  <a:tcPr anchor="ctr"/>
                </a:tc>
                <a:extLst>
                  <a:ext uri="{0D108BD9-81ED-4DB2-BD59-A6C34878D82A}">
                    <a16:rowId xmlns:a16="http://schemas.microsoft.com/office/drawing/2014/main" val="3137233742"/>
                  </a:ext>
                </a:extLst>
              </a:tr>
              <a:tr h="370838">
                <a:tc>
                  <a:txBody>
                    <a:bodyPr/>
                    <a:lstStyle/>
                    <a:p>
                      <a:pPr lvl="0" algn="l">
                        <a:buNone/>
                      </a:pPr>
                      <a:r>
                        <a:rPr lang="en-IN" sz="1400">
                          <a:latin typeface="+mj-lt"/>
                        </a:rPr>
                        <a:t>Fast Blinking BLUE</a:t>
                      </a:r>
                      <a:endParaRPr lang="en-IN" sz="1400" dirty="0">
                        <a:latin typeface="+mj-lt"/>
                      </a:endParaRPr>
                    </a:p>
                  </a:txBody>
                  <a:tcPr anchor="ctr"/>
                </a:tc>
                <a:tc>
                  <a:txBody>
                    <a:bodyPr/>
                    <a:lstStyle/>
                    <a:p>
                      <a:pPr lvl="0" algn="l">
                        <a:buNone/>
                      </a:pPr>
                      <a:r>
                        <a:rPr lang="en-IN" sz="1400">
                          <a:latin typeface="+mj-lt"/>
                        </a:rPr>
                        <a:t>Gateway has entered Teaching mode</a:t>
                      </a:r>
                      <a:endParaRPr lang="en-IN" sz="1400" dirty="0">
                        <a:latin typeface="+mj-lt"/>
                      </a:endParaRPr>
                    </a:p>
                  </a:txBody>
                  <a:tcPr anchor="ctr"/>
                </a:tc>
                <a:extLst>
                  <a:ext uri="{0D108BD9-81ED-4DB2-BD59-A6C34878D82A}">
                    <a16:rowId xmlns:a16="http://schemas.microsoft.com/office/drawing/2014/main" val="4185264504"/>
                  </a:ext>
                </a:extLst>
              </a:tr>
              <a:tr h="370838">
                <a:tc>
                  <a:txBody>
                    <a:bodyPr/>
                    <a:lstStyle/>
                    <a:p>
                      <a:pPr lvl="0" algn="l">
                        <a:buNone/>
                      </a:pPr>
                      <a:r>
                        <a:rPr lang="en-IN" sz="1400" dirty="0">
                          <a:latin typeface="+mj-lt"/>
                        </a:rPr>
                        <a:t>Solid GREEN</a:t>
                      </a:r>
                    </a:p>
                  </a:txBody>
                  <a:tcPr anchor="ctr"/>
                </a:tc>
                <a:tc>
                  <a:txBody>
                    <a:bodyPr/>
                    <a:lstStyle/>
                    <a:p>
                      <a:pPr lvl="0" algn="l">
                        <a:buNone/>
                      </a:pPr>
                      <a:r>
                        <a:rPr lang="en-IN" sz="1400">
                          <a:latin typeface="+mj-lt"/>
                        </a:rPr>
                        <a:t>Gateway is fully operational (Connected to MQTT, Registered into BLE Mesh, Configured as an AC remote)</a:t>
                      </a:r>
                      <a:endParaRPr lang="en-IN" sz="1400" dirty="0">
                        <a:latin typeface="+mj-lt"/>
                      </a:endParaRPr>
                    </a:p>
                  </a:txBody>
                  <a:tcPr anchor="ctr"/>
                </a:tc>
                <a:extLst>
                  <a:ext uri="{0D108BD9-81ED-4DB2-BD59-A6C34878D82A}">
                    <a16:rowId xmlns:a16="http://schemas.microsoft.com/office/drawing/2014/main" val="3436089977"/>
                  </a:ext>
                </a:extLst>
              </a:tr>
            </a:tbl>
          </a:graphicData>
        </a:graphic>
      </p:graphicFrame>
      <p:sp>
        <p:nvSpPr>
          <p:cNvPr id="5" name="Rectangle 4">
            <a:extLst>
              <a:ext uri="{FF2B5EF4-FFF2-40B4-BE49-F238E27FC236}">
                <a16:creationId xmlns:a16="http://schemas.microsoft.com/office/drawing/2014/main" id="{797E7399-0390-B13A-8A43-58EC026E10CB}"/>
              </a:ext>
            </a:extLst>
          </p:cNvPr>
          <p:cNvSpPr/>
          <p:nvPr/>
        </p:nvSpPr>
        <p:spPr>
          <a:xfrm>
            <a:off x="371474" y="4081855"/>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Node LED Indication states</a:t>
            </a:r>
          </a:p>
        </p:txBody>
      </p:sp>
      <p:graphicFrame>
        <p:nvGraphicFramePr>
          <p:cNvPr id="7" name="Table 6">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1025857926"/>
              </p:ext>
            </p:extLst>
          </p:nvPr>
        </p:nvGraphicFramePr>
        <p:xfrm>
          <a:off x="371475" y="4537996"/>
          <a:ext cx="11428042" cy="1854193"/>
        </p:xfrm>
        <a:graphic>
          <a:graphicData uri="http://schemas.openxmlformats.org/drawingml/2006/table">
            <a:tbl>
              <a:tblPr firstRow="1" bandRow="1">
                <a:tableStyleId>{5C22544A-7EE6-4342-B048-85BDC9FD1C3A}</a:tableStyleId>
              </a:tblPr>
              <a:tblGrid>
                <a:gridCol w="3819206">
                  <a:extLst>
                    <a:ext uri="{9D8B030D-6E8A-4147-A177-3AD203B41FA5}">
                      <a16:colId xmlns:a16="http://schemas.microsoft.com/office/drawing/2014/main" val="1405098406"/>
                    </a:ext>
                  </a:extLst>
                </a:gridCol>
                <a:gridCol w="7608836">
                  <a:extLst>
                    <a:ext uri="{9D8B030D-6E8A-4147-A177-3AD203B41FA5}">
                      <a16:colId xmlns:a16="http://schemas.microsoft.com/office/drawing/2014/main" val="1881696121"/>
                    </a:ext>
                  </a:extLst>
                </a:gridCol>
              </a:tblGrid>
              <a:tr h="370840">
                <a:tc>
                  <a:txBody>
                    <a:bodyPr/>
                    <a:lstStyle/>
                    <a:p>
                      <a:pPr algn="ctr"/>
                      <a:r>
                        <a:rPr lang="en-IN" sz="1400" dirty="0">
                          <a:latin typeface="+mj-lt"/>
                        </a:rPr>
                        <a:t>LED Pattern</a:t>
                      </a:r>
                    </a:p>
                  </a:txBody>
                  <a:tcPr anchor="ctr"/>
                </a:tc>
                <a:tc>
                  <a:txBody>
                    <a:bodyPr/>
                    <a:lstStyle/>
                    <a:p>
                      <a:pPr algn="ctr"/>
                      <a:r>
                        <a:rPr lang="en-IN" sz="1400" dirty="0">
                          <a:latin typeface="+mj-lt"/>
                        </a:rPr>
                        <a:t>Description</a:t>
                      </a:r>
                    </a:p>
                  </a:txBody>
                  <a:tcPr anchor="ctr"/>
                </a:tc>
                <a:extLst>
                  <a:ext uri="{0D108BD9-81ED-4DB2-BD59-A6C34878D82A}">
                    <a16:rowId xmlns:a16="http://schemas.microsoft.com/office/drawing/2014/main" val="3074969189"/>
                  </a:ext>
                </a:extLst>
              </a:tr>
              <a:tr h="370839">
                <a:tc>
                  <a:txBody>
                    <a:bodyPr/>
                    <a:lstStyle/>
                    <a:p>
                      <a:pPr lvl="0" algn="l">
                        <a:buNone/>
                      </a:pPr>
                      <a:r>
                        <a:rPr lang="en-IN" sz="1400" dirty="0">
                          <a:latin typeface="+mj-lt"/>
                        </a:rPr>
                        <a:t>RED + BLUE toggle</a:t>
                      </a:r>
                    </a:p>
                  </a:txBody>
                  <a:tcPr anchor="ctr"/>
                </a:tc>
                <a:tc>
                  <a:txBody>
                    <a:bodyPr/>
                    <a:lstStyle/>
                    <a:p>
                      <a:pPr lvl="0" algn="l">
                        <a:buNone/>
                      </a:pPr>
                      <a:r>
                        <a:rPr lang="en-IN" sz="1400" dirty="0">
                          <a:latin typeface="+mj-lt"/>
                        </a:rPr>
                        <a:t>Node is </a:t>
                      </a:r>
                      <a:r>
                        <a:rPr lang="en-IN" sz="1400" dirty="0" err="1">
                          <a:latin typeface="+mj-lt"/>
                        </a:rPr>
                        <a:t>Unprovisioned</a:t>
                      </a:r>
                    </a:p>
                  </a:txBody>
                  <a:tcPr anchor="ctr"/>
                </a:tc>
                <a:extLst>
                  <a:ext uri="{0D108BD9-81ED-4DB2-BD59-A6C34878D82A}">
                    <a16:rowId xmlns:a16="http://schemas.microsoft.com/office/drawing/2014/main" val="1505226955"/>
                  </a:ext>
                </a:extLst>
              </a:tr>
              <a:tr h="370838">
                <a:tc>
                  <a:txBody>
                    <a:bodyPr/>
                    <a:lstStyle/>
                    <a:p>
                      <a:pPr lvl="0" algn="l">
                        <a:buNone/>
                      </a:pPr>
                      <a:r>
                        <a:rPr lang="en-IN" sz="1400">
                          <a:latin typeface="+mj-lt"/>
                        </a:rPr>
                        <a:t>Slow Blinking </a:t>
                      </a:r>
                      <a:r>
                        <a:rPr lang="en-IN" sz="1400" dirty="0">
                          <a:latin typeface="+mj-lt"/>
                        </a:rPr>
                        <a:t>BLUE</a:t>
                      </a:r>
                    </a:p>
                  </a:txBody>
                  <a:tcPr anchor="ctr"/>
                </a:tc>
                <a:tc>
                  <a:txBody>
                    <a:bodyPr/>
                    <a:lstStyle/>
                    <a:p>
                      <a:pPr lvl="0" algn="l">
                        <a:buNone/>
                      </a:pPr>
                      <a:r>
                        <a:rPr lang="en-IN" sz="1400" dirty="0">
                          <a:latin typeface="+mj-lt"/>
                        </a:rPr>
                        <a:t>Node is provisioned, but not yet configured as AC remote</a:t>
                      </a:r>
                    </a:p>
                  </a:txBody>
                  <a:tcPr anchor="ctr"/>
                </a:tc>
                <a:extLst>
                  <a:ext uri="{0D108BD9-81ED-4DB2-BD59-A6C34878D82A}">
                    <a16:rowId xmlns:a16="http://schemas.microsoft.com/office/drawing/2014/main" val="1632585932"/>
                  </a:ext>
                </a:extLst>
              </a:tr>
              <a:tr h="370838">
                <a:tc>
                  <a:txBody>
                    <a:bodyPr/>
                    <a:lstStyle/>
                    <a:p>
                      <a:pPr lvl="0" algn="l">
                        <a:buNone/>
                      </a:pPr>
                      <a:r>
                        <a:rPr lang="en-IN" sz="1400">
                          <a:latin typeface="+mj-lt"/>
                        </a:rPr>
                        <a:t>Fast Blinking BLUE</a:t>
                      </a:r>
                      <a:endParaRPr lang="en-IN" sz="1400" dirty="0">
                        <a:latin typeface="+mj-lt"/>
                      </a:endParaRPr>
                    </a:p>
                  </a:txBody>
                  <a:tcPr anchor="ctr"/>
                </a:tc>
                <a:tc>
                  <a:txBody>
                    <a:bodyPr/>
                    <a:lstStyle/>
                    <a:p>
                      <a:pPr lvl="0" algn="l">
                        <a:buNone/>
                      </a:pPr>
                      <a:r>
                        <a:rPr lang="en-IN" sz="1400">
                          <a:latin typeface="+mj-lt"/>
                        </a:rPr>
                        <a:t>Node is in Teaching mode</a:t>
                      </a:r>
                      <a:endParaRPr lang="en-IN" sz="1400" dirty="0">
                        <a:latin typeface="+mj-lt"/>
                      </a:endParaRPr>
                    </a:p>
                  </a:txBody>
                  <a:tcPr anchor="ctr"/>
                </a:tc>
                <a:extLst>
                  <a:ext uri="{0D108BD9-81ED-4DB2-BD59-A6C34878D82A}">
                    <a16:rowId xmlns:a16="http://schemas.microsoft.com/office/drawing/2014/main" val="4176529353"/>
                  </a:ext>
                </a:extLst>
              </a:tr>
              <a:tr h="370838">
                <a:tc>
                  <a:txBody>
                    <a:bodyPr/>
                    <a:lstStyle/>
                    <a:p>
                      <a:pPr lvl="0" algn="l">
                        <a:buNone/>
                      </a:pPr>
                      <a:r>
                        <a:rPr lang="en-IN" sz="1400" dirty="0">
                          <a:latin typeface="+mj-lt"/>
                        </a:rPr>
                        <a:t>Solid GREEN</a:t>
                      </a:r>
                    </a:p>
                  </a:txBody>
                  <a:tcPr anchor="ctr"/>
                </a:tc>
                <a:tc>
                  <a:txBody>
                    <a:bodyPr/>
                    <a:lstStyle/>
                    <a:p>
                      <a:pPr lvl="0" algn="l">
                        <a:buNone/>
                      </a:pPr>
                      <a:r>
                        <a:rPr lang="en-IN" sz="1400">
                          <a:latin typeface="+mj-lt"/>
                        </a:rPr>
                        <a:t>Node is fully operational (Provisioned into BLE Mesh, Configured as an AC remote)</a:t>
                      </a:r>
                    </a:p>
                  </a:txBody>
                  <a:tcPr anchor="ctr"/>
                </a:tc>
                <a:extLst>
                  <a:ext uri="{0D108BD9-81ED-4DB2-BD59-A6C34878D82A}">
                    <a16:rowId xmlns:a16="http://schemas.microsoft.com/office/drawing/2014/main" val="297394674"/>
                  </a:ext>
                </a:extLst>
              </a:tr>
            </a:tbl>
          </a:graphicData>
        </a:graphic>
      </p:graphicFrame>
    </p:spTree>
    <p:extLst>
      <p:ext uri="{BB962C8B-B14F-4D97-AF65-F5344CB8AC3E}">
        <p14:creationId xmlns:p14="http://schemas.microsoft.com/office/powerpoint/2010/main" val="3445988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7E7399-0390-B13A-8A43-58EC026E10CB}"/>
              </a:ext>
            </a:extLst>
          </p:cNvPr>
          <p:cNvSpPr/>
          <p:nvPr/>
        </p:nvSpPr>
        <p:spPr>
          <a:xfrm>
            <a:off x="381000" y="371101"/>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Gateway - Button press types and modes </a:t>
            </a:r>
            <a:endParaRPr lang="en-US" dirty="0">
              <a:cs typeface="Calibri"/>
            </a:endParaRPr>
          </a:p>
        </p:txBody>
      </p:sp>
      <p:graphicFrame>
        <p:nvGraphicFramePr>
          <p:cNvPr id="6" name="Table 5">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116189677"/>
              </p:ext>
            </p:extLst>
          </p:nvPr>
        </p:nvGraphicFramePr>
        <p:xfrm>
          <a:off x="381001" y="827242"/>
          <a:ext cx="11426085" cy="1854193"/>
        </p:xfrm>
        <a:graphic>
          <a:graphicData uri="http://schemas.openxmlformats.org/drawingml/2006/table">
            <a:tbl>
              <a:tblPr firstRow="1" bandRow="1">
                <a:tableStyleId>{5C22544A-7EE6-4342-B048-85BDC9FD1C3A}</a:tableStyleId>
              </a:tblPr>
              <a:tblGrid>
                <a:gridCol w="3818552">
                  <a:extLst>
                    <a:ext uri="{9D8B030D-6E8A-4147-A177-3AD203B41FA5}">
                      <a16:colId xmlns:a16="http://schemas.microsoft.com/office/drawing/2014/main" val="1405098406"/>
                    </a:ext>
                  </a:extLst>
                </a:gridCol>
                <a:gridCol w="7607533">
                  <a:extLst>
                    <a:ext uri="{9D8B030D-6E8A-4147-A177-3AD203B41FA5}">
                      <a16:colId xmlns:a16="http://schemas.microsoft.com/office/drawing/2014/main" val="1881696121"/>
                    </a:ext>
                  </a:extLst>
                </a:gridCol>
              </a:tblGrid>
              <a:tr h="370840">
                <a:tc>
                  <a:txBody>
                    <a:bodyPr/>
                    <a:lstStyle/>
                    <a:p>
                      <a:pPr lvl="0" algn="ctr">
                        <a:buNone/>
                      </a:pPr>
                      <a:r>
                        <a:rPr lang="en-IN" sz="1400" dirty="0">
                          <a:latin typeface="+mj-lt"/>
                        </a:rPr>
                        <a:t>Types</a:t>
                      </a:r>
                    </a:p>
                  </a:txBody>
                  <a:tcPr anchor="ctr"/>
                </a:tc>
                <a:tc>
                  <a:txBody>
                    <a:bodyPr/>
                    <a:lstStyle/>
                    <a:p>
                      <a:pPr algn="ctr"/>
                      <a:r>
                        <a:rPr lang="en-IN" sz="1400" dirty="0">
                          <a:latin typeface="+mj-lt"/>
                        </a:rPr>
                        <a:t>Description</a:t>
                      </a:r>
                    </a:p>
                  </a:txBody>
                  <a:tcPr anchor="ctr"/>
                </a:tc>
                <a:extLst>
                  <a:ext uri="{0D108BD9-81ED-4DB2-BD59-A6C34878D82A}">
                    <a16:rowId xmlns:a16="http://schemas.microsoft.com/office/drawing/2014/main" val="3074969189"/>
                  </a:ext>
                </a:extLst>
              </a:tr>
              <a:tr h="370839">
                <a:tc>
                  <a:txBody>
                    <a:bodyPr/>
                    <a:lstStyle/>
                    <a:p>
                      <a:pPr lvl="0" algn="l">
                        <a:buNone/>
                      </a:pPr>
                      <a:r>
                        <a:rPr lang="en-IN" sz="1400" dirty="0">
                          <a:latin typeface="+mj-lt"/>
                        </a:rPr>
                        <a:t>Single press</a:t>
                      </a:r>
                    </a:p>
                  </a:txBody>
                  <a:tcPr anchor="ctr"/>
                </a:tc>
                <a:tc>
                  <a:txBody>
                    <a:bodyPr/>
                    <a:lstStyle/>
                    <a:p>
                      <a:pPr lvl="0" algn="l">
                        <a:buNone/>
                      </a:pPr>
                      <a:r>
                        <a:rPr lang="en-IN" sz="1400">
                          <a:latin typeface="+mj-lt"/>
                        </a:rPr>
                        <a:t>-</a:t>
                      </a:r>
                      <a:endParaRPr lang="en-IN" sz="1400" dirty="0" err="1">
                        <a:latin typeface="+mj-lt"/>
                      </a:endParaRPr>
                    </a:p>
                  </a:txBody>
                  <a:tcPr anchor="ctr"/>
                </a:tc>
                <a:extLst>
                  <a:ext uri="{0D108BD9-81ED-4DB2-BD59-A6C34878D82A}">
                    <a16:rowId xmlns:a16="http://schemas.microsoft.com/office/drawing/2014/main" val="1505226955"/>
                  </a:ext>
                </a:extLst>
              </a:tr>
              <a:tr h="370838">
                <a:tc>
                  <a:txBody>
                    <a:bodyPr/>
                    <a:lstStyle/>
                    <a:p>
                      <a:pPr lvl="0" algn="l">
                        <a:buNone/>
                      </a:pPr>
                      <a:r>
                        <a:rPr lang="en-IN" sz="1400" dirty="0">
                          <a:latin typeface="+mj-lt"/>
                        </a:rPr>
                        <a:t>Double press</a:t>
                      </a:r>
                    </a:p>
                  </a:txBody>
                  <a:tcPr anchor="ctr"/>
                </a:tc>
                <a:tc>
                  <a:txBody>
                    <a:bodyPr/>
                    <a:lstStyle/>
                    <a:p>
                      <a:pPr lvl="0" algn="l">
                        <a:buNone/>
                      </a:pPr>
                      <a:r>
                        <a:rPr lang="en-IN" sz="1400" b="0" kern="1200">
                          <a:solidFill>
                            <a:schemeClr val="dk1"/>
                          </a:solidFill>
                          <a:latin typeface="+mj-lt"/>
                          <a:ea typeface="+mn-ea"/>
                          <a:cs typeface="+mn-cs"/>
                        </a:rPr>
                        <a:t>Puts the device into Teaching mode</a:t>
                      </a:r>
                    </a:p>
                  </a:txBody>
                  <a:tcPr anchor="ctr"/>
                </a:tc>
                <a:extLst>
                  <a:ext uri="{0D108BD9-81ED-4DB2-BD59-A6C34878D82A}">
                    <a16:rowId xmlns:a16="http://schemas.microsoft.com/office/drawing/2014/main" val="1632585932"/>
                  </a:ext>
                </a:extLst>
              </a:tr>
              <a:tr h="370838">
                <a:tc>
                  <a:txBody>
                    <a:bodyPr/>
                    <a:lstStyle/>
                    <a:p>
                      <a:pPr lvl="0" algn="l">
                        <a:buNone/>
                      </a:pPr>
                      <a:r>
                        <a:rPr lang="en-IN" sz="1400" dirty="0">
                          <a:latin typeface="+mj-lt"/>
                        </a:rPr>
                        <a:t>Long press for 3 to 6 seconds</a:t>
                      </a:r>
                    </a:p>
                  </a:txBody>
                  <a:tcPr anchor="ctr"/>
                </a:tc>
                <a:tc>
                  <a:txBody>
                    <a:bodyPr/>
                    <a:lstStyle/>
                    <a:p>
                      <a:pPr lvl="0" algn="l">
                        <a:buNone/>
                      </a:pPr>
                      <a:r>
                        <a:rPr lang="en-IN" sz="1400">
                          <a:latin typeface="+mj-lt"/>
                        </a:rPr>
                        <a:t>Puts the device into AC remote configuration mode</a:t>
                      </a:r>
                    </a:p>
                  </a:txBody>
                  <a:tcPr anchor="ctr"/>
                </a:tc>
                <a:extLst>
                  <a:ext uri="{0D108BD9-81ED-4DB2-BD59-A6C34878D82A}">
                    <a16:rowId xmlns:a16="http://schemas.microsoft.com/office/drawing/2014/main" val="297394674"/>
                  </a:ext>
                </a:extLst>
              </a:tr>
              <a:tr h="370838">
                <a:tc>
                  <a:txBody>
                    <a:bodyPr/>
                    <a:lstStyle/>
                    <a:p>
                      <a:pPr lvl="0" algn="l">
                        <a:buNone/>
                      </a:pPr>
                      <a:r>
                        <a:rPr lang="en-IN" sz="1400" dirty="0">
                          <a:latin typeface="+mj-lt"/>
                        </a:rPr>
                        <a:t>Long press for more than 8 seconds</a:t>
                      </a:r>
                    </a:p>
                  </a:txBody>
                  <a:tcPr anchor="ctr"/>
                </a:tc>
                <a:tc>
                  <a:txBody>
                    <a:bodyPr/>
                    <a:lstStyle/>
                    <a:p>
                      <a:pPr lvl="0" algn="l">
                        <a:buNone/>
                      </a:pPr>
                      <a:r>
                        <a:rPr lang="en-IN" sz="1400" dirty="0">
                          <a:latin typeface="+mj-lt"/>
                        </a:rPr>
                        <a:t>Restarts the device</a:t>
                      </a:r>
                    </a:p>
                  </a:txBody>
                  <a:tcPr anchor="ctr"/>
                </a:tc>
                <a:extLst>
                  <a:ext uri="{0D108BD9-81ED-4DB2-BD59-A6C34878D82A}">
                    <a16:rowId xmlns:a16="http://schemas.microsoft.com/office/drawing/2014/main" val="116831901"/>
                  </a:ext>
                </a:extLst>
              </a:tr>
            </a:tbl>
          </a:graphicData>
        </a:graphic>
      </p:graphicFrame>
      <p:sp>
        <p:nvSpPr>
          <p:cNvPr id="2" name="Rectangle 1">
            <a:extLst>
              <a:ext uri="{FF2B5EF4-FFF2-40B4-BE49-F238E27FC236}">
                <a16:creationId xmlns:a16="http://schemas.microsoft.com/office/drawing/2014/main" id="{797E7399-0390-B13A-8A43-58EC026E10CB}"/>
              </a:ext>
            </a:extLst>
          </p:cNvPr>
          <p:cNvSpPr/>
          <p:nvPr/>
        </p:nvSpPr>
        <p:spPr>
          <a:xfrm>
            <a:off x="379043" y="3051548"/>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Node - Button press types and modes</a:t>
            </a:r>
            <a:endParaRPr lang="en-US" dirty="0"/>
          </a:p>
        </p:txBody>
      </p:sp>
      <p:graphicFrame>
        <p:nvGraphicFramePr>
          <p:cNvPr id="3" name="Table 2">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3259506684"/>
              </p:ext>
            </p:extLst>
          </p:nvPr>
        </p:nvGraphicFramePr>
        <p:xfrm>
          <a:off x="379044" y="3507689"/>
          <a:ext cx="11428042" cy="1854193"/>
        </p:xfrm>
        <a:graphic>
          <a:graphicData uri="http://schemas.openxmlformats.org/drawingml/2006/table">
            <a:tbl>
              <a:tblPr firstRow="1" bandRow="1">
                <a:tableStyleId>{5C22544A-7EE6-4342-B048-85BDC9FD1C3A}</a:tableStyleId>
              </a:tblPr>
              <a:tblGrid>
                <a:gridCol w="3819206">
                  <a:extLst>
                    <a:ext uri="{9D8B030D-6E8A-4147-A177-3AD203B41FA5}">
                      <a16:colId xmlns:a16="http://schemas.microsoft.com/office/drawing/2014/main" val="1405098406"/>
                    </a:ext>
                  </a:extLst>
                </a:gridCol>
                <a:gridCol w="7608836">
                  <a:extLst>
                    <a:ext uri="{9D8B030D-6E8A-4147-A177-3AD203B41FA5}">
                      <a16:colId xmlns:a16="http://schemas.microsoft.com/office/drawing/2014/main" val="1881696121"/>
                    </a:ext>
                  </a:extLst>
                </a:gridCol>
              </a:tblGrid>
              <a:tr h="370840">
                <a:tc>
                  <a:txBody>
                    <a:bodyPr/>
                    <a:lstStyle/>
                    <a:p>
                      <a:pPr lvl="0" algn="ctr">
                        <a:buNone/>
                      </a:pPr>
                      <a:r>
                        <a:rPr lang="en-IN" sz="1400" dirty="0">
                          <a:latin typeface="+mj-lt"/>
                        </a:rPr>
                        <a:t>Types</a:t>
                      </a:r>
                    </a:p>
                  </a:txBody>
                  <a:tcPr anchor="ctr"/>
                </a:tc>
                <a:tc>
                  <a:txBody>
                    <a:bodyPr/>
                    <a:lstStyle/>
                    <a:p>
                      <a:pPr algn="ctr"/>
                      <a:r>
                        <a:rPr lang="en-IN" sz="1400" dirty="0">
                          <a:latin typeface="+mj-lt"/>
                        </a:rPr>
                        <a:t>Description</a:t>
                      </a:r>
                    </a:p>
                  </a:txBody>
                  <a:tcPr anchor="ctr"/>
                </a:tc>
                <a:extLst>
                  <a:ext uri="{0D108BD9-81ED-4DB2-BD59-A6C34878D82A}">
                    <a16:rowId xmlns:a16="http://schemas.microsoft.com/office/drawing/2014/main" val="3074969189"/>
                  </a:ext>
                </a:extLst>
              </a:tr>
              <a:tr h="370839">
                <a:tc>
                  <a:txBody>
                    <a:bodyPr/>
                    <a:lstStyle/>
                    <a:p>
                      <a:pPr lvl="0" algn="l">
                        <a:buNone/>
                      </a:pPr>
                      <a:r>
                        <a:rPr lang="en-IN" sz="1400" dirty="0">
                          <a:latin typeface="+mj-lt"/>
                        </a:rPr>
                        <a:t>Single press</a:t>
                      </a:r>
                    </a:p>
                  </a:txBody>
                  <a:tcPr anchor="ctr"/>
                </a:tc>
                <a:tc>
                  <a:txBody>
                    <a:bodyPr/>
                    <a:lstStyle/>
                    <a:p>
                      <a:pPr lvl="0" algn="l">
                        <a:buNone/>
                      </a:pPr>
                      <a:r>
                        <a:rPr lang="en-IN" sz="1400">
                          <a:latin typeface="+mj-lt"/>
                        </a:rPr>
                        <a:t>-</a:t>
                      </a:r>
                      <a:endParaRPr lang="en-IN" sz="1400" dirty="0" err="1">
                        <a:latin typeface="+mj-lt"/>
                      </a:endParaRPr>
                    </a:p>
                  </a:txBody>
                  <a:tcPr anchor="ctr"/>
                </a:tc>
                <a:extLst>
                  <a:ext uri="{0D108BD9-81ED-4DB2-BD59-A6C34878D82A}">
                    <a16:rowId xmlns:a16="http://schemas.microsoft.com/office/drawing/2014/main" val="1505226955"/>
                  </a:ext>
                </a:extLst>
              </a:tr>
              <a:tr h="370838">
                <a:tc>
                  <a:txBody>
                    <a:bodyPr/>
                    <a:lstStyle/>
                    <a:p>
                      <a:pPr lvl="0" algn="l">
                        <a:buNone/>
                      </a:pPr>
                      <a:r>
                        <a:rPr lang="en-IN" sz="1400" dirty="0">
                          <a:latin typeface="+mj-lt"/>
                        </a:rPr>
                        <a:t>Double press</a:t>
                      </a:r>
                    </a:p>
                  </a:txBody>
                  <a:tcPr anchor="ctr"/>
                </a:tc>
                <a:tc>
                  <a:txBody>
                    <a:bodyPr/>
                    <a:lstStyle/>
                    <a:p>
                      <a:pPr lvl="0" algn="l">
                        <a:buNone/>
                      </a:pPr>
                      <a:r>
                        <a:rPr lang="en-IN" sz="1400" dirty="0">
                          <a:latin typeface="+mj-lt"/>
                        </a:rPr>
                        <a:t>Puts the device </a:t>
                      </a:r>
                      <a:r>
                        <a:rPr lang="en-IN" sz="1400">
                          <a:latin typeface="+mj-lt"/>
                        </a:rPr>
                        <a:t>into Teaching </a:t>
                      </a:r>
                      <a:r>
                        <a:rPr lang="en-IN" sz="1400" dirty="0">
                          <a:latin typeface="+mj-lt"/>
                        </a:rPr>
                        <a:t>mode</a:t>
                      </a:r>
                    </a:p>
                  </a:txBody>
                  <a:tcPr anchor="ctr"/>
                </a:tc>
                <a:extLst>
                  <a:ext uri="{0D108BD9-81ED-4DB2-BD59-A6C34878D82A}">
                    <a16:rowId xmlns:a16="http://schemas.microsoft.com/office/drawing/2014/main" val="1632585932"/>
                  </a:ext>
                </a:extLst>
              </a:tr>
              <a:tr h="370838">
                <a:tc>
                  <a:txBody>
                    <a:bodyPr/>
                    <a:lstStyle/>
                    <a:p>
                      <a:pPr lvl="0" algn="l">
                        <a:buNone/>
                      </a:pPr>
                      <a:r>
                        <a:rPr lang="en-IN" sz="1400" dirty="0">
                          <a:latin typeface="+mj-lt"/>
                        </a:rPr>
                        <a:t>Long press for 3 to 6 seconds</a:t>
                      </a:r>
                    </a:p>
                  </a:txBody>
                  <a:tcPr anchor="ctr"/>
                </a:tc>
                <a:tc>
                  <a:txBody>
                    <a:bodyPr/>
                    <a:lstStyle/>
                    <a:p>
                      <a:pPr lvl="0" algn="l">
                        <a:buNone/>
                      </a:pPr>
                      <a:r>
                        <a:rPr lang="en-IN" sz="1400">
                          <a:latin typeface="+mj-lt"/>
                        </a:rPr>
                        <a:t>Puts the device into AC remote configuration mode</a:t>
                      </a:r>
                    </a:p>
                  </a:txBody>
                  <a:tcPr anchor="ctr"/>
                </a:tc>
                <a:extLst>
                  <a:ext uri="{0D108BD9-81ED-4DB2-BD59-A6C34878D82A}">
                    <a16:rowId xmlns:a16="http://schemas.microsoft.com/office/drawing/2014/main" val="3635160408"/>
                  </a:ext>
                </a:extLst>
              </a:tr>
              <a:tr h="370838">
                <a:tc>
                  <a:txBody>
                    <a:bodyPr/>
                    <a:lstStyle/>
                    <a:p>
                      <a:pPr lvl="0" algn="l">
                        <a:buNone/>
                      </a:pPr>
                      <a:r>
                        <a:rPr lang="en-IN" sz="1400" dirty="0">
                          <a:latin typeface="+mj-lt"/>
                        </a:rPr>
                        <a:t>Long press for more </a:t>
                      </a:r>
                      <a:r>
                        <a:rPr lang="en-IN" sz="1400">
                          <a:latin typeface="+mj-lt"/>
                        </a:rPr>
                        <a:t>than 8 seconds</a:t>
                      </a:r>
                      <a:endParaRPr lang="en-IN" sz="1400" dirty="0">
                        <a:latin typeface="+mj-lt"/>
                      </a:endParaRPr>
                    </a:p>
                  </a:txBody>
                  <a:tcPr anchor="ctr"/>
                </a:tc>
                <a:tc>
                  <a:txBody>
                    <a:bodyPr/>
                    <a:lstStyle/>
                    <a:p>
                      <a:pPr lvl="0" algn="l">
                        <a:buNone/>
                      </a:pPr>
                      <a:r>
                        <a:rPr lang="en-IN" sz="1400" dirty="0">
                          <a:latin typeface="+mj-lt"/>
                        </a:rPr>
                        <a:t>Restart the device</a:t>
                      </a:r>
                    </a:p>
                  </a:txBody>
                  <a:tcPr anchor="ctr"/>
                </a:tc>
                <a:extLst>
                  <a:ext uri="{0D108BD9-81ED-4DB2-BD59-A6C34878D82A}">
                    <a16:rowId xmlns:a16="http://schemas.microsoft.com/office/drawing/2014/main" val="297394674"/>
                  </a:ext>
                </a:extLst>
              </a:tr>
            </a:tbl>
          </a:graphicData>
        </a:graphic>
      </p:graphicFrame>
    </p:spTree>
    <p:extLst>
      <p:ext uri="{BB962C8B-B14F-4D97-AF65-F5344CB8AC3E}">
        <p14:creationId xmlns:p14="http://schemas.microsoft.com/office/powerpoint/2010/main" val="4039994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7E7399-0390-B13A-8A43-58EC026E10CB}"/>
              </a:ext>
            </a:extLst>
          </p:cNvPr>
          <p:cNvSpPr/>
          <p:nvPr/>
        </p:nvSpPr>
        <p:spPr>
          <a:xfrm>
            <a:off x="371475" y="263525"/>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dirty="0"/>
              <a:t>Communication between Gateway and Node</a:t>
            </a:r>
            <a:endParaRPr lang="en-US" dirty="0"/>
          </a:p>
        </p:txBody>
      </p:sp>
      <p:graphicFrame>
        <p:nvGraphicFramePr>
          <p:cNvPr id="6" name="Table 5">
            <a:extLst>
              <a:ext uri="{FF2B5EF4-FFF2-40B4-BE49-F238E27FC236}">
                <a16:creationId xmlns:a16="http://schemas.microsoft.com/office/drawing/2014/main" id="{3F1F59D9-6954-8202-0A9C-B72BFF4C8B09}"/>
              </a:ext>
            </a:extLst>
          </p:cNvPr>
          <p:cNvGraphicFramePr>
            <a:graphicFrameLocks noGrp="1"/>
          </p:cNvGraphicFramePr>
          <p:nvPr>
            <p:extLst>
              <p:ext uri="{D42A27DB-BD31-4B8C-83A1-F6EECF244321}">
                <p14:modId xmlns:p14="http://schemas.microsoft.com/office/powerpoint/2010/main" val="3243169920"/>
              </p:ext>
            </p:extLst>
          </p:nvPr>
        </p:nvGraphicFramePr>
        <p:xfrm>
          <a:off x="371476" y="1105148"/>
          <a:ext cx="5736034" cy="3479800"/>
        </p:xfrm>
        <a:graphic>
          <a:graphicData uri="http://schemas.openxmlformats.org/drawingml/2006/table">
            <a:tbl>
              <a:tblPr firstRow="1" bandRow="1">
                <a:tableStyleId>{5C22544A-7EE6-4342-B048-85BDC9FD1C3A}</a:tableStyleId>
              </a:tblPr>
              <a:tblGrid>
                <a:gridCol w="2868017">
                  <a:extLst>
                    <a:ext uri="{9D8B030D-6E8A-4147-A177-3AD203B41FA5}">
                      <a16:colId xmlns:a16="http://schemas.microsoft.com/office/drawing/2014/main" val="1405098406"/>
                    </a:ext>
                  </a:extLst>
                </a:gridCol>
                <a:gridCol w="2868017">
                  <a:extLst>
                    <a:ext uri="{9D8B030D-6E8A-4147-A177-3AD203B41FA5}">
                      <a16:colId xmlns:a16="http://schemas.microsoft.com/office/drawing/2014/main" val="4057827863"/>
                    </a:ext>
                  </a:extLst>
                </a:gridCol>
              </a:tblGrid>
              <a:tr h="370840">
                <a:tc>
                  <a:txBody>
                    <a:bodyPr/>
                    <a:lstStyle/>
                    <a:p>
                      <a:pPr lvl="0" algn="ctr">
                        <a:buNone/>
                      </a:pPr>
                      <a:r>
                        <a:rPr lang="en-IN" sz="1400" b="1" dirty="0">
                          <a:latin typeface="Calibri Light"/>
                        </a:rPr>
                        <a:t>Gateway  -- -&gt; Node</a:t>
                      </a:r>
                    </a:p>
                  </a:txBody>
                  <a:tcPr anchor="ctr"/>
                </a:tc>
                <a:tc>
                  <a:txBody>
                    <a:bodyPr/>
                    <a:lstStyle/>
                    <a:p>
                      <a:pPr lvl="0" algn="ctr">
                        <a:buNone/>
                      </a:pPr>
                      <a:r>
                        <a:rPr lang="en-IN" sz="1400" b="1">
                          <a:latin typeface="Calibri Light"/>
                        </a:rPr>
                        <a:t>When to send</a:t>
                      </a:r>
                      <a:endParaRPr lang="en-IN" sz="1400" b="1" dirty="0">
                        <a:latin typeface="Calibri Light"/>
                      </a:endParaRPr>
                    </a:p>
                  </a:txBody>
                  <a:tcPr anchor="ctr"/>
                </a:tc>
                <a:extLst>
                  <a:ext uri="{0D108BD9-81ED-4DB2-BD59-A6C34878D82A}">
                    <a16:rowId xmlns:a16="http://schemas.microsoft.com/office/drawing/2014/main" val="3074969189"/>
                  </a:ext>
                </a:extLst>
              </a:tr>
              <a:tr h="370839">
                <a:tc>
                  <a:txBody>
                    <a:bodyPr/>
                    <a:lstStyle/>
                    <a:p>
                      <a:pPr lvl="0" algn="l">
                        <a:buNone/>
                      </a:pPr>
                      <a:r>
                        <a:rPr lang="en-IN" sz="1400" b="0" dirty="0">
                          <a:latin typeface="Calibri Light"/>
                        </a:rPr>
                        <a:t>Node </a:t>
                      </a:r>
                      <a:r>
                        <a:rPr lang="en-IN" sz="1400" b="0">
                          <a:latin typeface="Calibri Light"/>
                        </a:rPr>
                        <a:t>Provision packet (100)</a:t>
                      </a:r>
                      <a:endParaRPr lang="en-IN" sz="1400" b="0" dirty="0">
                        <a:latin typeface="Calibri Light"/>
                      </a:endParaRPr>
                    </a:p>
                  </a:txBody>
                  <a:tcPr anchor="ctr"/>
                </a:tc>
                <a:tc>
                  <a:txBody>
                    <a:bodyPr/>
                    <a:lstStyle/>
                    <a:p>
                      <a:pPr lvl="0" algn="l">
                        <a:buNone/>
                      </a:pPr>
                      <a:r>
                        <a:rPr lang="en-IN" sz="1400" b="0">
                          <a:latin typeface="Calibri Light"/>
                        </a:rPr>
                        <a:t>Node Provision packet received from MQTT</a:t>
                      </a:r>
                      <a:endParaRPr lang="en-IN" sz="1400" b="0" dirty="0">
                        <a:latin typeface="Calibri Light"/>
                      </a:endParaRPr>
                    </a:p>
                  </a:txBody>
                  <a:tcPr anchor="ctr"/>
                </a:tc>
                <a:extLst>
                  <a:ext uri="{0D108BD9-81ED-4DB2-BD59-A6C34878D82A}">
                    <a16:rowId xmlns:a16="http://schemas.microsoft.com/office/drawing/2014/main" val="3218714611"/>
                  </a:ext>
                </a:extLst>
              </a:tr>
              <a:tr h="370838">
                <a:tc>
                  <a:txBody>
                    <a:bodyPr/>
                    <a:lstStyle/>
                    <a:p>
                      <a:pPr lvl="0" algn="l">
                        <a:buNone/>
                      </a:pPr>
                      <a:r>
                        <a:rPr lang="en-IN" sz="1400" b="0" dirty="0">
                          <a:latin typeface="Calibri Light"/>
                        </a:rPr>
                        <a:t>Node </a:t>
                      </a:r>
                      <a:r>
                        <a:rPr lang="en-IN" sz="1400" b="0">
                          <a:latin typeface="Calibri Light"/>
                        </a:rPr>
                        <a:t>Unprovision packet (102)</a:t>
                      </a:r>
                      <a:endParaRPr lang="en-IN" sz="1400" b="0" dirty="0">
                        <a:latin typeface="Calibri Light"/>
                      </a:endParaRPr>
                    </a:p>
                  </a:txBody>
                  <a:tcPr anchor="ctr"/>
                </a:tc>
                <a:tc>
                  <a:txBody>
                    <a:bodyPr/>
                    <a:lstStyle/>
                    <a:p>
                      <a:pPr lvl="0" algn="l">
                        <a:buNone/>
                      </a:pPr>
                      <a:r>
                        <a:rPr lang="en-IN" sz="1400" b="0">
                          <a:latin typeface="Calibri Light"/>
                        </a:rPr>
                        <a:t>Node Unprovisoin packet received from MQTT</a:t>
                      </a:r>
                      <a:endParaRPr lang="en-IN" sz="1400" b="0" dirty="0">
                        <a:latin typeface="Calibri Light"/>
                      </a:endParaRPr>
                    </a:p>
                  </a:txBody>
                  <a:tcPr anchor="ctr"/>
                </a:tc>
                <a:extLst>
                  <a:ext uri="{0D108BD9-81ED-4DB2-BD59-A6C34878D82A}">
                    <a16:rowId xmlns:a16="http://schemas.microsoft.com/office/drawing/2014/main" val="633625854"/>
                  </a:ext>
                </a:extLst>
              </a:tr>
              <a:tr h="370838">
                <a:tc>
                  <a:txBody>
                    <a:bodyPr/>
                    <a:lstStyle/>
                    <a:p>
                      <a:pPr lvl="0" algn="l">
                        <a:buNone/>
                      </a:pPr>
                      <a:r>
                        <a:rPr lang="en-IN" sz="1400" b="0" dirty="0">
                          <a:latin typeface="Calibri Light"/>
                        </a:rPr>
                        <a:t>Node AC </a:t>
                      </a:r>
                      <a:r>
                        <a:rPr lang="en-IN" sz="1400" b="0">
                          <a:latin typeface="Calibri Light"/>
                        </a:rPr>
                        <a:t>control packet (103)</a:t>
                      </a:r>
                      <a:endParaRPr lang="en-IN" sz="1400" b="0" dirty="0">
                        <a:latin typeface="Calibri Light"/>
                      </a:endParaRPr>
                    </a:p>
                  </a:txBody>
                  <a:tcPr anchor="ctr"/>
                </a:tc>
                <a:tc>
                  <a:txBody>
                    <a:bodyPr/>
                    <a:lstStyle/>
                    <a:p>
                      <a:pPr lvl="0" algn="l">
                        <a:buNone/>
                      </a:pPr>
                      <a:r>
                        <a:rPr lang="en-IN" sz="1400" b="0">
                          <a:latin typeface="Calibri Light"/>
                        </a:rPr>
                        <a:t>Node AC control packet received from MQTT</a:t>
                      </a:r>
                      <a:endParaRPr lang="en-IN" sz="1400" b="0" dirty="0">
                        <a:latin typeface="Calibri Light"/>
                      </a:endParaRPr>
                    </a:p>
                  </a:txBody>
                  <a:tcPr anchor="ctr"/>
                </a:tc>
                <a:extLst>
                  <a:ext uri="{0D108BD9-81ED-4DB2-BD59-A6C34878D82A}">
                    <a16:rowId xmlns:a16="http://schemas.microsoft.com/office/drawing/2014/main" val="1211675688"/>
                  </a:ext>
                </a:extLst>
              </a:tr>
              <a:tr h="370838">
                <a:tc>
                  <a:txBody>
                    <a:bodyPr/>
                    <a:lstStyle/>
                    <a:p>
                      <a:pPr lvl="0" algn="l">
                        <a:buNone/>
                      </a:pPr>
                      <a:r>
                        <a:rPr lang="en-IN" sz="1400" b="0" dirty="0">
                          <a:latin typeface="Calibri Light"/>
                        </a:rPr>
                        <a:t>Node </a:t>
                      </a:r>
                      <a:r>
                        <a:rPr lang="en-IN" sz="1400" b="0">
                          <a:latin typeface="Calibri Light"/>
                        </a:rPr>
                        <a:t>Reconfiguration packet (105)</a:t>
                      </a:r>
                      <a:endParaRPr lang="en-IN" sz="1400" b="0" dirty="0">
                        <a:latin typeface="Calibri Light"/>
                      </a:endParaRPr>
                    </a:p>
                  </a:txBody>
                  <a:tcPr anchor="ctr"/>
                </a:tc>
                <a:tc>
                  <a:txBody>
                    <a:bodyPr/>
                    <a:lstStyle/>
                    <a:p>
                      <a:pPr lvl="0" algn="l">
                        <a:buNone/>
                      </a:pPr>
                      <a:r>
                        <a:rPr lang="en-IN" sz="1400" b="0">
                          <a:latin typeface="Calibri Light"/>
                        </a:rPr>
                        <a:t>Node Reconfiguration packet received from MQTT</a:t>
                      </a:r>
                      <a:endParaRPr lang="en-IN" sz="1400" b="0" dirty="0">
                        <a:latin typeface="Calibri Light"/>
                      </a:endParaRPr>
                    </a:p>
                  </a:txBody>
                  <a:tcPr anchor="ctr"/>
                </a:tc>
                <a:extLst>
                  <a:ext uri="{0D108BD9-81ED-4DB2-BD59-A6C34878D82A}">
                    <a16:rowId xmlns:a16="http://schemas.microsoft.com/office/drawing/2014/main" val="2486793399"/>
                  </a:ext>
                </a:extLst>
              </a:tr>
              <a:tr h="370838">
                <a:tc>
                  <a:txBody>
                    <a:bodyPr/>
                    <a:lstStyle/>
                    <a:p>
                      <a:pPr lvl="0" algn="l">
                        <a:buNone/>
                      </a:pPr>
                      <a:r>
                        <a:rPr lang="en-IN" sz="1400" b="0" dirty="0">
                          <a:latin typeface="Calibri Light"/>
                        </a:rPr>
                        <a:t>Node Publish </a:t>
                      </a:r>
                      <a:r>
                        <a:rPr lang="en-IN" sz="1400" b="0">
                          <a:latin typeface="Calibri Light"/>
                        </a:rPr>
                        <a:t>configuration packet (107)</a:t>
                      </a:r>
                      <a:endParaRPr lang="en-IN" sz="1400" b="0" dirty="0">
                        <a:latin typeface="Calibri Light"/>
                      </a:endParaRPr>
                    </a:p>
                  </a:txBody>
                  <a:tcPr anchor="ctr"/>
                </a:tc>
                <a:tc>
                  <a:txBody>
                    <a:bodyPr/>
                    <a:lstStyle/>
                    <a:p>
                      <a:pPr lvl="0" algn="l">
                        <a:buNone/>
                      </a:pPr>
                      <a:r>
                        <a:rPr lang="en-IN" sz="1400" b="0">
                          <a:latin typeface="Calibri Light"/>
                        </a:rPr>
                        <a:t>Node PublishConfiguration packet received from MQTT</a:t>
                      </a:r>
                      <a:endParaRPr lang="en-IN" sz="1400" b="0" dirty="0">
                        <a:latin typeface="Calibri Light"/>
                      </a:endParaRPr>
                    </a:p>
                  </a:txBody>
                  <a:tcPr anchor="ctr"/>
                </a:tc>
                <a:extLst>
                  <a:ext uri="{0D108BD9-81ED-4DB2-BD59-A6C34878D82A}">
                    <a16:rowId xmlns:a16="http://schemas.microsoft.com/office/drawing/2014/main" val="3812054199"/>
                  </a:ext>
                </a:extLst>
              </a:tr>
              <a:tr h="370838">
                <a:tc>
                  <a:txBody>
                    <a:bodyPr/>
                    <a:lstStyle/>
                    <a:p>
                      <a:pPr lvl="0" algn="l">
                        <a:buNone/>
                      </a:pPr>
                      <a:r>
                        <a:rPr lang="en-IN" sz="1400" b="0">
                          <a:latin typeface="Calibri Light"/>
                        </a:rPr>
                        <a:t>Heartbeat configuration packet (200)</a:t>
                      </a:r>
                      <a:endParaRPr lang="en-IN" sz="1400" b="0" dirty="0">
                        <a:latin typeface="Calibri Light"/>
                      </a:endParaRPr>
                    </a:p>
                  </a:txBody>
                  <a:tcPr anchor="ctr"/>
                </a:tc>
                <a:tc>
                  <a:txBody>
                    <a:bodyPr/>
                    <a:lstStyle/>
                    <a:p>
                      <a:pPr lvl="0" algn="l">
                        <a:buNone/>
                      </a:pPr>
                      <a:r>
                        <a:rPr lang="en-IN" sz="1400" b="0">
                          <a:latin typeface="Calibri Light"/>
                        </a:rPr>
                        <a:t>HeartBeat configuration packet received from MQTT</a:t>
                      </a:r>
                      <a:endParaRPr lang="en-IN" sz="1400" b="0" dirty="0">
                        <a:latin typeface="Calibri Light"/>
                      </a:endParaRPr>
                    </a:p>
                  </a:txBody>
                  <a:tcPr anchor="ctr"/>
                </a:tc>
                <a:extLst>
                  <a:ext uri="{0D108BD9-81ED-4DB2-BD59-A6C34878D82A}">
                    <a16:rowId xmlns:a16="http://schemas.microsoft.com/office/drawing/2014/main" val="2547305496"/>
                  </a:ext>
                </a:extLst>
              </a:tr>
            </a:tbl>
          </a:graphicData>
        </a:graphic>
      </p:graphicFrame>
      <p:graphicFrame>
        <p:nvGraphicFramePr>
          <p:cNvPr id="2" name="Table 1">
            <a:extLst>
              <a:ext uri="{FF2B5EF4-FFF2-40B4-BE49-F238E27FC236}">
                <a16:creationId xmlns:a16="http://schemas.microsoft.com/office/drawing/2014/main" id="{11DA96DE-C69E-6EFD-DEBB-24C0FF5581E0}"/>
              </a:ext>
            </a:extLst>
          </p:cNvPr>
          <p:cNvGraphicFramePr>
            <a:graphicFrameLocks noGrp="1"/>
          </p:cNvGraphicFramePr>
          <p:nvPr>
            <p:extLst>
              <p:ext uri="{D42A27DB-BD31-4B8C-83A1-F6EECF244321}">
                <p14:modId xmlns:p14="http://schemas.microsoft.com/office/powerpoint/2010/main" val="3333604850"/>
              </p:ext>
            </p:extLst>
          </p:nvPr>
        </p:nvGraphicFramePr>
        <p:xfrm>
          <a:off x="6343402" y="1107897"/>
          <a:ext cx="5478990" cy="5405119"/>
        </p:xfrm>
        <a:graphic>
          <a:graphicData uri="http://schemas.openxmlformats.org/drawingml/2006/table">
            <a:tbl>
              <a:tblPr firstRow="1" bandRow="1">
                <a:tableStyleId>{5C22544A-7EE6-4342-B048-85BDC9FD1C3A}</a:tableStyleId>
              </a:tblPr>
              <a:tblGrid>
                <a:gridCol w="2739495">
                  <a:extLst>
                    <a:ext uri="{9D8B030D-6E8A-4147-A177-3AD203B41FA5}">
                      <a16:colId xmlns:a16="http://schemas.microsoft.com/office/drawing/2014/main" val="343461800"/>
                    </a:ext>
                  </a:extLst>
                </a:gridCol>
                <a:gridCol w="2739495">
                  <a:extLst>
                    <a:ext uri="{9D8B030D-6E8A-4147-A177-3AD203B41FA5}">
                      <a16:colId xmlns:a16="http://schemas.microsoft.com/office/drawing/2014/main" val="1069851662"/>
                    </a:ext>
                  </a:extLst>
                </a:gridCol>
              </a:tblGrid>
              <a:tr h="370840">
                <a:tc>
                  <a:txBody>
                    <a:bodyPr/>
                    <a:lstStyle/>
                    <a:p>
                      <a:pPr algn="ctr"/>
                      <a:r>
                        <a:rPr lang="en-US" sz="1400" b="1" dirty="0">
                          <a:latin typeface="Calibri Light"/>
                        </a:rPr>
                        <a:t>Gateway &lt;--- Node</a:t>
                      </a:r>
                    </a:p>
                  </a:txBody>
                  <a:tcPr anchor="ctr"/>
                </a:tc>
                <a:tc>
                  <a:txBody>
                    <a:bodyPr/>
                    <a:lstStyle/>
                    <a:p>
                      <a:pPr algn="ctr"/>
                      <a:r>
                        <a:rPr lang="en-US" sz="1400" b="1">
                          <a:latin typeface="Calibri Light"/>
                        </a:rPr>
                        <a:t>When to send</a:t>
                      </a:r>
                      <a:endParaRPr lang="en-US" sz="1400" b="1" dirty="0">
                        <a:latin typeface="Calibri Light"/>
                      </a:endParaRPr>
                    </a:p>
                  </a:txBody>
                  <a:tcPr anchor="ctr"/>
                </a:tc>
                <a:extLst>
                  <a:ext uri="{0D108BD9-81ED-4DB2-BD59-A6C34878D82A}">
                    <a16:rowId xmlns:a16="http://schemas.microsoft.com/office/drawing/2014/main" val="1385743241"/>
                  </a:ext>
                </a:extLst>
              </a:tr>
              <a:tr h="370839">
                <a:tc>
                  <a:txBody>
                    <a:bodyPr/>
                    <a:lstStyle/>
                    <a:p>
                      <a:pPr lvl="0" algn="l">
                        <a:buNone/>
                      </a:pPr>
                      <a:r>
                        <a:rPr lang="en-US" sz="1400" b="0">
                          <a:latin typeface="Calibri Light"/>
                        </a:rPr>
                        <a:t>Provision ack (100)</a:t>
                      </a:r>
                      <a:endParaRPr lang="en-US" sz="1400" b="0" dirty="0">
                        <a:latin typeface="Calibri Light"/>
                      </a:endParaRPr>
                    </a:p>
                  </a:txBody>
                  <a:tcPr anchor="ctr"/>
                </a:tc>
                <a:tc>
                  <a:txBody>
                    <a:bodyPr/>
                    <a:lstStyle/>
                    <a:p>
                      <a:pPr lvl="0" algn="l">
                        <a:buNone/>
                      </a:pPr>
                      <a:r>
                        <a:rPr lang="en-US" sz="1400" b="0">
                          <a:latin typeface="Calibri Light"/>
                        </a:rPr>
                        <a:t>Provisioning packet received from Gateway</a:t>
                      </a:r>
                      <a:endParaRPr lang="en-US" sz="1400" b="0" dirty="0">
                        <a:latin typeface="Calibri Light"/>
                      </a:endParaRPr>
                    </a:p>
                  </a:txBody>
                  <a:tcPr anchor="ctr"/>
                </a:tc>
                <a:extLst>
                  <a:ext uri="{0D108BD9-81ED-4DB2-BD59-A6C34878D82A}">
                    <a16:rowId xmlns:a16="http://schemas.microsoft.com/office/drawing/2014/main" val="2403077444"/>
                  </a:ext>
                </a:extLst>
              </a:tr>
              <a:tr h="370839">
                <a:tc>
                  <a:txBody>
                    <a:bodyPr/>
                    <a:lstStyle/>
                    <a:p>
                      <a:pPr lvl="0" algn="l">
                        <a:buNone/>
                      </a:pPr>
                      <a:r>
                        <a:rPr lang="en-US" sz="1400" b="0">
                          <a:latin typeface="Calibri Light"/>
                        </a:rPr>
                        <a:t>Configuration ack (101)</a:t>
                      </a:r>
                      <a:endParaRPr lang="en-US" sz="1400" b="0" dirty="0">
                        <a:latin typeface="Calibri Light"/>
                      </a:endParaRPr>
                    </a:p>
                  </a:txBody>
                  <a:tcPr anchor="ctr"/>
                </a:tc>
                <a:tc>
                  <a:txBody>
                    <a:bodyPr/>
                    <a:lstStyle/>
                    <a:p>
                      <a:pPr lvl="0" algn="l">
                        <a:buNone/>
                      </a:pPr>
                      <a:r>
                        <a:rPr lang="en-US" sz="1400" b="0">
                          <a:latin typeface="Calibri Light"/>
                        </a:rPr>
                        <a:t>Node got configured successfully</a:t>
                      </a:r>
                      <a:endParaRPr lang="en-US" sz="1400" b="0" dirty="0">
                        <a:latin typeface="Calibri Light"/>
                      </a:endParaRPr>
                    </a:p>
                  </a:txBody>
                  <a:tcPr anchor="ctr"/>
                </a:tc>
                <a:extLst>
                  <a:ext uri="{0D108BD9-81ED-4DB2-BD59-A6C34878D82A}">
                    <a16:rowId xmlns:a16="http://schemas.microsoft.com/office/drawing/2014/main" val="1407126189"/>
                  </a:ext>
                </a:extLst>
              </a:tr>
              <a:tr h="370838">
                <a:tc>
                  <a:txBody>
                    <a:bodyPr/>
                    <a:lstStyle/>
                    <a:p>
                      <a:pPr lvl="0" algn="l">
                        <a:buNone/>
                      </a:pPr>
                      <a:r>
                        <a:rPr lang="en-US" sz="1400" b="0">
                          <a:latin typeface="Calibri Light"/>
                        </a:rPr>
                        <a:t>Unprovision ack (102)</a:t>
                      </a:r>
                    </a:p>
                  </a:txBody>
                  <a:tcPr anchor="ctr"/>
                </a:tc>
                <a:tc>
                  <a:txBody>
                    <a:bodyPr/>
                    <a:lstStyle/>
                    <a:p>
                      <a:pPr lvl="0" algn="l">
                        <a:buNone/>
                      </a:pPr>
                      <a:r>
                        <a:rPr lang="en-US" sz="1400" b="0">
                          <a:latin typeface="Calibri Light"/>
                        </a:rPr>
                        <a:t>Unprovisioning packet received from Gateway</a:t>
                      </a:r>
                      <a:endParaRPr lang="en-US" sz="1400" b="0" dirty="0">
                        <a:latin typeface="Calibri Light"/>
                      </a:endParaRPr>
                    </a:p>
                  </a:txBody>
                  <a:tcPr anchor="ctr"/>
                </a:tc>
                <a:extLst>
                  <a:ext uri="{0D108BD9-81ED-4DB2-BD59-A6C34878D82A}">
                    <a16:rowId xmlns:a16="http://schemas.microsoft.com/office/drawing/2014/main" val="3298278182"/>
                  </a:ext>
                </a:extLst>
              </a:tr>
              <a:tr h="370838">
                <a:tc>
                  <a:txBody>
                    <a:bodyPr/>
                    <a:lstStyle/>
                    <a:p>
                      <a:pPr lvl="0" algn="l">
                        <a:lnSpc>
                          <a:spcPct val="100000"/>
                        </a:lnSpc>
                        <a:spcBef>
                          <a:spcPts val="0"/>
                        </a:spcBef>
                        <a:spcAft>
                          <a:spcPts val="0"/>
                        </a:spcAft>
                        <a:buNone/>
                      </a:pPr>
                      <a:r>
                        <a:rPr lang="en-US" sz="1400" b="0" i="0" u="none" strike="noStrike" noProof="0" dirty="0">
                          <a:solidFill>
                            <a:srgbClr val="000000"/>
                          </a:solidFill>
                          <a:latin typeface="Calibri Light"/>
                        </a:rPr>
                        <a:t>AC </a:t>
                      </a:r>
                      <a:r>
                        <a:rPr lang="en-US" sz="1400" b="0" i="0" u="none" strike="noStrike" noProof="0">
                          <a:solidFill>
                            <a:srgbClr val="000000"/>
                          </a:solidFill>
                          <a:latin typeface="Calibri Light"/>
                        </a:rPr>
                        <a:t>control ack (103)</a:t>
                      </a:r>
                      <a:endParaRPr lang="en-US" sz="1400" b="0" i="0" u="none" strike="noStrike" noProof="0" dirty="0">
                        <a:solidFill>
                          <a:srgbClr val="000000"/>
                        </a:solidFill>
                        <a:latin typeface="Calibri Light"/>
                      </a:endParaRP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Calibri Light"/>
                        </a:rPr>
                        <a:t>Node received AC control packet from Gateway</a:t>
                      </a:r>
                      <a:endParaRPr lang="en-US" sz="1400" b="0" i="0" u="none" strike="noStrike" noProof="0" dirty="0">
                        <a:solidFill>
                          <a:srgbClr val="000000"/>
                        </a:solidFill>
                        <a:latin typeface="Calibri Light"/>
                      </a:endParaRPr>
                    </a:p>
                  </a:txBody>
                  <a:tcPr anchor="ctr"/>
                </a:tc>
                <a:extLst>
                  <a:ext uri="{0D108BD9-81ED-4DB2-BD59-A6C34878D82A}">
                    <a16:rowId xmlns:a16="http://schemas.microsoft.com/office/drawing/2014/main" val="66050352"/>
                  </a:ext>
                </a:extLst>
              </a:tr>
              <a:tr h="370838">
                <a:tc>
                  <a:txBody>
                    <a:bodyPr/>
                    <a:lstStyle/>
                    <a:p>
                      <a:pPr lvl="0" algn="l">
                        <a:buNone/>
                      </a:pPr>
                      <a:r>
                        <a:rPr lang="en-US" sz="1400" b="0" dirty="0">
                          <a:latin typeface="Calibri Light"/>
                        </a:rPr>
                        <a:t>Locking </a:t>
                      </a:r>
                      <a:r>
                        <a:rPr lang="en-US" sz="1400" b="0">
                          <a:latin typeface="Calibri Light"/>
                        </a:rPr>
                        <a:t>feature ack (104)</a:t>
                      </a:r>
                      <a:endParaRPr lang="en-US" sz="1400" b="0" dirty="0">
                        <a:latin typeface="Calibri Light"/>
                      </a:endParaRPr>
                    </a:p>
                  </a:txBody>
                  <a:tcPr anchor="ctr"/>
                </a:tc>
                <a:tc>
                  <a:txBody>
                    <a:bodyPr/>
                    <a:lstStyle/>
                    <a:p>
                      <a:pPr lvl="0" algn="l">
                        <a:buNone/>
                      </a:pPr>
                      <a:r>
                        <a:rPr lang="en-US" sz="1400" b="0">
                          <a:latin typeface="Calibri Light"/>
                        </a:rPr>
                        <a:t>Someone tried to control AC with manual remote</a:t>
                      </a:r>
                      <a:endParaRPr lang="en-US" sz="1400" b="0" dirty="0">
                        <a:latin typeface="Calibri Light"/>
                      </a:endParaRPr>
                    </a:p>
                  </a:txBody>
                  <a:tcPr anchor="ctr"/>
                </a:tc>
                <a:extLst>
                  <a:ext uri="{0D108BD9-81ED-4DB2-BD59-A6C34878D82A}">
                    <a16:rowId xmlns:a16="http://schemas.microsoft.com/office/drawing/2014/main" val="1833775354"/>
                  </a:ext>
                </a:extLst>
              </a:tr>
              <a:tr h="370838">
                <a:tc>
                  <a:txBody>
                    <a:bodyPr/>
                    <a:lstStyle/>
                    <a:p>
                      <a:pPr lvl="0" algn="l">
                        <a:buNone/>
                      </a:pPr>
                      <a:r>
                        <a:rPr lang="en-US" sz="1400" b="0">
                          <a:latin typeface="Calibri Light"/>
                        </a:rPr>
                        <a:t>Reconfiguration ack (105)</a:t>
                      </a:r>
                      <a:endParaRPr lang="en-US" sz="1400" b="0" dirty="0">
                        <a:latin typeface="Calibri Light"/>
                      </a:endParaRPr>
                    </a:p>
                  </a:txBody>
                  <a:tcPr anchor="ctr"/>
                </a:tc>
                <a:tc>
                  <a:txBody>
                    <a:bodyPr/>
                    <a:lstStyle/>
                    <a:p>
                      <a:pPr lvl="0" algn="l">
                        <a:buNone/>
                      </a:pPr>
                      <a:r>
                        <a:rPr lang="en-US" sz="1400" b="0">
                          <a:latin typeface="Calibri Light"/>
                        </a:rPr>
                        <a:t>Node received reconfiguration packet from Gateway</a:t>
                      </a:r>
                      <a:endParaRPr lang="en-US" sz="1400" b="0" dirty="0">
                        <a:latin typeface="Calibri Light"/>
                      </a:endParaRPr>
                    </a:p>
                  </a:txBody>
                  <a:tcPr anchor="ctr"/>
                </a:tc>
                <a:extLst>
                  <a:ext uri="{0D108BD9-81ED-4DB2-BD59-A6C34878D82A}">
                    <a16:rowId xmlns:a16="http://schemas.microsoft.com/office/drawing/2014/main" val="2419422326"/>
                  </a:ext>
                </a:extLst>
              </a:tr>
              <a:tr h="370838">
                <a:tc>
                  <a:txBody>
                    <a:bodyPr/>
                    <a:lstStyle/>
                    <a:p>
                      <a:pPr lvl="0" algn="l">
                        <a:lnSpc>
                          <a:spcPct val="100000"/>
                        </a:lnSpc>
                        <a:spcBef>
                          <a:spcPts val="0"/>
                        </a:spcBef>
                        <a:spcAft>
                          <a:spcPts val="0"/>
                        </a:spcAft>
                        <a:buNone/>
                      </a:pPr>
                      <a:r>
                        <a:rPr lang="en-US" sz="1400" b="0" i="0" u="none" strike="noStrike" noProof="0" dirty="0">
                          <a:solidFill>
                            <a:srgbClr val="000000"/>
                          </a:solidFill>
                          <a:latin typeface="Calibri Light"/>
                        </a:rPr>
                        <a:t>Temperature </a:t>
                      </a:r>
                      <a:r>
                        <a:rPr lang="en-US" sz="1400" b="0" i="0" u="none" strike="noStrike" noProof="0">
                          <a:solidFill>
                            <a:srgbClr val="000000"/>
                          </a:solidFill>
                          <a:latin typeface="Calibri Light"/>
                        </a:rPr>
                        <a:t>data ack (106)</a:t>
                      </a:r>
                      <a:endParaRPr lang="en-US" sz="1400" b="0" dirty="0">
                        <a:latin typeface="Calibri Light"/>
                      </a:endParaRPr>
                    </a:p>
                  </a:txBody>
                  <a:tcPr anchor="ctr"/>
                </a:tc>
                <a:tc>
                  <a:txBody>
                    <a:bodyPr/>
                    <a:lstStyle/>
                    <a:p>
                      <a:pPr lvl="0" algn="l">
                        <a:lnSpc>
                          <a:spcPct val="100000"/>
                        </a:lnSpc>
                        <a:spcBef>
                          <a:spcPts val="0"/>
                        </a:spcBef>
                        <a:spcAft>
                          <a:spcPts val="0"/>
                        </a:spcAft>
                        <a:buNone/>
                      </a:pPr>
                      <a:r>
                        <a:rPr lang="en-US" sz="1400" b="0">
                          <a:latin typeface="Calibri Light"/>
                        </a:rPr>
                        <a:t>Periodically send temperature data retrieved from sensor on Node</a:t>
                      </a:r>
                      <a:endParaRPr lang="en-US" sz="1400" b="0" dirty="0">
                        <a:latin typeface="Calibri Light"/>
                      </a:endParaRPr>
                    </a:p>
                  </a:txBody>
                  <a:tcPr anchor="ctr"/>
                </a:tc>
                <a:extLst>
                  <a:ext uri="{0D108BD9-81ED-4DB2-BD59-A6C34878D82A}">
                    <a16:rowId xmlns:a16="http://schemas.microsoft.com/office/drawing/2014/main" val="436372241"/>
                  </a:ext>
                </a:extLst>
              </a:tr>
              <a:tr h="370838">
                <a:tc>
                  <a:txBody>
                    <a:bodyPr/>
                    <a:lstStyle/>
                    <a:p>
                      <a:pPr lvl="0" algn="l">
                        <a:buNone/>
                      </a:pPr>
                      <a:r>
                        <a:rPr lang="en-US" sz="1400" b="0" dirty="0">
                          <a:latin typeface="Calibri Light"/>
                        </a:rPr>
                        <a:t>Publish </a:t>
                      </a:r>
                      <a:r>
                        <a:rPr lang="en-US" sz="1400" b="0">
                          <a:latin typeface="Calibri Light"/>
                        </a:rPr>
                        <a:t>configuration ack (107)</a:t>
                      </a:r>
                      <a:endParaRPr lang="en-US" sz="1400" b="0" dirty="0">
                        <a:latin typeface="Calibri Light"/>
                      </a:endParaRPr>
                    </a:p>
                  </a:txBody>
                  <a:tcPr anchor="ctr"/>
                </a:tc>
                <a:tc>
                  <a:txBody>
                    <a:bodyPr/>
                    <a:lstStyle/>
                    <a:p>
                      <a:pPr lvl="0" algn="l">
                        <a:buNone/>
                      </a:pPr>
                      <a:r>
                        <a:rPr lang="en-US" sz="1400" b="0">
                          <a:latin typeface="Calibri Light"/>
                        </a:rPr>
                        <a:t>Node received Publish configuration packet from Gateway</a:t>
                      </a:r>
                      <a:endParaRPr lang="en-US" sz="1400" b="0" dirty="0">
                        <a:latin typeface="Calibri Light"/>
                      </a:endParaRPr>
                    </a:p>
                  </a:txBody>
                  <a:tcPr anchor="ctr"/>
                </a:tc>
                <a:extLst>
                  <a:ext uri="{0D108BD9-81ED-4DB2-BD59-A6C34878D82A}">
                    <a16:rowId xmlns:a16="http://schemas.microsoft.com/office/drawing/2014/main" val="2127738465"/>
                  </a:ext>
                </a:extLst>
              </a:tr>
              <a:tr h="370838">
                <a:tc>
                  <a:txBody>
                    <a:bodyPr/>
                    <a:lstStyle/>
                    <a:p>
                      <a:pPr lvl="0" algn="l">
                        <a:buNone/>
                      </a:pPr>
                      <a:r>
                        <a:rPr lang="en-US" sz="1400" b="0" dirty="0">
                          <a:latin typeface="Calibri Light"/>
                        </a:rPr>
                        <a:t>Heartbeat </a:t>
                      </a:r>
                      <a:r>
                        <a:rPr lang="en-US" sz="1400" b="0">
                          <a:latin typeface="Calibri Light"/>
                        </a:rPr>
                        <a:t>message ack (108)</a:t>
                      </a:r>
                      <a:endParaRPr lang="en-US" sz="1400" b="0" dirty="0">
                        <a:latin typeface="Calibri Light"/>
                      </a:endParaRPr>
                    </a:p>
                  </a:txBody>
                  <a:tcPr anchor="ctr"/>
                </a:tc>
                <a:tc>
                  <a:txBody>
                    <a:bodyPr/>
                    <a:lstStyle/>
                    <a:p>
                      <a:pPr lvl="0" algn="l">
                        <a:buNone/>
                      </a:pPr>
                      <a:r>
                        <a:rPr lang="en-US" sz="1400" b="0">
                          <a:latin typeface="Calibri Light"/>
                        </a:rPr>
                        <a:t>Periodically send HB messages to Gateway</a:t>
                      </a:r>
                      <a:endParaRPr lang="en-US" sz="1400" b="0" dirty="0">
                        <a:latin typeface="Calibri Light"/>
                      </a:endParaRPr>
                    </a:p>
                  </a:txBody>
                  <a:tcPr anchor="ctr"/>
                </a:tc>
                <a:extLst>
                  <a:ext uri="{0D108BD9-81ED-4DB2-BD59-A6C34878D82A}">
                    <a16:rowId xmlns:a16="http://schemas.microsoft.com/office/drawing/2014/main" val="1499442402"/>
                  </a:ext>
                </a:extLst>
              </a:tr>
              <a:tr h="370838">
                <a:tc>
                  <a:txBody>
                    <a:bodyPr/>
                    <a:lstStyle/>
                    <a:p>
                      <a:pPr lvl="0" algn="l">
                        <a:buNone/>
                      </a:pPr>
                      <a:r>
                        <a:rPr lang="en-US" sz="1400" b="0">
                          <a:latin typeface="Calibri Light"/>
                        </a:rPr>
                        <a:t>Heartbeat configuration ack (200)</a:t>
                      </a:r>
                      <a:endParaRPr lang="en-US" sz="1400" b="0" dirty="0">
                        <a:latin typeface="Calibri Light"/>
                      </a:endParaRPr>
                    </a:p>
                  </a:txBody>
                  <a:tcPr anchor="ctr"/>
                </a:tc>
                <a:tc>
                  <a:txBody>
                    <a:bodyPr/>
                    <a:lstStyle/>
                    <a:p>
                      <a:pPr lvl="0" algn="l">
                        <a:buNone/>
                      </a:pPr>
                      <a:r>
                        <a:rPr lang="en-US" sz="1400" b="0">
                          <a:latin typeface="Calibri Light"/>
                        </a:rPr>
                        <a:t>Node received Heartbeat configuration packet from Gateway</a:t>
                      </a:r>
                      <a:endParaRPr lang="en-US" sz="1400" b="0" dirty="0">
                        <a:latin typeface="Calibri Light"/>
                      </a:endParaRPr>
                    </a:p>
                  </a:txBody>
                  <a:tcPr anchor="ctr"/>
                </a:tc>
                <a:extLst>
                  <a:ext uri="{0D108BD9-81ED-4DB2-BD59-A6C34878D82A}">
                    <a16:rowId xmlns:a16="http://schemas.microsoft.com/office/drawing/2014/main" val="4185092020"/>
                  </a:ext>
                </a:extLst>
              </a:tr>
            </a:tbl>
          </a:graphicData>
        </a:graphic>
      </p:graphicFrame>
      <p:sp>
        <p:nvSpPr>
          <p:cNvPr id="3" name="Rectangle 2">
            <a:extLst>
              <a:ext uri="{FF2B5EF4-FFF2-40B4-BE49-F238E27FC236}">
                <a16:creationId xmlns:a16="http://schemas.microsoft.com/office/drawing/2014/main" id="{4AF74E5E-55B7-0076-C51D-6D370D173FDE}"/>
              </a:ext>
            </a:extLst>
          </p:cNvPr>
          <p:cNvSpPr/>
          <p:nvPr/>
        </p:nvSpPr>
        <p:spPr>
          <a:xfrm>
            <a:off x="371475" y="646900"/>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a:t>Packet name (JSON packet ID)</a:t>
            </a:r>
            <a:endParaRPr lang="en-US" dirty="0"/>
          </a:p>
        </p:txBody>
      </p:sp>
    </p:spTree>
    <p:extLst>
      <p:ext uri="{BB962C8B-B14F-4D97-AF65-F5344CB8AC3E}">
        <p14:creationId xmlns:p14="http://schemas.microsoft.com/office/powerpoint/2010/main" val="1894512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32155-BA8D-F766-984F-BE6BAF66962A}"/>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D6A802B-E87C-4F53-0AFD-95EFDC9E2783}"/>
              </a:ext>
            </a:extLst>
          </p:cNvPr>
          <p:cNvSpPr/>
          <p:nvPr/>
        </p:nvSpPr>
        <p:spPr>
          <a:xfrm>
            <a:off x="371475" y="263525"/>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PROCESS FLOW DIAGRAM</a:t>
            </a:r>
          </a:p>
        </p:txBody>
      </p:sp>
      <p:grpSp>
        <p:nvGrpSpPr>
          <p:cNvPr id="13" name="Group 12">
            <a:extLst>
              <a:ext uri="{FF2B5EF4-FFF2-40B4-BE49-F238E27FC236}">
                <a16:creationId xmlns:a16="http://schemas.microsoft.com/office/drawing/2014/main" id="{0C2EED68-78FC-186E-6043-762C4C1E3CCF}"/>
              </a:ext>
            </a:extLst>
          </p:cNvPr>
          <p:cNvGrpSpPr/>
          <p:nvPr/>
        </p:nvGrpSpPr>
        <p:grpSpPr>
          <a:xfrm>
            <a:off x="371475" y="958850"/>
            <a:ext cx="11430000" cy="5553075"/>
            <a:chOff x="371475" y="958850"/>
            <a:chExt cx="11430000" cy="5553075"/>
          </a:xfrm>
        </p:grpSpPr>
        <p:sp>
          <p:nvSpPr>
            <p:cNvPr id="5" name="Rectangle 4">
              <a:extLst>
                <a:ext uri="{FF2B5EF4-FFF2-40B4-BE49-F238E27FC236}">
                  <a16:creationId xmlns:a16="http://schemas.microsoft.com/office/drawing/2014/main" id="{3BBEB517-E46A-A562-E805-C3A8B6C38001}"/>
                </a:ext>
              </a:extLst>
            </p:cNvPr>
            <p:cNvSpPr/>
            <p:nvPr/>
          </p:nvSpPr>
          <p:spPr>
            <a:xfrm>
              <a:off x="371475" y="958850"/>
              <a:ext cx="11430000" cy="555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56634C12-44AF-AFF2-9673-ABE085A3E14E}"/>
                </a:ext>
              </a:extLst>
            </p:cNvPr>
            <p:cNvCxnSpPr/>
            <p:nvPr/>
          </p:nvCxnSpPr>
          <p:spPr>
            <a:xfrm>
              <a:off x="742950" y="958850"/>
              <a:ext cx="0" cy="55530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17" name="Rectangle 16">
            <a:extLst>
              <a:ext uri="{FF2B5EF4-FFF2-40B4-BE49-F238E27FC236}">
                <a16:creationId xmlns:a16="http://schemas.microsoft.com/office/drawing/2014/main" id="{4DA4A488-04FF-57CD-42B6-6C85E797F40E}"/>
              </a:ext>
            </a:extLst>
          </p:cNvPr>
          <p:cNvSpPr/>
          <p:nvPr/>
        </p:nvSpPr>
        <p:spPr>
          <a:xfrm>
            <a:off x="1045614" y="1672011"/>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scans QR code on the Gateway device with mobile app. </a:t>
            </a:r>
            <a:r>
              <a:rPr lang="en-IN" sz="1000">
                <a:solidFill>
                  <a:schemeClr val="tx1"/>
                </a:solidFill>
                <a:hlinkClick r:id="rId2" action="ppaction://hlinksldjump"/>
              </a:rPr>
              <a:t>Registration packet </a:t>
            </a:r>
            <a:r>
              <a:rPr lang="en-IN" sz="1000">
                <a:solidFill>
                  <a:schemeClr val="tx1"/>
                </a:solidFill>
              </a:rPr>
              <a:t>with Gateway details gets sent.</a:t>
            </a:r>
          </a:p>
        </p:txBody>
      </p:sp>
      <p:sp>
        <p:nvSpPr>
          <p:cNvPr id="18" name="Rectangle 17">
            <a:extLst>
              <a:ext uri="{FF2B5EF4-FFF2-40B4-BE49-F238E27FC236}">
                <a16:creationId xmlns:a16="http://schemas.microsoft.com/office/drawing/2014/main" id="{AAE64B20-B29D-C301-2E97-947AC30A7896}"/>
              </a:ext>
            </a:extLst>
          </p:cNvPr>
          <p:cNvSpPr/>
          <p:nvPr/>
        </p:nvSpPr>
        <p:spPr>
          <a:xfrm>
            <a:off x="1045614" y="4610972"/>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Registration packet is received. Gateway is added into network</a:t>
            </a:r>
          </a:p>
        </p:txBody>
      </p:sp>
      <p:cxnSp>
        <p:nvCxnSpPr>
          <p:cNvPr id="23" name="Straight Arrow Connector 22">
            <a:extLst>
              <a:ext uri="{FF2B5EF4-FFF2-40B4-BE49-F238E27FC236}">
                <a16:creationId xmlns:a16="http://schemas.microsoft.com/office/drawing/2014/main" id="{24D2F701-E8E3-E3C8-94BD-98FFEE4C1EDF}"/>
              </a:ext>
            </a:extLst>
          </p:cNvPr>
          <p:cNvCxnSpPr>
            <a:cxnSpLocks/>
            <a:stCxn id="17" idx="2"/>
            <a:endCxn id="18" idx="0"/>
          </p:cNvCxnSpPr>
          <p:nvPr/>
        </p:nvCxnSpPr>
        <p:spPr>
          <a:xfrm flipH="1">
            <a:off x="1750464" y="2857018"/>
            <a:ext cx="1" cy="17539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Rectangle 35">
            <a:extLst>
              <a:ext uri="{FF2B5EF4-FFF2-40B4-BE49-F238E27FC236}">
                <a16:creationId xmlns:a16="http://schemas.microsoft.com/office/drawing/2014/main" id="{49AEC676-158E-7995-6D53-1F7D7D6FA513}"/>
              </a:ext>
            </a:extLst>
          </p:cNvPr>
          <p:cNvSpPr/>
          <p:nvPr/>
        </p:nvSpPr>
        <p:spPr>
          <a:xfrm>
            <a:off x="2695576" y="1672011"/>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about the registration status.</a:t>
            </a:r>
          </a:p>
        </p:txBody>
      </p:sp>
      <p:sp>
        <p:nvSpPr>
          <p:cNvPr id="37" name="Rectangle 36">
            <a:extLst>
              <a:ext uri="{FF2B5EF4-FFF2-40B4-BE49-F238E27FC236}">
                <a16:creationId xmlns:a16="http://schemas.microsoft.com/office/drawing/2014/main" id="{34C6A774-5A65-1ABD-5F95-DE928EA6EE2A}"/>
              </a:ext>
            </a:extLst>
          </p:cNvPr>
          <p:cNvSpPr/>
          <p:nvPr/>
        </p:nvSpPr>
        <p:spPr>
          <a:xfrm>
            <a:off x="2695576" y="4610972"/>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Registration ack is sent to cloud</a:t>
            </a:r>
          </a:p>
        </p:txBody>
      </p:sp>
      <p:cxnSp>
        <p:nvCxnSpPr>
          <p:cNvPr id="38" name="Straight Arrow Connector 37">
            <a:extLst>
              <a:ext uri="{FF2B5EF4-FFF2-40B4-BE49-F238E27FC236}">
                <a16:creationId xmlns:a16="http://schemas.microsoft.com/office/drawing/2014/main" id="{66FECC12-FE05-8452-368F-6FE20CC67B77}"/>
              </a:ext>
            </a:extLst>
          </p:cNvPr>
          <p:cNvCxnSpPr>
            <a:cxnSpLocks/>
            <a:stCxn id="37" idx="0"/>
            <a:endCxn id="36" idx="2"/>
          </p:cNvCxnSpPr>
          <p:nvPr/>
        </p:nvCxnSpPr>
        <p:spPr>
          <a:xfrm flipV="1">
            <a:off x="3400426" y="2857018"/>
            <a:ext cx="1" cy="17539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9" name="Connector: Elbow 48">
            <a:extLst>
              <a:ext uri="{FF2B5EF4-FFF2-40B4-BE49-F238E27FC236}">
                <a16:creationId xmlns:a16="http://schemas.microsoft.com/office/drawing/2014/main" id="{1EE55F19-C7AD-8095-0E4B-55CD53A4917D}"/>
              </a:ext>
            </a:extLst>
          </p:cNvPr>
          <p:cNvCxnSpPr>
            <a:stCxn id="18" idx="2"/>
            <a:endCxn id="37" idx="2"/>
          </p:cNvCxnSpPr>
          <p:nvPr/>
        </p:nvCxnSpPr>
        <p:spPr>
          <a:xfrm rot="16200000" flipH="1">
            <a:off x="2575445" y="4647572"/>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D85DD374-9516-7590-3657-F0FB808C77D7}"/>
              </a:ext>
            </a:extLst>
          </p:cNvPr>
          <p:cNvSpPr/>
          <p:nvPr/>
        </p:nvSpPr>
        <p:spPr>
          <a:xfrm>
            <a:off x="371475" y="642485"/>
            <a:ext cx="11429999" cy="325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2" name="Straight Connector 71">
            <a:extLst>
              <a:ext uri="{FF2B5EF4-FFF2-40B4-BE49-F238E27FC236}">
                <a16:creationId xmlns:a16="http://schemas.microsoft.com/office/drawing/2014/main" id="{22700660-D2AF-6EA4-45D2-736C1763EF12}"/>
              </a:ext>
            </a:extLst>
          </p:cNvPr>
          <p:cNvCxnSpPr/>
          <p:nvPr/>
        </p:nvCxnSpPr>
        <p:spPr>
          <a:xfrm>
            <a:off x="4552950" y="651899"/>
            <a:ext cx="0" cy="5867030"/>
          </a:xfrm>
          <a:prstGeom prst="line">
            <a:avLst/>
          </a:prstGeom>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DEF053A3-8407-6857-41F2-CF70FB1B6BF5}"/>
              </a:ext>
            </a:extLst>
          </p:cNvPr>
          <p:cNvSpPr/>
          <p:nvPr/>
        </p:nvSpPr>
        <p:spPr>
          <a:xfrm>
            <a:off x="1627387" y="675524"/>
            <a:ext cx="1887099"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Gateway Registration</a:t>
            </a:r>
          </a:p>
        </p:txBody>
      </p:sp>
      <p:sp>
        <p:nvSpPr>
          <p:cNvPr id="2" name="Rectangle 1">
            <a:extLst>
              <a:ext uri="{FF2B5EF4-FFF2-40B4-BE49-F238E27FC236}">
                <a16:creationId xmlns:a16="http://schemas.microsoft.com/office/drawing/2014/main" id="{7D0D34F7-9759-FBAA-7064-554F9BAC1CC3}"/>
              </a:ext>
            </a:extLst>
          </p:cNvPr>
          <p:cNvSpPr/>
          <p:nvPr/>
        </p:nvSpPr>
        <p:spPr>
          <a:xfrm>
            <a:off x="6374745" y="4595660"/>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000">
                <a:solidFill>
                  <a:schemeClr val="tx1"/>
                </a:solidFill>
              </a:rPr>
              <a:t>Configuration status ack is sent to cloud</a:t>
            </a:r>
          </a:p>
        </p:txBody>
      </p:sp>
      <p:sp>
        <p:nvSpPr>
          <p:cNvPr id="3" name="Rectangle 2">
            <a:extLst>
              <a:ext uri="{FF2B5EF4-FFF2-40B4-BE49-F238E27FC236}">
                <a16:creationId xmlns:a16="http://schemas.microsoft.com/office/drawing/2014/main" id="{D554A6BD-896F-55A7-290A-88C08B693603}"/>
              </a:ext>
            </a:extLst>
          </p:cNvPr>
          <p:cNvSpPr/>
          <p:nvPr/>
        </p:nvSpPr>
        <p:spPr>
          <a:xfrm>
            <a:off x="6374743" y="1695696"/>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Users gets notified regarding the </a:t>
            </a:r>
            <a:r>
              <a:rPr lang="en-IN" sz="1000">
                <a:solidFill>
                  <a:schemeClr val="tx1"/>
                </a:solidFill>
                <a:hlinkClick r:id="rId3" action="ppaction://hlinksldjump"/>
              </a:rPr>
              <a:t>configuration status </a:t>
            </a:r>
            <a:r>
              <a:rPr lang="en-IN" sz="1000">
                <a:solidFill>
                  <a:schemeClr val="tx1"/>
                </a:solidFill>
              </a:rPr>
              <a:t>of the Gateway.</a:t>
            </a:r>
          </a:p>
        </p:txBody>
      </p:sp>
      <p:cxnSp>
        <p:nvCxnSpPr>
          <p:cNvPr id="4" name="Straight Arrow Connector 3">
            <a:extLst>
              <a:ext uri="{FF2B5EF4-FFF2-40B4-BE49-F238E27FC236}">
                <a16:creationId xmlns:a16="http://schemas.microsoft.com/office/drawing/2014/main" id="{2A492341-64F0-1308-45EC-EBA870773057}"/>
              </a:ext>
            </a:extLst>
          </p:cNvPr>
          <p:cNvCxnSpPr>
            <a:cxnSpLocks/>
            <a:stCxn id="2" idx="0"/>
            <a:endCxn id="3" idx="2"/>
          </p:cNvCxnSpPr>
          <p:nvPr/>
        </p:nvCxnSpPr>
        <p:spPr>
          <a:xfrm flipH="1" flipV="1">
            <a:off x="7079594" y="2880703"/>
            <a:ext cx="1" cy="17149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4E736764-82BB-04CA-FE2B-5D9594951BDA}"/>
              </a:ext>
            </a:extLst>
          </p:cNvPr>
          <p:cNvSpPr/>
          <p:nvPr/>
        </p:nvSpPr>
        <p:spPr>
          <a:xfrm>
            <a:off x="5310971" y="684402"/>
            <a:ext cx="1976963"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Gateway Configuration</a:t>
            </a:r>
          </a:p>
        </p:txBody>
      </p:sp>
      <p:cxnSp>
        <p:nvCxnSpPr>
          <p:cNvPr id="20" name="Straight Connector 19">
            <a:extLst>
              <a:ext uri="{FF2B5EF4-FFF2-40B4-BE49-F238E27FC236}">
                <a16:creationId xmlns:a16="http://schemas.microsoft.com/office/drawing/2014/main" id="{32C632ED-59AF-EC06-E2EA-4FDF811549A7}"/>
              </a:ext>
            </a:extLst>
          </p:cNvPr>
          <p:cNvCxnSpPr/>
          <p:nvPr/>
        </p:nvCxnSpPr>
        <p:spPr>
          <a:xfrm>
            <a:off x="8039100" y="633607"/>
            <a:ext cx="0" cy="5885322"/>
          </a:xfrm>
          <a:prstGeom prst="line">
            <a:avLst/>
          </a:prstGeom>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82354B0D-FDE9-A005-526A-195FCAC6CAE4}"/>
              </a:ext>
            </a:extLst>
          </p:cNvPr>
          <p:cNvSpPr/>
          <p:nvPr/>
        </p:nvSpPr>
        <p:spPr>
          <a:xfrm>
            <a:off x="4724783" y="4604142"/>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Registered gateway will listen for supported AC remotes’s button press. </a:t>
            </a:r>
          </a:p>
        </p:txBody>
      </p:sp>
      <p:cxnSp>
        <p:nvCxnSpPr>
          <p:cNvPr id="22" name="Connector: Elbow 21">
            <a:extLst>
              <a:ext uri="{FF2B5EF4-FFF2-40B4-BE49-F238E27FC236}">
                <a16:creationId xmlns:a16="http://schemas.microsoft.com/office/drawing/2014/main" id="{D2832F77-582E-1DFB-A150-96105427E0F4}"/>
              </a:ext>
            </a:extLst>
          </p:cNvPr>
          <p:cNvCxnSpPr/>
          <p:nvPr/>
        </p:nvCxnSpPr>
        <p:spPr>
          <a:xfrm rot="16200000" flipH="1">
            <a:off x="6248264" y="4651311"/>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26" name="Rectangle 25">
            <a:extLst>
              <a:ext uri="{FF2B5EF4-FFF2-40B4-BE49-F238E27FC236}">
                <a16:creationId xmlns:a16="http://schemas.microsoft.com/office/drawing/2014/main" id="{83957946-8AA2-EC11-FD66-794945EFC601}"/>
              </a:ext>
            </a:extLst>
          </p:cNvPr>
          <p:cNvSpPr/>
          <p:nvPr/>
        </p:nvSpPr>
        <p:spPr>
          <a:xfrm>
            <a:off x="9129760" y="657594"/>
            <a:ext cx="1905183"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Gateway Unregistration</a:t>
            </a:r>
            <a:endParaRPr lang="en-IN" sz="1400">
              <a:solidFill>
                <a:schemeClr val="tx1"/>
              </a:solidFill>
              <a:cs typeface="Calibri"/>
            </a:endParaRPr>
          </a:p>
        </p:txBody>
      </p:sp>
      <p:sp>
        <p:nvSpPr>
          <p:cNvPr id="27" name="Rectangle 26">
            <a:extLst>
              <a:ext uri="{FF2B5EF4-FFF2-40B4-BE49-F238E27FC236}">
                <a16:creationId xmlns:a16="http://schemas.microsoft.com/office/drawing/2014/main" id="{A1F78E65-ADAD-161D-CAC5-61BCA821F68B}"/>
              </a:ext>
            </a:extLst>
          </p:cNvPr>
          <p:cNvSpPr/>
          <p:nvPr/>
        </p:nvSpPr>
        <p:spPr>
          <a:xfrm>
            <a:off x="8355171" y="1689939"/>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presses unregister button in the Mobile app for specific Gateway device</a:t>
            </a:r>
          </a:p>
        </p:txBody>
      </p:sp>
      <p:sp>
        <p:nvSpPr>
          <p:cNvPr id="28" name="Rectangle 27">
            <a:extLst>
              <a:ext uri="{FF2B5EF4-FFF2-40B4-BE49-F238E27FC236}">
                <a16:creationId xmlns:a16="http://schemas.microsoft.com/office/drawing/2014/main" id="{6085FBD8-8096-D309-2052-DEB5A5042B10}"/>
              </a:ext>
            </a:extLst>
          </p:cNvPr>
          <p:cNvSpPr/>
          <p:nvPr/>
        </p:nvSpPr>
        <p:spPr>
          <a:xfrm>
            <a:off x="8355171" y="4602007"/>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hlinkClick r:id="rId4" action="ppaction://hlinksldjump"/>
              </a:rPr>
              <a:t>Unregistration packet</a:t>
            </a:r>
            <a:r>
              <a:rPr lang="en-IN" sz="1000">
                <a:solidFill>
                  <a:schemeClr val="tx1"/>
                </a:solidFill>
              </a:rPr>
              <a:t> is received. Gateway is removed from network</a:t>
            </a:r>
          </a:p>
        </p:txBody>
      </p:sp>
      <p:cxnSp>
        <p:nvCxnSpPr>
          <p:cNvPr id="29" name="Straight Arrow Connector 28">
            <a:extLst>
              <a:ext uri="{FF2B5EF4-FFF2-40B4-BE49-F238E27FC236}">
                <a16:creationId xmlns:a16="http://schemas.microsoft.com/office/drawing/2014/main" id="{E7F2F94A-C46B-3178-CB2D-ED5953AA97B7}"/>
              </a:ext>
            </a:extLst>
          </p:cNvPr>
          <p:cNvCxnSpPr>
            <a:cxnSpLocks/>
            <a:stCxn id="27" idx="2"/>
            <a:endCxn id="28" idx="0"/>
          </p:cNvCxnSpPr>
          <p:nvPr/>
        </p:nvCxnSpPr>
        <p:spPr>
          <a:xfrm flipH="1">
            <a:off x="9060021" y="2874946"/>
            <a:ext cx="1" cy="1727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0" name="Rectangle 29">
            <a:extLst>
              <a:ext uri="{FF2B5EF4-FFF2-40B4-BE49-F238E27FC236}">
                <a16:creationId xmlns:a16="http://schemas.microsoft.com/office/drawing/2014/main" id="{7F89039C-7DCE-CE7A-088A-59E0398B674B}"/>
              </a:ext>
            </a:extLst>
          </p:cNvPr>
          <p:cNvSpPr/>
          <p:nvPr/>
        </p:nvSpPr>
        <p:spPr>
          <a:xfrm>
            <a:off x="10005133" y="1689939"/>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about the Unregistration status.</a:t>
            </a:r>
          </a:p>
        </p:txBody>
      </p:sp>
      <p:sp>
        <p:nvSpPr>
          <p:cNvPr id="31" name="Rectangle 30">
            <a:extLst>
              <a:ext uri="{FF2B5EF4-FFF2-40B4-BE49-F238E27FC236}">
                <a16:creationId xmlns:a16="http://schemas.microsoft.com/office/drawing/2014/main" id="{CFDE5571-52CC-BFFF-34C9-AB7ABBB2C93A}"/>
              </a:ext>
            </a:extLst>
          </p:cNvPr>
          <p:cNvSpPr/>
          <p:nvPr/>
        </p:nvSpPr>
        <p:spPr>
          <a:xfrm>
            <a:off x="10005133" y="4602007"/>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Unregistration ack is sent to cloud</a:t>
            </a:r>
          </a:p>
        </p:txBody>
      </p:sp>
      <p:cxnSp>
        <p:nvCxnSpPr>
          <p:cNvPr id="32" name="Connector: Elbow 31">
            <a:extLst>
              <a:ext uri="{FF2B5EF4-FFF2-40B4-BE49-F238E27FC236}">
                <a16:creationId xmlns:a16="http://schemas.microsoft.com/office/drawing/2014/main" id="{AF694003-2F0A-70B5-7537-C62FCC33F1F1}"/>
              </a:ext>
            </a:extLst>
          </p:cNvPr>
          <p:cNvCxnSpPr>
            <a:stCxn id="28" idx="2"/>
            <a:endCxn id="31" idx="2"/>
          </p:cNvCxnSpPr>
          <p:nvPr/>
        </p:nvCxnSpPr>
        <p:spPr>
          <a:xfrm rot="16200000" flipH="1">
            <a:off x="9885002" y="4638607"/>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DD84B9AD-85AB-14CE-9625-00A8547D029D}"/>
              </a:ext>
            </a:extLst>
          </p:cNvPr>
          <p:cNvCxnSpPr/>
          <p:nvPr/>
        </p:nvCxnSpPr>
        <p:spPr>
          <a:xfrm>
            <a:off x="371475" y="3581397"/>
            <a:ext cx="11430000" cy="0"/>
          </a:xfrm>
          <a:prstGeom prst="line">
            <a:avLst/>
          </a:prstGeom>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0B815DBD-50B2-D87E-FD90-A6B84FDE4130}"/>
              </a:ext>
            </a:extLst>
          </p:cNvPr>
          <p:cNvSpPr txBox="1"/>
          <p:nvPr/>
        </p:nvSpPr>
        <p:spPr>
          <a:xfrm rot="16200000">
            <a:off x="-67745" y="2067529"/>
            <a:ext cx="1285875" cy="369332"/>
          </a:xfrm>
          <a:prstGeom prst="rect">
            <a:avLst/>
          </a:prstGeom>
          <a:noFill/>
        </p:spPr>
        <p:txBody>
          <a:bodyPr wrap="square" rtlCol="0">
            <a:spAutoFit/>
          </a:bodyPr>
          <a:lstStyle/>
          <a:p>
            <a:pPr algn="ctr"/>
            <a:r>
              <a:rPr lang="en-IN"/>
              <a:t>Cloud</a:t>
            </a:r>
          </a:p>
        </p:txBody>
      </p:sp>
      <p:sp>
        <p:nvSpPr>
          <p:cNvPr id="25" name="TextBox 24">
            <a:extLst>
              <a:ext uri="{FF2B5EF4-FFF2-40B4-BE49-F238E27FC236}">
                <a16:creationId xmlns:a16="http://schemas.microsoft.com/office/drawing/2014/main" id="{5BA935F2-974D-0007-62B0-D0ADF06F9EE6}"/>
              </a:ext>
            </a:extLst>
          </p:cNvPr>
          <p:cNvSpPr txBox="1"/>
          <p:nvPr/>
        </p:nvSpPr>
        <p:spPr>
          <a:xfrm rot="16200000">
            <a:off x="-84654" y="4823684"/>
            <a:ext cx="1285875" cy="369332"/>
          </a:xfrm>
          <a:prstGeom prst="rect">
            <a:avLst/>
          </a:prstGeom>
          <a:noFill/>
        </p:spPr>
        <p:txBody>
          <a:bodyPr wrap="square" rtlCol="0">
            <a:spAutoFit/>
          </a:bodyPr>
          <a:lstStyle/>
          <a:p>
            <a:pPr algn="ctr"/>
            <a:r>
              <a:rPr lang="en-IN"/>
              <a:t>Gateway</a:t>
            </a:r>
          </a:p>
        </p:txBody>
      </p:sp>
      <p:cxnSp>
        <p:nvCxnSpPr>
          <p:cNvPr id="35" name="Straight Arrow Connector 34">
            <a:extLst>
              <a:ext uri="{FF2B5EF4-FFF2-40B4-BE49-F238E27FC236}">
                <a16:creationId xmlns:a16="http://schemas.microsoft.com/office/drawing/2014/main" id="{D27D3C8B-5A03-71F9-CCD7-4D54F7713BCA}"/>
              </a:ext>
            </a:extLst>
          </p:cNvPr>
          <p:cNvCxnSpPr>
            <a:cxnSpLocks/>
            <a:stCxn id="31" idx="0"/>
            <a:endCxn id="30" idx="2"/>
          </p:cNvCxnSpPr>
          <p:nvPr/>
        </p:nvCxnSpPr>
        <p:spPr>
          <a:xfrm flipV="1">
            <a:off x="10709983" y="2874946"/>
            <a:ext cx="1" cy="17270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472110CD-846C-2A2A-3937-2900F9CBB1AB}"/>
              </a:ext>
            </a:extLst>
          </p:cNvPr>
          <p:cNvSpPr/>
          <p:nvPr/>
        </p:nvSpPr>
        <p:spPr>
          <a:xfrm>
            <a:off x="8519634" y="6042493"/>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LED indication : BLUE + RED toggle</a:t>
            </a:r>
          </a:p>
        </p:txBody>
      </p:sp>
      <p:sp>
        <p:nvSpPr>
          <p:cNvPr id="9" name="Rectangle 8">
            <a:extLst>
              <a:ext uri="{FF2B5EF4-FFF2-40B4-BE49-F238E27FC236}">
                <a16:creationId xmlns:a16="http://schemas.microsoft.com/office/drawing/2014/main" id="{2258F90A-958C-8817-28BD-C40D04E01827}"/>
              </a:ext>
            </a:extLst>
          </p:cNvPr>
          <p:cNvSpPr/>
          <p:nvPr/>
        </p:nvSpPr>
        <p:spPr>
          <a:xfrm>
            <a:off x="1178557" y="106036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JsonPacketId : 0 </a:t>
            </a:r>
          </a:p>
        </p:txBody>
      </p:sp>
      <p:sp>
        <p:nvSpPr>
          <p:cNvPr id="10" name="Rectangle 9">
            <a:extLst>
              <a:ext uri="{FF2B5EF4-FFF2-40B4-BE49-F238E27FC236}">
                <a16:creationId xmlns:a16="http://schemas.microsoft.com/office/drawing/2014/main" id="{34F76954-24A4-107B-CDB9-66E9BED2C80A}"/>
              </a:ext>
            </a:extLst>
          </p:cNvPr>
          <p:cNvSpPr/>
          <p:nvPr/>
        </p:nvSpPr>
        <p:spPr>
          <a:xfrm>
            <a:off x="4849339" y="105880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1</a:t>
            </a:r>
          </a:p>
        </p:txBody>
      </p:sp>
      <p:sp>
        <p:nvSpPr>
          <p:cNvPr id="14" name="Rectangle 13">
            <a:extLst>
              <a:ext uri="{FF2B5EF4-FFF2-40B4-BE49-F238E27FC236}">
                <a16:creationId xmlns:a16="http://schemas.microsoft.com/office/drawing/2014/main" id="{95FA096D-6FB2-3F54-6232-44FE5557D2ED}"/>
              </a:ext>
            </a:extLst>
          </p:cNvPr>
          <p:cNvSpPr/>
          <p:nvPr/>
        </p:nvSpPr>
        <p:spPr>
          <a:xfrm>
            <a:off x="8604480" y="1070361"/>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2</a:t>
            </a:r>
          </a:p>
        </p:txBody>
      </p:sp>
    </p:spTree>
    <p:extLst>
      <p:ext uri="{BB962C8B-B14F-4D97-AF65-F5344CB8AC3E}">
        <p14:creationId xmlns:p14="http://schemas.microsoft.com/office/powerpoint/2010/main" val="16718633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7EE70-6AD5-98EB-71D9-425654CBDE8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F3E7D42-E178-A862-565A-8A95F3FDB420}"/>
              </a:ext>
            </a:extLst>
          </p:cNvPr>
          <p:cNvSpPr/>
          <p:nvPr/>
        </p:nvSpPr>
        <p:spPr>
          <a:xfrm>
            <a:off x="371475" y="263525"/>
            <a:ext cx="11439292" cy="370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PROCESS FLOW DIAGRAM</a:t>
            </a:r>
          </a:p>
        </p:txBody>
      </p:sp>
      <p:grpSp>
        <p:nvGrpSpPr>
          <p:cNvPr id="13" name="Group 12">
            <a:extLst>
              <a:ext uri="{FF2B5EF4-FFF2-40B4-BE49-F238E27FC236}">
                <a16:creationId xmlns:a16="http://schemas.microsoft.com/office/drawing/2014/main" id="{2AC751F2-4EA1-6099-44CC-2F5009597360}"/>
              </a:ext>
            </a:extLst>
          </p:cNvPr>
          <p:cNvGrpSpPr/>
          <p:nvPr/>
        </p:nvGrpSpPr>
        <p:grpSpPr>
          <a:xfrm>
            <a:off x="371475" y="958850"/>
            <a:ext cx="11430000" cy="5553075"/>
            <a:chOff x="371475" y="958850"/>
            <a:chExt cx="11430000" cy="5553075"/>
          </a:xfrm>
        </p:grpSpPr>
        <p:sp>
          <p:nvSpPr>
            <p:cNvPr id="5" name="Rectangle 4">
              <a:extLst>
                <a:ext uri="{FF2B5EF4-FFF2-40B4-BE49-F238E27FC236}">
                  <a16:creationId xmlns:a16="http://schemas.microsoft.com/office/drawing/2014/main" id="{9B6F5B9D-A343-42E6-DDDE-02967F4078ED}"/>
                </a:ext>
              </a:extLst>
            </p:cNvPr>
            <p:cNvSpPr/>
            <p:nvPr/>
          </p:nvSpPr>
          <p:spPr>
            <a:xfrm>
              <a:off x="371475" y="958850"/>
              <a:ext cx="11430000" cy="555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52D7B34D-5A99-19A4-BFCF-4E6E5DD08C25}"/>
                </a:ext>
              </a:extLst>
            </p:cNvPr>
            <p:cNvCxnSpPr/>
            <p:nvPr/>
          </p:nvCxnSpPr>
          <p:spPr>
            <a:xfrm>
              <a:off x="742950" y="958850"/>
              <a:ext cx="0" cy="55530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6FCFFFBB-FD12-BCE3-AC08-0B6348B28DB2}"/>
              </a:ext>
            </a:extLst>
          </p:cNvPr>
          <p:cNvSpPr/>
          <p:nvPr/>
        </p:nvSpPr>
        <p:spPr>
          <a:xfrm>
            <a:off x="1113886" y="1582365"/>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inputs AC control setting in the app for a particular Node and presses the control button. </a:t>
            </a:r>
            <a:r>
              <a:rPr lang="en-IN" sz="1000">
                <a:solidFill>
                  <a:schemeClr val="tx1"/>
                </a:solidFill>
                <a:hlinkClick r:id="rId3" action="ppaction://hlinksldjump"/>
              </a:rPr>
              <a:t>Control packet </a:t>
            </a:r>
            <a:r>
              <a:rPr lang="en-IN" sz="1000">
                <a:solidFill>
                  <a:schemeClr val="tx1"/>
                </a:solidFill>
              </a:rPr>
              <a:t>gets sent from cloud</a:t>
            </a:r>
          </a:p>
        </p:txBody>
      </p:sp>
      <p:sp>
        <p:nvSpPr>
          <p:cNvPr id="3" name="Rectangle 2">
            <a:extLst>
              <a:ext uri="{FF2B5EF4-FFF2-40B4-BE49-F238E27FC236}">
                <a16:creationId xmlns:a16="http://schemas.microsoft.com/office/drawing/2014/main" id="{D36AD96A-B6B6-4FBD-CB1C-4FBBC8F5FED1}"/>
              </a:ext>
            </a:extLst>
          </p:cNvPr>
          <p:cNvSpPr/>
          <p:nvPr/>
        </p:nvSpPr>
        <p:spPr>
          <a:xfrm>
            <a:off x="1113886" y="4619938"/>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Control packet is received and validated</a:t>
            </a:r>
          </a:p>
        </p:txBody>
      </p:sp>
      <p:cxnSp>
        <p:nvCxnSpPr>
          <p:cNvPr id="4" name="Straight Arrow Connector 3">
            <a:extLst>
              <a:ext uri="{FF2B5EF4-FFF2-40B4-BE49-F238E27FC236}">
                <a16:creationId xmlns:a16="http://schemas.microsoft.com/office/drawing/2014/main" id="{DB082AC6-1C30-8920-3AA8-2DFF11246A9D}"/>
              </a:ext>
            </a:extLst>
          </p:cNvPr>
          <p:cNvCxnSpPr>
            <a:cxnSpLocks/>
            <a:stCxn id="2" idx="2"/>
            <a:endCxn id="3" idx="0"/>
          </p:cNvCxnSpPr>
          <p:nvPr/>
        </p:nvCxnSpPr>
        <p:spPr>
          <a:xfrm flipH="1">
            <a:off x="1818736" y="2767372"/>
            <a:ext cx="1" cy="1852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A7EBC4B6-2074-EFA3-D290-302136BB0427}"/>
              </a:ext>
            </a:extLst>
          </p:cNvPr>
          <p:cNvSpPr/>
          <p:nvPr/>
        </p:nvSpPr>
        <p:spPr>
          <a:xfrm>
            <a:off x="2828386" y="4619938"/>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Control ack gets sent back to the cloud</a:t>
            </a:r>
          </a:p>
        </p:txBody>
      </p:sp>
      <p:sp>
        <p:nvSpPr>
          <p:cNvPr id="32" name="Rectangle 31">
            <a:extLst>
              <a:ext uri="{FF2B5EF4-FFF2-40B4-BE49-F238E27FC236}">
                <a16:creationId xmlns:a16="http://schemas.microsoft.com/office/drawing/2014/main" id="{B06FA246-6FE9-4F00-C178-9E8A4B3D9B07}"/>
              </a:ext>
            </a:extLst>
          </p:cNvPr>
          <p:cNvSpPr/>
          <p:nvPr/>
        </p:nvSpPr>
        <p:spPr>
          <a:xfrm>
            <a:off x="2828386" y="1582365"/>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the control status.</a:t>
            </a:r>
          </a:p>
        </p:txBody>
      </p:sp>
      <p:cxnSp>
        <p:nvCxnSpPr>
          <p:cNvPr id="39" name="Straight Arrow Connector 38">
            <a:extLst>
              <a:ext uri="{FF2B5EF4-FFF2-40B4-BE49-F238E27FC236}">
                <a16:creationId xmlns:a16="http://schemas.microsoft.com/office/drawing/2014/main" id="{90AA71DF-F102-9AD4-0C90-7D647F64EBB5}"/>
              </a:ext>
            </a:extLst>
          </p:cNvPr>
          <p:cNvCxnSpPr>
            <a:cxnSpLocks/>
            <a:stCxn id="22" idx="0"/>
            <a:endCxn id="32" idx="2"/>
          </p:cNvCxnSpPr>
          <p:nvPr/>
        </p:nvCxnSpPr>
        <p:spPr>
          <a:xfrm flipV="1">
            <a:off x="3533236" y="2767372"/>
            <a:ext cx="1" cy="1852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Connector: Elbow 70">
            <a:extLst>
              <a:ext uri="{FF2B5EF4-FFF2-40B4-BE49-F238E27FC236}">
                <a16:creationId xmlns:a16="http://schemas.microsoft.com/office/drawing/2014/main" id="{86EF32C1-FC9E-0748-7B2C-DD4D28B8D3A3}"/>
              </a:ext>
            </a:extLst>
          </p:cNvPr>
          <p:cNvCxnSpPr/>
          <p:nvPr/>
        </p:nvCxnSpPr>
        <p:spPr>
          <a:xfrm rot="16200000" flipH="1">
            <a:off x="6289380" y="4642004"/>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72" name="Rectangle 71">
            <a:extLst>
              <a:ext uri="{FF2B5EF4-FFF2-40B4-BE49-F238E27FC236}">
                <a16:creationId xmlns:a16="http://schemas.microsoft.com/office/drawing/2014/main" id="{DE676257-09E9-078D-7D1F-89FF304A36E4}"/>
              </a:ext>
            </a:extLst>
          </p:cNvPr>
          <p:cNvSpPr/>
          <p:nvPr/>
        </p:nvSpPr>
        <p:spPr>
          <a:xfrm>
            <a:off x="6415861" y="4604136"/>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hlinkClick r:id="rId4" action="ppaction://hlinksldjump"/>
              </a:rPr>
              <a:t>Locking status ack </a:t>
            </a:r>
            <a:r>
              <a:rPr lang="en-IN" sz="1000">
                <a:solidFill>
                  <a:schemeClr val="tx1"/>
                </a:solidFill>
              </a:rPr>
              <a:t>is sent to the cloud and last IR command is sent to maintain the AC state</a:t>
            </a:r>
          </a:p>
        </p:txBody>
      </p:sp>
      <p:sp>
        <p:nvSpPr>
          <p:cNvPr id="73" name="Rectangle 72">
            <a:extLst>
              <a:ext uri="{FF2B5EF4-FFF2-40B4-BE49-F238E27FC236}">
                <a16:creationId xmlns:a16="http://schemas.microsoft.com/office/drawing/2014/main" id="{641DA0B1-2120-64A0-317F-6906F26E520F}"/>
              </a:ext>
            </a:extLst>
          </p:cNvPr>
          <p:cNvSpPr/>
          <p:nvPr/>
        </p:nvSpPr>
        <p:spPr>
          <a:xfrm>
            <a:off x="6415859" y="1600864"/>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that a particular AC was controlled using remote and t</a:t>
            </a:r>
          </a:p>
        </p:txBody>
      </p:sp>
      <p:cxnSp>
        <p:nvCxnSpPr>
          <p:cNvPr id="74" name="Straight Arrow Connector 73">
            <a:extLst>
              <a:ext uri="{FF2B5EF4-FFF2-40B4-BE49-F238E27FC236}">
                <a16:creationId xmlns:a16="http://schemas.microsoft.com/office/drawing/2014/main" id="{F6E80763-0144-36F1-40C1-B24F23225A15}"/>
              </a:ext>
            </a:extLst>
          </p:cNvPr>
          <p:cNvCxnSpPr>
            <a:cxnSpLocks/>
            <a:stCxn id="72" idx="0"/>
            <a:endCxn id="73" idx="2"/>
          </p:cNvCxnSpPr>
          <p:nvPr/>
        </p:nvCxnSpPr>
        <p:spPr>
          <a:xfrm flipH="1" flipV="1">
            <a:off x="7120710" y="2785871"/>
            <a:ext cx="1" cy="181826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Rectangle 77">
            <a:extLst>
              <a:ext uri="{FF2B5EF4-FFF2-40B4-BE49-F238E27FC236}">
                <a16:creationId xmlns:a16="http://schemas.microsoft.com/office/drawing/2014/main" id="{2F1AE13C-13C9-79F4-CA90-BCFFE8716A60}"/>
              </a:ext>
            </a:extLst>
          </p:cNvPr>
          <p:cNvSpPr/>
          <p:nvPr/>
        </p:nvSpPr>
        <p:spPr>
          <a:xfrm>
            <a:off x="8414262" y="1609825"/>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Users presses reconfigure button for a Node/Gateway. </a:t>
            </a:r>
            <a:r>
              <a:rPr lang="en-IN" sz="1000">
                <a:solidFill>
                  <a:schemeClr val="tx1"/>
                </a:solidFill>
                <a:hlinkClick r:id="rId5" action="ppaction://hlinksldjump"/>
              </a:rPr>
              <a:t>Reconfiguration packet </a:t>
            </a:r>
            <a:r>
              <a:rPr lang="en-IN" sz="1000">
                <a:solidFill>
                  <a:schemeClr val="tx1"/>
                </a:solidFill>
              </a:rPr>
              <a:t>is sent</a:t>
            </a:r>
          </a:p>
        </p:txBody>
      </p:sp>
      <p:cxnSp>
        <p:nvCxnSpPr>
          <p:cNvPr id="79" name="Straight Arrow Connector 78">
            <a:extLst>
              <a:ext uri="{FF2B5EF4-FFF2-40B4-BE49-F238E27FC236}">
                <a16:creationId xmlns:a16="http://schemas.microsoft.com/office/drawing/2014/main" id="{97908812-1AE8-127F-D358-07AB6EC6D84D}"/>
              </a:ext>
            </a:extLst>
          </p:cNvPr>
          <p:cNvCxnSpPr>
            <a:cxnSpLocks/>
            <a:stCxn id="78" idx="2"/>
            <a:endCxn id="82" idx="0"/>
          </p:cNvCxnSpPr>
          <p:nvPr/>
        </p:nvCxnSpPr>
        <p:spPr>
          <a:xfrm>
            <a:off x="9119113" y="2794832"/>
            <a:ext cx="1844" cy="182401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Rectangle 81">
            <a:extLst>
              <a:ext uri="{FF2B5EF4-FFF2-40B4-BE49-F238E27FC236}">
                <a16:creationId xmlns:a16="http://schemas.microsoft.com/office/drawing/2014/main" id="{19964CED-A676-82F1-8C0D-6A0FC61EF51D}"/>
              </a:ext>
            </a:extLst>
          </p:cNvPr>
          <p:cNvSpPr/>
          <p:nvPr/>
        </p:nvSpPr>
        <p:spPr>
          <a:xfrm>
            <a:off x="8416107" y="4618848"/>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Reconfiguration packet received and validated</a:t>
            </a:r>
          </a:p>
        </p:txBody>
      </p:sp>
      <p:cxnSp>
        <p:nvCxnSpPr>
          <p:cNvPr id="88" name="Connector: Elbow 87">
            <a:extLst>
              <a:ext uri="{FF2B5EF4-FFF2-40B4-BE49-F238E27FC236}">
                <a16:creationId xmlns:a16="http://schemas.microsoft.com/office/drawing/2014/main" id="{2B8CF9FD-D058-764B-8C8E-22CF76D00699}"/>
              </a:ext>
            </a:extLst>
          </p:cNvPr>
          <p:cNvCxnSpPr/>
          <p:nvPr/>
        </p:nvCxnSpPr>
        <p:spPr>
          <a:xfrm rot="16200000" flipH="1">
            <a:off x="9940369" y="4658950"/>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18E11639-1EC5-4BE5-64FA-02EA034FAE16}"/>
              </a:ext>
            </a:extLst>
          </p:cNvPr>
          <p:cNvSpPr/>
          <p:nvPr/>
        </p:nvSpPr>
        <p:spPr>
          <a:xfrm>
            <a:off x="10058398" y="4603840"/>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Reconfiguration ack is  passed to Cloud</a:t>
            </a:r>
          </a:p>
        </p:txBody>
      </p:sp>
      <p:sp>
        <p:nvSpPr>
          <p:cNvPr id="95" name="Rectangle 94">
            <a:extLst>
              <a:ext uri="{FF2B5EF4-FFF2-40B4-BE49-F238E27FC236}">
                <a16:creationId xmlns:a16="http://schemas.microsoft.com/office/drawing/2014/main" id="{C51A533A-FEE5-B9B1-6E3E-A5F5FCB5AEDD}"/>
              </a:ext>
            </a:extLst>
          </p:cNvPr>
          <p:cNvSpPr/>
          <p:nvPr/>
        </p:nvSpPr>
        <p:spPr>
          <a:xfrm>
            <a:off x="10058396" y="1618494"/>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the reconfiguration status</a:t>
            </a:r>
          </a:p>
        </p:txBody>
      </p:sp>
      <p:cxnSp>
        <p:nvCxnSpPr>
          <p:cNvPr id="96" name="Straight Arrow Connector 95">
            <a:extLst>
              <a:ext uri="{FF2B5EF4-FFF2-40B4-BE49-F238E27FC236}">
                <a16:creationId xmlns:a16="http://schemas.microsoft.com/office/drawing/2014/main" id="{621E8535-553A-0570-CE3D-8909F19AF61F}"/>
              </a:ext>
            </a:extLst>
          </p:cNvPr>
          <p:cNvCxnSpPr>
            <a:cxnSpLocks/>
            <a:stCxn id="94" idx="0"/>
            <a:endCxn id="95" idx="2"/>
          </p:cNvCxnSpPr>
          <p:nvPr/>
        </p:nvCxnSpPr>
        <p:spPr>
          <a:xfrm flipH="1" flipV="1">
            <a:off x="10763247" y="2803501"/>
            <a:ext cx="1" cy="18003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Rectangle 102">
            <a:extLst>
              <a:ext uri="{FF2B5EF4-FFF2-40B4-BE49-F238E27FC236}">
                <a16:creationId xmlns:a16="http://schemas.microsoft.com/office/drawing/2014/main" id="{46B676C6-2C87-57C7-E4FC-56ED9C4C3BE0}"/>
              </a:ext>
            </a:extLst>
          </p:cNvPr>
          <p:cNvSpPr/>
          <p:nvPr/>
        </p:nvSpPr>
        <p:spPr>
          <a:xfrm>
            <a:off x="371475" y="633607"/>
            <a:ext cx="11429999" cy="325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5" name="Straight Connector 104">
            <a:extLst>
              <a:ext uri="{FF2B5EF4-FFF2-40B4-BE49-F238E27FC236}">
                <a16:creationId xmlns:a16="http://schemas.microsoft.com/office/drawing/2014/main" id="{D667FF7A-DC8A-9EA9-2D74-F0406A015224}"/>
              </a:ext>
            </a:extLst>
          </p:cNvPr>
          <p:cNvCxnSpPr/>
          <p:nvPr/>
        </p:nvCxnSpPr>
        <p:spPr>
          <a:xfrm>
            <a:off x="4552950" y="651899"/>
            <a:ext cx="0" cy="5867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1193E59-7A93-C694-01E8-33D7C7BDCE03}"/>
              </a:ext>
            </a:extLst>
          </p:cNvPr>
          <p:cNvCxnSpPr/>
          <p:nvPr/>
        </p:nvCxnSpPr>
        <p:spPr>
          <a:xfrm>
            <a:off x="8039100" y="633607"/>
            <a:ext cx="0" cy="5885322"/>
          </a:xfrm>
          <a:prstGeom prst="line">
            <a:avLst/>
          </a:prstGeom>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8C6C0829-278F-0229-CA89-B3D29A06CBC7}"/>
              </a:ext>
            </a:extLst>
          </p:cNvPr>
          <p:cNvSpPr/>
          <p:nvPr/>
        </p:nvSpPr>
        <p:spPr>
          <a:xfrm>
            <a:off x="1657498" y="667293"/>
            <a:ext cx="1732175"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Gateway AC Control</a:t>
            </a:r>
          </a:p>
        </p:txBody>
      </p:sp>
      <p:sp>
        <p:nvSpPr>
          <p:cNvPr id="123" name="Rectangle 122">
            <a:extLst>
              <a:ext uri="{FF2B5EF4-FFF2-40B4-BE49-F238E27FC236}">
                <a16:creationId xmlns:a16="http://schemas.microsoft.com/office/drawing/2014/main" id="{23968ACF-83F8-A31C-9842-9E45832B11BF}"/>
              </a:ext>
            </a:extLst>
          </p:cNvPr>
          <p:cNvSpPr/>
          <p:nvPr/>
        </p:nvSpPr>
        <p:spPr>
          <a:xfrm>
            <a:off x="5339637" y="667293"/>
            <a:ext cx="1827701"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Gateway AC Locking</a:t>
            </a:r>
          </a:p>
        </p:txBody>
      </p:sp>
      <p:sp>
        <p:nvSpPr>
          <p:cNvPr id="125" name="Rectangle 124">
            <a:extLst>
              <a:ext uri="{FF2B5EF4-FFF2-40B4-BE49-F238E27FC236}">
                <a16:creationId xmlns:a16="http://schemas.microsoft.com/office/drawing/2014/main" id="{FED5462D-3A2A-BD09-A72A-696B4315AF0E}"/>
              </a:ext>
            </a:extLst>
          </p:cNvPr>
          <p:cNvSpPr/>
          <p:nvPr/>
        </p:nvSpPr>
        <p:spPr>
          <a:xfrm>
            <a:off x="8927627" y="666130"/>
            <a:ext cx="2038185"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Gateway Reconfiguration</a:t>
            </a:r>
          </a:p>
        </p:txBody>
      </p:sp>
      <p:cxnSp>
        <p:nvCxnSpPr>
          <p:cNvPr id="17" name="Connector: Elbow 16">
            <a:extLst>
              <a:ext uri="{FF2B5EF4-FFF2-40B4-BE49-F238E27FC236}">
                <a16:creationId xmlns:a16="http://schemas.microsoft.com/office/drawing/2014/main" id="{021CAF05-CAE7-41CE-0919-B594B466B141}"/>
              </a:ext>
            </a:extLst>
          </p:cNvPr>
          <p:cNvCxnSpPr>
            <a:cxnSpLocks/>
            <a:endCxn id="22" idx="2"/>
          </p:cNvCxnSpPr>
          <p:nvPr/>
        </p:nvCxnSpPr>
        <p:spPr>
          <a:xfrm>
            <a:off x="1831424" y="5478991"/>
            <a:ext cx="1701812" cy="2528"/>
          </a:xfrm>
          <a:prstGeom prst="bentConnector4">
            <a:avLst>
              <a:gd name="adj1" fmla="val 78"/>
              <a:gd name="adj2" fmla="val 14410324"/>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288D93D2-5796-72BF-16CE-521808C662C1}"/>
              </a:ext>
            </a:extLst>
          </p:cNvPr>
          <p:cNvSpPr/>
          <p:nvPr/>
        </p:nvSpPr>
        <p:spPr>
          <a:xfrm>
            <a:off x="4792623" y="4610972"/>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Locking is enabled. Gateway detected that AC was controlled using remote.</a:t>
            </a:r>
          </a:p>
        </p:txBody>
      </p:sp>
      <p:cxnSp>
        <p:nvCxnSpPr>
          <p:cNvPr id="7" name="Straight Connector 6">
            <a:extLst>
              <a:ext uri="{FF2B5EF4-FFF2-40B4-BE49-F238E27FC236}">
                <a16:creationId xmlns:a16="http://schemas.microsoft.com/office/drawing/2014/main" id="{2D6E0550-D632-A1D0-8AF6-6D58900A39BF}"/>
              </a:ext>
            </a:extLst>
          </p:cNvPr>
          <p:cNvCxnSpPr/>
          <p:nvPr/>
        </p:nvCxnSpPr>
        <p:spPr>
          <a:xfrm>
            <a:off x="371475" y="3581397"/>
            <a:ext cx="1143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31D32F-141C-8A75-C107-719DC669B2D7}"/>
              </a:ext>
            </a:extLst>
          </p:cNvPr>
          <p:cNvSpPr txBox="1"/>
          <p:nvPr/>
        </p:nvSpPr>
        <p:spPr>
          <a:xfrm rot="16200000">
            <a:off x="-67745" y="2067529"/>
            <a:ext cx="1285875" cy="369332"/>
          </a:xfrm>
          <a:prstGeom prst="rect">
            <a:avLst/>
          </a:prstGeom>
          <a:noFill/>
        </p:spPr>
        <p:txBody>
          <a:bodyPr wrap="square" rtlCol="0">
            <a:spAutoFit/>
          </a:bodyPr>
          <a:lstStyle/>
          <a:p>
            <a:pPr algn="ctr"/>
            <a:r>
              <a:rPr lang="en-IN"/>
              <a:t>Cloud</a:t>
            </a:r>
          </a:p>
        </p:txBody>
      </p:sp>
      <p:sp>
        <p:nvSpPr>
          <p:cNvPr id="18" name="TextBox 17">
            <a:extLst>
              <a:ext uri="{FF2B5EF4-FFF2-40B4-BE49-F238E27FC236}">
                <a16:creationId xmlns:a16="http://schemas.microsoft.com/office/drawing/2014/main" id="{36552AD9-AD97-4A8B-1ECC-7749414E4FAB}"/>
              </a:ext>
            </a:extLst>
          </p:cNvPr>
          <p:cNvSpPr txBox="1"/>
          <p:nvPr/>
        </p:nvSpPr>
        <p:spPr>
          <a:xfrm rot="16200000">
            <a:off x="-84654" y="4931260"/>
            <a:ext cx="1285875" cy="369332"/>
          </a:xfrm>
          <a:prstGeom prst="rect">
            <a:avLst/>
          </a:prstGeom>
          <a:noFill/>
        </p:spPr>
        <p:txBody>
          <a:bodyPr wrap="square" rtlCol="0">
            <a:spAutoFit/>
          </a:bodyPr>
          <a:lstStyle/>
          <a:p>
            <a:pPr algn="ctr"/>
            <a:r>
              <a:rPr lang="en-IN"/>
              <a:t>Gateway</a:t>
            </a:r>
          </a:p>
        </p:txBody>
      </p:sp>
      <p:sp>
        <p:nvSpPr>
          <p:cNvPr id="8" name="Rectangle 7">
            <a:extLst>
              <a:ext uri="{FF2B5EF4-FFF2-40B4-BE49-F238E27FC236}">
                <a16:creationId xmlns:a16="http://schemas.microsoft.com/office/drawing/2014/main" id="{90CC67C2-CB1E-C508-8368-1CE2A1438667}"/>
              </a:ext>
            </a:extLst>
          </p:cNvPr>
          <p:cNvSpPr/>
          <p:nvPr/>
        </p:nvSpPr>
        <p:spPr>
          <a:xfrm>
            <a:off x="8519634" y="6042493"/>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LED indication : Blinking BLUE</a:t>
            </a:r>
          </a:p>
        </p:txBody>
      </p:sp>
      <p:sp>
        <p:nvSpPr>
          <p:cNvPr id="9" name="Rectangle 8">
            <a:extLst>
              <a:ext uri="{FF2B5EF4-FFF2-40B4-BE49-F238E27FC236}">
                <a16:creationId xmlns:a16="http://schemas.microsoft.com/office/drawing/2014/main" id="{57D152C9-9F45-84F8-DF2E-2B3100CF981B}"/>
              </a:ext>
            </a:extLst>
          </p:cNvPr>
          <p:cNvSpPr/>
          <p:nvPr/>
        </p:nvSpPr>
        <p:spPr>
          <a:xfrm>
            <a:off x="1178557" y="106036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JsonPacketId : 4 </a:t>
            </a:r>
          </a:p>
        </p:txBody>
      </p:sp>
      <p:sp>
        <p:nvSpPr>
          <p:cNvPr id="10" name="Rectangle 9">
            <a:extLst>
              <a:ext uri="{FF2B5EF4-FFF2-40B4-BE49-F238E27FC236}">
                <a16:creationId xmlns:a16="http://schemas.microsoft.com/office/drawing/2014/main" id="{F3B60005-86D9-997C-5AA9-D61357BC6605}"/>
              </a:ext>
            </a:extLst>
          </p:cNvPr>
          <p:cNvSpPr/>
          <p:nvPr/>
        </p:nvSpPr>
        <p:spPr>
          <a:xfrm>
            <a:off x="4849339" y="105880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5</a:t>
            </a:r>
          </a:p>
        </p:txBody>
      </p:sp>
      <p:sp>
        <p:nvSpPr>
          <p:cNvPr id="14" name="Rectangle 13">
            <a:extLst>
              <a:ext uri="{FF2B5EF4-FFF2-40B4-BE49-F238E27FC236}">
                <a16:creationId xmlns:a16="http://schemas.microsoft.com/office/drawing/2014/main" id="{3FB4CC92-8966-E8EE-91CF-2BB150A81C83}"/>
              </a:ext>
            </a:extLst>
          </p:cNvPr>
          <p:cNvSpPr/>
          <p:nvPr/>
        </p:nvSpPr>
        <p:spPr>
          <a:xfrm>
            <a:off x="8604480" y="1070361"/>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6</a:t>
            </a:r>
          </a:p>
        </p:txBody>
      </p:sp>
    </p:spTree>
    <p:extLst>
      <p:ext uri="{BB962C8B-B14F-4D97-AF65-F5344CB8AC3E}">
        <p14:creationId xmlns:p14="http://schemas.microsoft.com/office/powerpoint/2010/main" val="26072623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D7EE70-6AD5-98EB-71D9-425654CBDE8B}"/>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2F3E7D42-E178-A862-565A-8A95F3FDB420}"/>
              </a:ext>
            </a:extLst>
          </p:cNvPr>
          <p:cNvSpPr/>
          <p:nvPr/>
        </p:nvSpPr>
        <p:spPr>
          <a:xfrm>
            <a:off x="371475" y="263525"/>
            <a:ext cx="11439292" cy="370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PROCESS FLOW DIAGRAM</a:t>
            </a:r>
          </a:p>
        </p:txBody>
      </p:sp>
      <p:grpSp>
        <p:nvGrpSpPr>
          <p:cNvPr id="13" name="Group 12">
            <a:extLst>
              <a:ext uri="{FF2B5EF4-FFF2-40B4-BE49-F238E27FC236}">
                <a16:creationId xmlns:a16="http://schemas.microsoft.com/office/drawing/2014/main" id="{2AC751F2-4EA1-6099-44CC-2F5009597360}"/>
              </a:ext>
            </a:extLst>
          </p:cNvPr>
          <p:cNvGrpSpPr/>
          <p:nvPr/>
        </p:nvGrpSpPr>
        <p:grpSpPr>
          <a:xfrm>
            <a:off x="371475" y="958850"/>
            <a:ext cx="11430000" cy="5553075"/>
            <a:chOff x="371475" y="958850"/>
            <a:chExt cx="11430000" cy="5553075"/>
          </a:xfrm>
        </p:grpSpPr>
        <p:sp>
          <p:nvSpPr>
            <p:cNvPr id="5" name="Rectangle 4">
              <a:extLst>
                <a:ext uri="{FF2B5EF4-FFF2-40B4-BE49-F238E27FC236}">
                  <a16:creationId xmlns:a16="http://schemas.microsoft.com/office/drawing/2014/main" id="{9B6F5B9D-A343-42E6-DDDE-02967F4078ED}"/>
                </a:ext>
              </a:extLst>
            </p:cNvPr>
            <p:cNvSpPr/>
            <p:nvPr/>
          </p:nvSpPr>
          <p:spPr>
            <a:xfrm>
              <a:off x="371475" y="958850"/>
              <a:ext cx="11430000" cy="555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52D7B34D-5A99-19A4-BFCF-4E6E5DD08C25}"/>
                </a:ext>
              </a:extLst>
            </p:cNvPr>
            <p:cNvCxnSpPr/>
            <p:nvPr/>
          </p:nvCxnSpPr>
          <p:spPr>
            <a:xfrm>
              <a:off x="742950" y="958850"/>
              <a:ext cx="0" cy="55530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3" name="Rectangle 2">
            <a:extLst>
              <a:ext uri="{FF2B5EF4-FFF2-40B4-BE49-F238E27FC236}">
                <a16:creationId xmlns:a16="http://schemas.microsoft.com/office/drawing/2014/main" id="{D36AD96A-B6B6-4FBD-CB1C-4FBBC8F5FED1}"/>
              </a:ext>
            </a:extLst>
          </p:cNvPr>
          <p:cNvSpPr/>
          <p:nvPr/>
        </p:nvSpPr>
        <p:spPr>
          <a:xfrm>
            <a:off x="1113886" y="4619938"/>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Gateway measures ambient temperature using the sensor on-board</a:t>
            </a:r>
          </a:p>
        </p:txBody>
      </p:sp>
      <p:sp>
        <p:nvSpPr>
          <p:cNvPr id="22" name="Rectangle 21">
            <a:extLst>
              <a:ext uri="{FF2B5EF4-FFF2-40B4-BE49-F238E27FC236}">
                <a16:creationId xmlns:a16="http://schemas.microsoft.com/office/drawing/2014/main" id="{A7EBC4B6-2074-EFA3-D290-302136BB0427}"/>
              </a:ext>
            </a:extLst>
          </p:cNvPr>
          <p:cNvSpPr/>
          <p:nvPr/>
        </p:nvSpPr>
        <p:spPr>
          <a:xfrm>
            <a:off x="2828386" y="4619938"/>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Temperature data ack gets sent to cloud</a:t>
            </a:r>
          </a:p>
        </p:txBody>
      </p:sp>
      <p:sp>
        <p:nvSpPr>
          <p:cNvPr id="32" name="Rectangle 31">
            <a:extLst>
              <a:ext uri="{FF2B5EF4-FFF2-40B4-BE49-F238E27FC236}">
                <a16:creationId xmlns:a16="http://schemas.microsoft.com/office/drawing/2014/main" id="{B06FA246-6FE9-4F00-C178-9E8A4B3D9B07}"/>
              </a:ext>
            </a:extLst>
          </p:cNvPr>
          <p:cNvSpPr/>
          <p:nvPr/>
        </p:nvSpPr>
        <p:spPr>
          <a:xfrm>
            <a:off x="2828386" y="1582365"/>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Temperature data is received at the cloud</a:t>
            </a:r>
          </a:p>
        </p:txBody>
      </p:sp>
      <p:cxnSp>
        <p:nvCxnSpPr>
          <p:cNvPr id="39" name="Straight Arrow Connector 38">
            <a:extLst>
              <a:ext uri="{FF2B5EF4-FFF2-40B4-BE49-F238E27FC236}">
                <a16:creationId xmlns:a16="http://schemas.microsoft.com/office/drawing/2014/main" id="{90AA71DF-F102-9AD4-0C90-7D647F64EBB5}"/>
              </a:ext>
            </a:extLst>
          </p:cNvPr>
          <p:cNvCxnSpPr>
            <a:cxnSpLocks/>
            <a:stCxn id="22" idx="0"/>
            <a:endCxn id="32" idx="2"/>
          </p:cNvCxnSpPr>
          <p:nvPr/>
        </p:nvCxnSpPr>
        <p:spPr>
          <a:xfrm flipV="1">
            <a:off x="3533236" y="2767372"/>
            <a:ext cx="1" cy="1852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1" name="Connector: Elbow 70">
            <a:extLst>
              <a:ext uri="{FF2B5EF4-FFF2-40B4-BE49-F238E27FC236}">
                <a16:creationId xmlns:a16="http://schemas.microsoft.com/office/drawing/2014/main" id="{86EF32C1-FC9E-0748-7B2C-DD4D28B8D3A3}"/>
              </a:ext>
            </a:extLst>
          </p:cNvPr>
          <p:cNvCxnSpPr/>
          <p:nvPr/>
        </p:nvCxnSpPr>
        <p:spPr>
          <a:xfrm rot="16200000" flipH="1">
            <a:off x="6289380" y="4642004"/>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72" name="Rectangle 71">
            <a:extLst>
              <a:ext uri="{FF2B5EF4-FFF2-40B4-BE49-F238E27FC236}">
                <a16:creationId xmlns:a16="http://schemas.microsoft.com/office/drawing/2014/main" id="{DE676257-09E9-078D-7D1F-89FF304A36E4}"/>
              </a:ext>
            </a:extLst>
          </p:cNvPr>
          <p:cNvSpPr/>
          <p:nvPr/>
        </p:nvSpPr>
        <p:spPr>
          <a:xfrm>
            <a:off x="6415861" y="4431060"/>
            <a:ext cx="1409700" cy="103465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Locking status ack is sent. AC status is maintained if temperature limit were crossed by manual control</a:t>
            </a:r>
          </a:p>
        </p:txBody>
      </p:sp>
      <p:sp>
        <p:nvSpPr>
          <p:cNvPr id="73" name="Rectangle 72">
            <a:extLst>
              <a:ext uri="{FF2B5EF4-FFF2-40B4-BE49-F238E27FC236}">
                <a16:creationId xmlns:a16="http://schemas.microsoft.com/office/drawing/2014/main" id="{641DA0B1-2120-64A0-317F-6906F26E520F}"/>
              </a:ext>
            </a:extLst>
          </p:cNvPr>
          <p:cNvSpPr/>
          <p:nvPr/>
        </p:nvSpPr>
        <p:spPr>
          <a:xfrm>
            <a:off x="6415859" y="1600864"/>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that a particular AC was controlled using remote and t</a:t>
            </a:r>
          </a:p>
        </p:txBody>
      </p:sp>
      <p:cxnSp>
        <p:nvCxnSpPr>
          <p:cNvPr id="74" name="Straight Arrow Connector 73">
            <a:extLst>
              <a:ext uri="{FF2B5EF4-FFF2-40B4-BE49-F238E27FC236}">
                <a16:creationId xmlns:a16="http://schemas.microsoft.com/office/drawing/2014/main" id="{F6E80763-0144-36F1-40C1-B24F23225A15}"/>
              </a:ext>
            </a:extLst>
          </p:cNvPr>
          <p:cNvCxnSpPr>
            <a:cxnSpLocks/>
            <a:stCxn id="72" idx="0"/>
            <a:endCxn id="73" idx="2"/>
          </p:cNvCxnSpPr>
          <p:nvPr/>
        </p:nvCxnSpPr>
        <p:spPr>
          <a:xfrm flipH="1" flipV="1">
            <a:off x="7120710" y="2785871"/>
            <a:ext cx="1" cy="164518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18E11639-1EC5-4BE5-64FA-02EA034FAE16}"/>
              </a:ext>
            </a:extLst>
          </p:cNvPr>
          <p:cNvSpPr/>
          <p:nvPr/>
        </p:nvSpPr>
        <p:spPr>
          <a:xfrm>
            <a:off x="9215438" y="4610972"/>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Heatbeat packet is sent to cloud</a:t>
            </a:r>
          </a:p>
        </p:txBody>
      </p:sp>
      <p:sp>
        <p:nvSpPr>
          <p:cNvPr id="95" name="Rectangle 94">
            <a:extLst>
              <a:ext uri="{FF2B5EF4-FFF2-40B4-BE49-F238E27FC236}">
                <a16:creationId xmlns:a16="http://schemas.microsoft.com/office/drawing/2014/main" id="{C51A533A-FEE5-B9B1-6E3E-A5F5FCB5AEDD}"/>
              </a:ext>
            </a:extLst>
          </p:cNvPr>
          <p:cNvSpPr/>
          <p:nvPr/>
        </p:nvSpPr>
        <p:spPr>
          <a:xfrm>
            <a:off x="9215436" y="1594443"/>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Heartbeat packet is received at the cloud</a:t>
            </a:r>
          </a:p>
        </p:txBody>
      </p:sp>
      <p:cxnSp>
        <p:nvCxnSpPr>
          <p:cNvPr id="96" name="Straight Arrow Connector 95">
            <a:extLst>
              <a:ext uri="{FF2B5EF4-FFF2-40B4-BE49-F238E27FC236}">
                <a16:creationId xmlns:a16="http://schemas.microsoft.com/office/drawing/2014/main" id="{621E8535-553A-0570-CE3D-8909F19AF61F}"/>
              </a:ext>
            </a:extLst>
          </p:cNvPr>
          <p:cNvCxnSpPr>
            <a:cxnSpLocks/>
            <a:stCxn id="94" idx="0"/>
            <a:endCxn id="95" idx="2"/>
          </p:cNvCxnSpPr>
          <p:nvPr/>
        </p:nvCxnSpPr>
        <p:spPr>
          <a:xfrm flipH="1" flipV="1">
            <a:off x="9920287" y="2779450"/>
            <a:ext cx="1" cy="18315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Rectangle 102">
            <a:extLst>
              <a:ext uri="{FF2B5EF4-FFF2-40B4-BE49-F238E27FC236}">
                <a16:creationId xmlns:a16="http://schemas.microsoft.com/office/drawing/2014/main" id="{46B676C6-2C87-57C7-E4FC-56ED9C4C3BE0}"/>
              </a:ext>
            </a:extLst>
          </p:cNvPr>
          <p:cNvSpPr/>
          <p:nvPr/>
        </p:nvSpPr>
        <p:spPr>
          <a:xfrm>
            <a:off x="371475" y="633607"/>
            <a:ext cx="11429999" cy="325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5" name="Straight Connector 104">
            <a:extLst>
              <a:ext uri="{FF2B5EF4-FFF2-40B4-BE49-F238E27FC236}">
                <a16:creationId xmlns:a16="http://schemas.microsoft.com/office/drawing/2014/main" id="{D667FF7A-DC8A-9EA9-2D74-F0406A015224}"/>
              </a:ext>
            </a:extLst>
          </p:cNvPr>
          <p:cNvCxnSpPr/>
          <p:nvPr/>
        </p:nvCxnSpPr>
        <p:spPr>
          <a:xfrm>
            <a:off x="4552950" y="651899"/>
            <a:ext cx="0" cy="586703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41193E59-7A93-C694-01E8-33D7C7BDCE03}"/>
              </a:ext>
            </a:extLst>
          </p:cNvPr>
          <p:cNvCxnSpPr/>
          <p:nvPr/>
        </p:nvCxnSpPr>
        <p:spPr>
          <a:xfrm>
            <a:off x="8039100" y="633607"/>
            <a:ext cx="0" cy="5885322"/>
          </a:xfrm>
          <a:prstGeom prst="line">
            <a:avLst/>
          </a:prstGeom>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8C6C0829-278F-0229-CA89-B3D29A06CBC7}"/>
              </a:ext>
            </a:extLst>
          </p:cNvPr>
          <p:cNvSpPr/>
          <p:nvPr/>
        </p:nvSpPr>
        <p:spPr>
          <a:xfrm>
            <a:off x="1414300" y="677408"/>
            <a:ext cx="2322364"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Gateway Temperature data</a:t>
            </a:r>
          </a:p>
        </p:txBody>
      </p:sp>
      <p:sp>
        <p:nvSpPr>
          <p:cNvPr id="123" name="Rectangle 122">
            <a:extLst>
              <a:ext uri="{FF2B5EF4-FFF2-40B4-BE49-F238E27FC236}">
                <a16:creationId xmlns:a16="http://schemas.microsoft.com/office/drawing/2014/main" id="{23968ACF-83F8-A31C-9842-9E45832B11BF}"/>
              </a:ext>
            </a:extLst>
          </p:cNvPr>
          <p:cNvSpPr/>
          <p:nvPr/>
        </p:nvSpPr>
        <p:spPr>
          <a:xfrm>
            <a:off x="5055570" y="677408"/>
            <a:ext cx="2531522"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Gateway Publish configuration</a:t>
            </a:r>
          </a:p>
        </p:txBody>
      </p:sp>
      <p:sp>
        <p:nvSpPr>
          <p:cNvPr id="125" name="Rectangle 124">
            <a:extLst>
              <a:ext uri="{FF2B5EF4-FFF2-40B4-BE49-F238E27FC236}">
                <a16:creationId xmlns:a16="http://schemas.microsoft.com/office/drawing/2014/main" id="{FED5462D-3A2A-BD09-A72A-696B4315AF0E}"/>
              </a:ext>
            </a:extLst>
          </p:cNvPr>
          <p:cNvSpPr/>
          <p:nvPr/>
        </p:nvSpPr>
        <p:spPr>
          <a:xfrm>
            <a:off x="8826648" y="666130"/>
            <a:ext cx="2240141"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Gateway Heartbeat packet</a:t>
            </a:r>
          </a:p>
        </p:txBody>
      </p:sp>
      <p:cxnSp>
        <p:nvCxnSpPr>
          <p:cNvPr id="17" name="Connector: Elbow 16">
            <a:extLst>
              <a:ext uri="{FF2B5EF4-FFF2-40B4-BE49-F238E27FC236}">
                <a16:creationId xmlns:a16="http://schemas.microsoft.com/office/drawing/2014/main" id="{021CAF05-CAE7-41CE-0919-B594B466B141}"/>
              </a:ext>
            </a:extLst>
          </p:cNvPr>
          <p:cNvCxnSpPr>
            <a:cxnSpLocks/>
            <a:endCxn id="22" idx="2"/>
          </p:cNvCxnSpPr>
          <p:nvPr/>
        </p:nvCxnSpPr>
        <p:spPr>
          <a:xfrm>
            <a:off x="1831424" y="5478991"/>
            <a:ext cx="1701812" cy="2528"/>
          </a:xfrm>
          <a:prstGeom prst="bentConnector4">
            <a:avLst>
              <a:gd name="adj1" fmla="val 78"/>
              <a:gd name="adj2" fmla="val 14410324"/>
            </a:avLst>
          </a:prstGeom>
          <a:ln>
            <a:tailEnd type="triangle"/>
          </a:ln>
        </p:spPr>
        <p:style>
          <a:lnRef idx="1">
            <a:schemeClr val="dk1"/>
          </a:lnRef>
          <a:fillRef idx="0">
            <a:schemeClr val="dk1"/>
          </a:fillRef>
          <a:effectRef idx="0">
            <a:schemeClr val="dk1"/>
          </a:effectRef>
          <a:fontRef idx="minor">
            <a:schemeClr val="tx1"/>
          </a:fontRef>
        </p:style>
      </p:cxnSp>
      <p:sp>
        <p:nvSpPr>
          <p:cNvPr id="25" name="Rectangle 24">
            <a:extLst>
              <a:ext uri="{FF2B5EF4-FFF2-40B4-BE49-F238E27FC236}">
                <a16:creationId xmlns:a16="http://schemas.microsoft.com/office/drawing/2014/main" id="{288D93D2-5796-72BF-16CE-521808C662C1}"/>
              </a:ext>
            </a:extLst>
          </p:cNvPr>
          <p:cNvSpPr/>
          <p:nvPr/>
        </p:nvSpPr>
        <p:spPr>
          <a:xfrm>
            <a:off x="4792623" y="4610972"/>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Locking is enabled. Gateway detected that AC was controlled using remote.</a:t>
            </a:r>
          </a:p>
        </p:txBody>
      </p:sp>
      <p:cxnSp>
        <p:nvCxnSpPr>
          <p:cNvPr id="7" name="Straight Connector 6">
            <a:extLst>
              <a:ext uri="{FF2B5EF4-FFF2-40B4-BE49-F238E27FC236}">
                <a16:creationId xmlns:a16="http://schemas.microsoft.com/office/drawing/2014/main" id="{2D6E0550-D632-A1D0-8AF6-6D58900A39BF}"/>
              </a:ext>
            </a:extLst>
          </p:cNvPr>
          <p:cNvCxnSpPr/>
          <p:nvPr/>
        </p:nvCxnSpPr>
        <p:spPr>
          <a:xfrm>
            <a:off x="371475" y="3581397"/>
            <a:ext cx="1143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531D32F-141C-8A75-C107-719DC669B2D7}"/>
              </a:ext>
            </a:extLst>
          </p:cNvPr>
          <p:cNvSpPr txBox="1"/>
          <p:nvPr/>
        </p:nvSpPr>
        <p:spPr>
          <a:xfrm rot="16200000">
            <a:off x="-67745" y="2067529"/>
            <a:ext cx="1285875" cy="369332"/>
          </a:xfrm>
          <a:prstGeom prst="rect">
            <a:avLst/>
          </a:prstGeom>
          <a:noFill/>
        </p:spPr>
        <p:txBody>
          <a:bodyPr wrap="square" rtlCol="0">
            <a:spAutoFit/>
          </a:bodyPr>
          <a:lstStyle/>
          <a:p>
            <a:pPr algn="ctr"/>
            <a:r>
              <a:rPr lang="en-IN"/>
              <a:t>Cloud</a:t>
            </a:r>
          </a:p>
        </p:txBody>
      </p:sp>
      <p:sp>
        <p:nvSpPr>
          <p:cNvPr id="18" name="TextBox 17">
            <a:extLst>
              <a:ext uri="{FF2B5EF4-FFF2-40B4-BE49-F238E27FC236}">
                <a16:creationId xmlns:a16="http://schemas.microsoft.com/office/drawing/2014/main" id="{36552AD9-AD97-4A8B-1ECC-7749414E4FAB}"/>
              </a:ext>
            </a:extLst>
          </p:cNvPr>
          <p:cNvSpPr txBox="1"/>
          <p:nvPr/>
        </p:nvSpPr>
        <p:spPr>
          <a:xfrm rot="16200000">
            <a:off x="-84654" y="4931260"/>
            <a:ext cx="1285875" cy="369332"/>
          </a:xfrm>
          <a:prstGeom prst="rect">
            <a:avLst/>
          </a:prstGeom>
          <a:noFill/>
        </p:spPr>
        <p:txBody>
          <a:bodyPr wrap="square" rtlCol="0">
            <a:spAutoFit/>
          </a:bodyPr>
          <a:lstStyle/>
          <a:p>
            <a:pPr algn="ctr"/>
            <a:r>
              <a:rPr lang="en-IN"/>
              <a:t>Gateway</a:t>
            </a:r>
          </a:p>
        </p:txBody>
      </p:sp>
      <p:sp>
        <p:nvSpPr>
          <p:cNvPr id="9" name="Rectangle 8">
            <a:extLst>
              <a:ext uri="{FF2B5EF4-FFF2-40B4-BE49-F238E27FC236}">
                <a16:creationId xmlns:a16="http://schemas.microsoft.com/office/drawing/2014/main" id="{57D152C9-9F45-84F8-DF2E-2B3100CF981B}"/>
              </a:ext>
            </a:extLst>
          </p:cNvPr>
          <p:cNvSpPr/>
          <p:nvPr/>
        </p:nvSpPr>
        <p:spPr>
          <a:xfrm>
            <a:off x="1178557" y="106036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JsonPacketId : 6 </a:t>
            </a:r>
          </a:p>
        </p:txBody>
      </p:sp>
      <p:sp>
        <p:nvSpPr>
          <p:cNvPr id="10" name="Rectangle 9">
            <a:extLst>
              <a:ext uri="{FF2B5EF4-FFF2-40B4-BE49-F238E27FC236}">
                <a16:creationId xmlns:a16="http://schemas.microsoft.com/office/drawing/2014/main" id="{F3B60005-86D9-997C-5AA9-D61357BC6605}"/>
              </a:ext>
            </a:extLst>
          </p:cNvPr>
          <p:cNvSpPr/>
          <p:nvPr/>
        </p:nvSpPr>
        <p:spPr>
          <a:xfrm>
            <a:off x="4895077" y="1067464"/>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7</a:t>
            </a:r>
          </a:p>
        </p:txBody>
      </p:sp>
      <p:sp>
        <p:nvSpPr>
          <p:cNvPr id="14" name="Rectangle 13">
            <a:extLst>
              <a:ext uri="{FF2B5EF4-FFF2-40B4-BE49-F238E27FC236}">
                <a16:creationId xmlns:a16="http://schemas.microsoft.com/office/drawing/2014/main" id="{3FB4CC92-8966-E8EE-91CF-2BB150A81C83}"/>
              </a:ext>
            </a:extLst>
          </p:cNvPr>
          <p:cNvSpPr/>
          <p:nvPr/>
        </p:nvSpPr>
        <p:spPr>
          <a:xfrm>
            <a:off x="8546065" y="1052605"/>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8</a:t>
            </a:r>
          </a:p>
        </p:txBody>
      </p:sp>
    </p:spTree>
    <p:extLst>
      <p:ext uri="{BB962C8B-B14F-4D97-AF65-F5344CB8AC3E}">
        <p14:creationId xmlns:p14="http://schemas.microsoft.com/office/powerpoint/2010/main" val="3806611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1CE1E-CEED-3F5E-30F8-B2BF58202398}"/>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412A81CE-0A62-5FFE-52FE-F78664275D9F}"/>
              </a:ext>
            </a:extLst>
          </p:cNvPr>
          <p:cNvSpPr/>
          <p:nvPr/>
        </p:nvSpPr>
        <p:spPr>
          <a:xfrm>
            <a:off x="371475" y="263525"/>
            <a:ext cx="11439292" cy="370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PROCESS FLOW DIAGRAM</a:t>
            </a:r>
          </a:p>
        </p:txBody>
      </p:sp>
      <p:grpSp>
        <p:nvGrpSpPr>
          <p:cNvPr id="13" name="Group 12">
            <a:extLst>
              <a:ext uri="{FF2B5EF4-FFF2-40B4-BE49-F238E27FC236}">
                <a16:creationId xmlns:a16="http://schemas.microsoft.com/office/drawing/2014/main" id="{F91917AC-203D-504A-C325-0FDF416030D5}"/>
              </a:ext>
            </a:extLst>
          </p:cNvPr>
          <p:cNvGrpSpPr/>
          <p:nvPr/>
        </p:nvGrpSpPr>
        <p:grpSpPr>
          <a:xfrm>
            <a:off x="371475" y="958850"/>
            <a:ext cx="11430000" cy="5553075"/>
            <a:chOff x="371475" y="958850"/>
            <a:chExt cx="11430000" cy="5553075"/>
          </a:xfrm>
        </p:grpSpPr>
        <p:sp>
          <p:nvSpPr>
            <p:cNvPr id="5" name="Rectangle 4">
              <a:extLst>
                <a:ext uri="{FF2B5EF4-FFF2-40B4-BE49-F238E27FC236}">
                  <a16:creationId xmlns:a16="http://schemas.microsoft.com/office/drawing/2014/main" id="{5F31E0A4-2AFF-E810-C464-A8CC222A58D1}"/>
                </a:ext>
              </a:extLst>
            </p:cNvPr>
            <p:cNvSpPr/>
            <p:nvPr/>
          </p:nvSpPr>
          <p:spPr>
            <a:xfrm>
              <a:off x="371475" y="958850"/>
              <a:ext cx="11430000" cy="555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2" name="Straight Connector 11">
              <a:extLst>
                <a:ext uri="{FF2B5EF4-FFF2-40B4-BE49-F238E27FC236}">
                  <a16:creationId xmlns:a16="http://schemas.microsoft.com/office/drawing/2014/main" id="{796F9998-18E0-7583-64F3-80CB3D15C587}"/>
                </a:ext>
              </a:extLst>
            </p:cNvPr>
            <p:cNvCxnSpPr/>
            <p:nvPr/>
          </p:nvCxnSpPr>
          <p:spPr>
            <a:xfrm>
              <a:off x="742950" y="958850"/>
              <a:ext cx="0" cy="55530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2" name="Rectangle 1">
            <a:extLst>
              <a:ext uri="{FF2B5EF4-FFF2-40B4-BE49-F238E27FC236}">
                <a16:creationId xmlns:a16="http://schemas.microsoft.com/office/drawing/2014/main" id="{DB1C3DED-55BA-9D67-B430-0EECA3DD52F4}"/>
              </a:ext>
            </a:extLst>
          </p:cNvPr>
          <p:cNvSpPr/>
          <p:nvPr/>
        </p:nvSpPr>
        <p:spPr>
          <a:xfrm>
            <a:off x="1113886" y="1582365"/>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presses “MQTT configuration” button for a Gateway from the Mobile app. Reset MQTT configuration packet gets sent</a:t>
            </a:r>
          </a:p>
        </p:txBody>
      </p:sp>
      <p:sp>
        <p:nvSpPr>
          <p:cNvPr id="3" name="Rectangle 2">
            <a:extLst>
              <a:ext uri="{FF2B5EF4-FFF2-40B4-BE49-F238E27FC236}">
                <a16:creationId xmlns:a16="http://schemas.microsoft.com/office/drawing/2014/main" id="{620FDA17-7384-84F4-40CA-806277A2BEA2}"/>
              </a:ext>
            </a:extLst>
          </p:cNvPr>
          <p:cNvSpPr/>
          <p:nvPr/>
        </p:nvSpPr>
        <p:spPr>
          <a:xfrm>
            <a:off x="1113886" y="4619938"/>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MQTT configuration packet is received and validated</a:t>
            </a:r>
          </a:p>
        </p:txBody>
      </p:sp>
      <p:cxnSp>
        <p:nvCxnSpPr>
          <p:cNvPr id="4" name="Straight Arrow Connector 3">
            <a:extLst>
              <a:ext uri="{FF2B5EF4-FFF2-40B4-BE49-F238E27FC236}">
                <a16:creationId xmlns:a16="http://schemas.microsoft.com/office/drawing/2014/main" id="{DC9DE42D-224B-8EB9-BA38-8462926CC6B1}"/>
              </a:ext>
            </a:extLst>
          </p:cNvPr>
          <p:cNvCxnSpPr>
            <a:cxnSpLocks/>
            <a:stCxn id="2" idx="2"/>
            <a:endCxn id="3" idx="0"/>
          </p:cNvCxnSpPr>
          <p:nvPr/>
        </p:nvCxnSpPr>
        <p:spPr>
          <a:xfrm flipH="1">
            <a:off x="1818736" y="2767372"/>
            <a:ext cx="1" cy="1852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E5B627EF-D521-BA0C-B012-806C48D2DF7C}"/>
              </a:ext>
            </a:extLst>
          </p:cNvPr>
          <p:cNvSpPr/>
          <p:nvPr/>
        </p:nvSpPr>
        <p:spPr>
          <a:xfrm>
            <a:off x="2828386" y="4619938"/>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Gateway enters MQTT configuration mode. Sends back ack to the cloud</a:t>
            </a:r>
          </a:p>
        </p:txBody>
      </p:sp>
      <p:sp>
        <p:nvSpPr>
          <p:cNvPr id="32" name="Rectangle 31">
            <a:extLst>
              <a:ext uri="{FF2B5EF4-FFF2-40B4-BE49-F238E27FC236}">
                <a16:creationId xmlns:a16="http://schemas.microsoft.com/office/drawing/2014/main" id="{120BE101-4717-6B2E-481E-A757CDBB0AD5}"/>
              </a:ext>
            </a:extLst>
          </p:cNvPr>
          <p:cNvSpPr/>
          <p:nvPr/>
        </p:nvSpPr>
        <p:spPr>
          <a:xfrm>
            <a:off x="2828386" y="1582365"/>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the MQTT configuration mode enter status</a:t>
            </a:r>
          </a:p>
        </p:txBody>
      </p:sp>
      <p:cxnSp>
        <p:nvCxnSpPr>
          <p:cNvPr id="39" name="Straight Arrow Connector 38">
            <a:extLst>
              <a:ext uri="{FF2B5EF4-FFF2-40B4-BE49-F238E27FC236}">
                <a16:creationId xmlns:a16="http://schemas.microsoft.com/office/drawing/2014/main" id="{70B2607D-2098-A0EC-1C8D-C0DEF25B7D4A}"/>
              </a:ext>
            </a:extLst>
          </p:cNvPr>
          <p:cNvCxnSpPr>
            <a:cxnSpLocks/>
            <a:stCxn id="22" idx="0"/>
            <a:endCxn id="32" idx="2"/>
          </p:cNvCxnSpPr>
          <p:nvPr/>
        </p:nvCxnSpPr>
        <p:spPr>
          <a:xfrm flipV="1">
            <a:off x="3533236" y="2767372"/>
            <a:ext cx="1" cy="185256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Rectangle 102">
            <a:extLst>
              <a:ext uri="{FF2B5EF4-FFF2-40B4-BE49-F238E27FC236}">
                <a16:creationId xmlns:a16="http://schemas.microsoft.com/office/drawing/2014/main" id="{1701972E-0AFA-5D9C-2914-3A464B77BFCC}"/>
              </a:ext>
            </a:extLst>
          </p:cNvPr>
          <p:cNvSpPr/>
          <p:nvPr/>
        </p:nvSpPr>
        <p:spPr>
          <a:xfrm>
            <a:off x="371475" y="633607"/>
            <a:ext cx="11429999" cy="325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2" name="Rectangle 121">
            <a:extLst>
              <a:ext uri="{FF2B5EF4-FFF2-40B4-BE49-F238E27FC236}">
                <a16:creationId xmlns:a16="http://schemas.microsoft.com/office/drawing/2014/main" id="{5A091EEF-2230-F3FB-9A3B-610A1EB6318F}"/>
              </a:ext>
            </a:extLst>
          </p:cNvPr>
          <p:cNvSpPr/>
          <p:nvPr/>
        </p:nvSpPr>
        <p:spPr>
          <a:xfrm>
            <a:off x="1511949" y="667443"/>
            <a:ext cx="2340761"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Reset MQTT configuration</a:t>
            </a:r>
          </a:p>
        </p:txBody>
      </p:sp>
      <p:cxnSp>
        <p:nvCxnSpPr>
          <p:cNvPr id="17" name="Connector: Elbow 16">
            <a:extLst>
              <a:ext uri="{FF2B5EF4-FFF2-40B4-BE49-F238E27FC236}">
                <a16:creationId xmlns:a16="http://schemas.microsoft.com/office/drawing/2014/main" id="{282D4DF3-FA44-6BAE-1951-F44AB7D6FBDD}"/>
              </a:ext>
            </a:extLst>
          </p:cNvPr>
          <p:cNvCxnSpPr>
            <a:cxnSpLocks/>
            <a:endCxn id="22" idx="2"/>
          </p:cNvCxnSpPr>
          <p:nvPr/>
        </p:nvCxnSpPr>
        <p:spPr>
          <a:xfrm>
            <a:off x="1831424" y="5478991"/>
            <a:ext cx="1701812" cy="2528"/>
          </a:xfrm>
          <a:prstGeom prst="bentConnector4">
            <a:avLst>
              <a:gd name="adj1" fmla="val 78"/>
              <a:gd name="adj2" fmla="val 14410324"/>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Connector 6">
            <a:extLst>
              <a:ext uri="{FF2B5EF4-FFF2-40B4-BE49-F238E27FC236}">
                <a16:creationId xmlns:a16="http://schemas.microsoft.com/office/drawing/2014/main" id="{BBF60273-9A3A-B280-5C97-082255500BA9}"/>
              </a:ext>
            </a:extLst>
          </p:cNvPr>
          <p:cNvCxnSpPr/>
          <p:nvPr/>
        </p:nvCxnSpPr>
        <p:spPr>
          <a:xfrm>
            <a:off x="371475" y="3581397"/>
            <a:ext cx="11430000"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F17FD79-4421-6FF4-C806-2F82EA6DD002}"/>
              </a:ext>
            </a:extLst>
          </p:cNvPr>
          <p:cNvSpPr txBox="1"/>
          <p:nvPr/>
        </p:nvSpPr>
        <p:spPr>
          <a:xfrm rot="16200000">
            <a:off x="-67745" y="2067529"/>
            <a:ext cx="1285875" cy="369332"/>
          </a:xfrm>
          <a:prstGeom prst="rect">
            <a:avLst/>
          </a:prstGeom>
          <a:noFill/>
        </p:spPr>
        <p:txBody>
          <a:bodyPr wrap="square" rtlCol="0">
            <a:spAutoFit/>
          </a:bodyPr>
          <a:lstStyle/>
          <a:p>
            <a:pPr algn="ctr"/>
            <a:r>
              <a:rPr lang="en-IN"/>
              <a:t>Cloud</a:t>
            </a:r>
          </a:p>
        </p:txBody>
      </p:sp>
      <p:sp>
        <p:nvSpPr>
          <p:cNvPr id="18" name="TextBox 17">
            <a:extLst>
              <a:ext uri="{FF2B5EF4-FFF2-40B4-BE49-F238E27FC236}">
                <a16:creationId xmlns:a16="http://schemas.microsoft.com/office/drawing/2014/main" id="{430DC8B7-3B8E-7267-EF96-FAF477E1F797}"/>
              </a:ext>
            </a:extLst>
          </p:cNvPr>
          <p:cNvSpPr txBox="1"/>
          <p:nvPr/>
        </p:nvSpPr>
        <p:spPr>
          <a:xfrm rot="16200000">
            <a:off x="-84654" y="4931260"/>
            <a:ext cx="1285875" cy="369332"/>
          </a:xfrm>
          <a:prstGeom prst="rect">
            <a:avLst/>
          </a:prstGeom>
          <a:noFill/>
        </p:spPr>
        <p:txBody>
          <a:bodyPr wrap="square" rtlCol="0">
            <a:spAutoFit/>
          </a:bodyPr>
          <a:lstStyle/>
          <a:p>
            <a:pPr algn="ctr"/>
            <a:r>
              <a:rPr lang="en-IN"/>
              <a:t>Gateway</a:t>
            </a:r>
          </a:p>
        </p:txBody>
      </p:sp>
    </p:spTree>
    <p:extLst>
      <p:ext uri="{BB962C8B-B14F-4D97-AF65-F5344CB8AC3E}">
        <p14:creationId xmlns:p14="http://schemas.microsoft.com/office/powerpoint/2010/main" val="535636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1CE1E-CEED-3F5E-30F8-B2BF58202398}"/>
            </a:ext>
          </a:extLst>
        </p:cNvPr>
        <p:cNvGrpSpPr/>
        <p:nvPr/>
      </p:nvGrpSpPr>
      <p:grpSpPr>
        <a:xfrm>
          <a:off x="0" y="0"/>
          <a:ext cx="0" cy="0"/>
          <a:chOff x="0" y="0"/>
          <a:chExt cx="0" cy="0"/>
        </a:xfrm>
      </p:grpSpPr>
      <p:grpSp>
        <p:nvGrpSpPr>
          <p:cNvPr id="29" name="Group 28">
            <a:extLst>
              <a:ext uri="{FF2B5EF4-FFF2-40B4-BE49-F238E27FC236}">
                <a16:creationId xmlns:a16="http://schemas.microsoft.com/office/drawing/2014/main" id="{93D597F1-F679-96DD-6F53-91AD001BE43A}"/>
              </a:ext>
            </a:extLst>
          </p:cNvPr>
          <p:cNvGrpSpPr/>
          <p:nvPr/>
        </p:nvGrpSpPr>
        <p:grpSpPr>
          <a:xfrm>
            <a:off x="9520461" y="264040"/>
            <a:ext cx="833717" cy="1604682"/>
            <a:chOff x="9235104" y="279587"/>
            <a:chExt cx="833717" cy="1604682"/>
          </a:xfrm>
        </p:grpSpPr>
        <p:sp>
          <p:nvSpPr>
            <p:cNvPr id="9" name="Rectangle 8">
              <a:extLst>
                <a:ext uri="{FF2B5EF4-FFF2-40B4-BE49-F238E27FC236}">
                  <a16:creationId xmlns:a16="http://schemas.microsoft.com/office/drawing/2014/main" id="{7BAA947F-94DE-4382-E3DC-BD953A198B26}"/>
                </a:ext>
              </a:extLst>
            </p:cNvPr>
            <p:cNvSpPr/>
            <p:nvPr/>
          </p:nvSpPr>
          <p:spPr>
            <a:xfrm>
              <a:off x="9235104" y="279587"/>
              <a:ext cx="833717" cy="160468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
          <p:nvSpPr>
            <p:cNvPr id="14" name="Rectangle 13">
              <a:extLst>
                <a:ext uri="{FF2B5EF4-FFF2-40B4-BE49-F238E27FC236}">
                  <a16:creationId xmlns:a16="http://schemas.microsoft.com/office/drawing/2014/main" id="{CAD806B4-F351-7E2E-DB85-B019735BCFEA}"/>
                </a:ext>
              </a:extLst>
            </p:cNvPr>
            <p:cNvSpPr/>
            <p:nvPr/>
          </p:nvSpPr>
          <p:spPr>
            <a:xfrm>
              <a:off x="9338197" y="373156"/>
              <a:ext cx="627529" cy="135871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dirty="0"/>
            </a:p>
          </p:txBody>
        </p:sp>
        <p:sp>
          <p:nvSpPr>
            <p:cNvPr id="15" name="Oval 14">
              <a:extLst>
                <a:ext uri="{FF2B5EF4-FFF2-40B4-BE49-F238E27FC236}">
                  <a16:creationId xmlns:a16="http://schemas.microsoft.com/office/drawing/2014/main" id="{490F6928-9945-D7AD-FCBD-5D80695292B9}"/>
                </a:ext>
              </a:extLst>
            </p:cNvPr>
            <p:cNvSpPr/>
            <p:nvPr/>
          </p:nvSpPr>
          <p:spPr>
            <a:xfrm>
              <a:off x="9635014" y="1780475"/>
              <a:ext cx="59531" cy="6191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grpSp>
      <p:cxnSp>
        <p:nvCxnSpPr>
          <p:cNvPr id="23" name="Straight Arrow Connector 22">
            <a:extLst>
              <a:ext uri="{FF2B5EF4-FFF2-40B4-BE49-F238E27FC236}">
                <a16:creationId xmlns:a16="http://schemas.microsoft.com/office/drawing/2014/main" id="{D15B22D7-5BAE-05E6-BF20-3DBF03581A3B}"/>
              </a:ext>
            </a:extLst>
          </p:cNvPr>
          <p:cNvCxnSpPr>
            <a:cxnSpLocks/>
            <a:endCxn id="9" idx="1"/>
          </p:cNvCxnSpPr>
          <p:nvPr/>
        </p:nvCxnSpPr>
        <p:spPr>
          <a:xfrm>
            <a:off x="6656382" y="1066381"/>
            <a:ext cx="2864079" cy="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26" name="Rectangle: Rounded Corners 25">
            <a:extLst>
              <a:ext uri="{FF2B5EF4-FFF2-40B4-BE49-F238E27FC236}">
                <a16:creationId xmlns:a16="http://schemas.microsoft.com/office/drawing/2014/main" id="{93223366-F1BA-F136-0583-470280BDC2E0}"/>
              </a:ext>
            </a:extLst>
          </p:cNvPr>
          <p:cNvSpPr/>
          <p:nvPr/>
        </p:nvSpPr>
        <p:spPr>
          <a:xfrm>
            <a:off x="3423285" y="2566035"/>
            <a:ext cx="1242060" cy="6324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Gwy 1</a:t>
            </a:r>
          </a:p>
        </p:txBody>
      </p:sp>
      <p:sp>
        <p:nvSpPr>
          <p:cNvPr id="27" name="Rectangle: Rounded Corners 26">
            <a:extLst>
              <a:ext uri="{FF2B5EF4-FFF2-40B4-BE49-F238E27FC236}">
                <a16:creationId xmlns:a16="http://schemas.microsoft.com/office/drawing/2014/main" id="{BD3F7715-FACB-C86B-6133-52CA18540EE4}"/>
              </a:ext>
            </a:extLst>
          </p:cNvPr>
          <p:cNvSpPr/>
          <p:nvPr/>
        </p:nvSpPr>
        <p:spPr>
          <a:xfrm>
            <a:off x="7317107" y="2566035"/>
            <a:ext cx="1242060" cy="63246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Gwy 2</a:t>
            </a:r>
          </a:p>
        </p:txBody>
      </p:sp>
      <p:cxnSp>
        <p:nvCxnSpPr>
          <p:cNvPr id="28" name="Straight Arrow Connector 27">
            <a:extLst>
              <a:ext uri="{FF2B5EF4-FFF2-40B4-BE49-F238E27FC236}">
                <a16:creationId xmlns:a16="http://schemas.microsoft.com/office/drawing/2014/main" id="{E761359B-5512-A7DD-D936-FC3E506346C8}"/>
              </a:ext>
            </a:extLst>
          </p:cNvPr>
          <p:cNvCxnSpPr>
            <a:cxnSpLocks/>
            <a:stCxn id="26" idx="0"/>
          </p:cNvCxnSpPr>
          <p:nvPr/>
        </p:nvCxnSpPr>
        <p:spPr>
          <a:xfrm flipV="1">
            <a:off x="4044315" y="1795884"/>
            <a:ext cx="1095239" cy="770151"/>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a:extLst>
              <a:ext uri="{FF2B5EF4-FFF2-40B4-BE49-F238E27FC236}">
                <a16:creationId xmlns:a16="http://schemas.microsoft.com/office/drawing/2014/main" id="{851B7A07-B29B-D010-255A-B39F4C5988AD}"/>
              </a:ext>
            </a:extLst>
          </p:cNvPr>
          <p:cNvCxnSpPr>
            <a:cxnSpLocks/>
            <a:endCxn id="27" idx="0"/>
          </p:cNvCxnSpPr>
          <p:nvPr/>
        </p:nvCxnSpPr>
        <p:spPr>
          <a:xfrm>
            <a:off x="6631939" y="1795884"/>
            <a:ext cx="1306198" cy="770151"/>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35" name="Oval 34">
            <a:extLst>
              <a:ext uri="{FF2B5EF4-FFF2-40B4-BE49-F238E27FC236}">
                <a16:creationId xmlns:a16="http://schemas.microsoft.com/office/drawing/2014/main" id="{0917DD43-94D1-738E-A0EB-EBEBCCA559BA}"/>
              </a:ext>
            </a:extLst>
          </p:cNvPr>
          <p:cNvSpPr/>
          <p:nvPr/>
        </p:nvSpPr>
        <p:spPr>
          <a:xfrm>
            <a:off x="2841307" y="4050141"/>
            <a:ext cx="866775" cy="8858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N1</a:t>
            </a:r>
          </a:p>
        </p:txBody>
      </p:sp>
      <p:sp>
        <p:nvSpPr>
          <p:cNvPr id="36" name="Oval 35">
            <a:extLst>
              <a:ext uri="{FF2B5EF4-FFF2-40B4-BE49-F238E27FC236}">
                <a16:creationId xmlns:a16="http://schemas.microsoft.com/office/drawing/2014/main" id="{4B4A2CA2-B0EC-7895-76BB-CF32F0AFD120}"/>
              </a:ext>
            </a:extLst>
          </p:cNvPr>
          <p:cNvSpPr/>
          <p:nvPr/>
        </p:nvSpPr>
        <p:spPr>
          <a:xfrm>
            <a:off x="4377553" y="4050141"/>
            <a:ext cx="866775" cy="8858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N2</a:t>
            </a:r>
          </a:p>
        </p:txBody>
      </p:sp>
      <p:sp>
        <p:nvSpPr>
          <p:cNvPr id="37" name="Oval 36">
            <a:extLst>
              <a:ext uri="{FF2B5EF4-FFF2-40B4-BE49-F238E27FC236}">
                <a16:creationId xmlns:a16="http://schemas.microsoft.com/office/drawing/2014/main" id="{AE2E074E-5FBB-E3B9-6BEE-00EBA1C0444D}"/>
              </a:ext>
            </a:extLst>
          </p:cNvPr>
          <p:cNvSpPr/>
          <p:nvPr/>
        </p:nvSpPr>
        <p:spPr>
          <a:xfrm>
            <a:off x="6660015" y="4058476"/>
            <a:ext cx="866775" cy="8858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N3</a:t>
            </a:r>
          </a:p>
        </p:txBody>
      </p:sp>
      <p:sp>
        <p:nvSpPr>
          <p:cNvPr id="38" name="Oval 37">
            <a:extLst>
              <a:ext uri="{FF2B5EF4-FFF2-40B4-BE49-F238E27FC236}">
                <a16:creationId xmlns:a16="http://schemas.microsoft.com/office/drawing/2014/main" id="{BD722D40-25ED-BE1A-342C-5E6F37562DC1}"/>
              </a:ext>
            </a:extLst>
          </p:cNvPr>
          <p:cNvSpPr/>
          <p:nvPr/>
        </p:nvSpPr>
        <p:spPr>
          <a:xfrm>
            <a:off x="8196262" y="4050141"/>
            <a:ext cx="866775" cy="885825"/>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a:t>N4</a:t>
            </a:r>
          </a:p>
        </p:txBody>
      </p:sp>
      <p:cxnSp>
        <p:nvCxnSpPr>
          <p:cNvPr id="40" name="Straight Arrow Connector 39">
            <a:extLst>
              <a:ext uri="{FF2B5EF4-FFF2-40B4-BE49-F238E27FC236}">
                <a16:creationId xmlns:a16="http://schemas.microsoft.com/office/drawing/2014/main" id="{289074ED-01F2-19A4-082C-D7DC6A72AAF5}"/>
              </a:ext>
            </a:extLst>
          </p:cNvPr>
          <p:cNvCxnSpPr>
            <a:cxnSpLocks/>
            <a:stCxn id="35" idx="0"/>
          </p:cNvCxnSpPr>
          <p:nvPr/>
        </p:nvCxnSpPr>
        <p:spPr>
          <a:xfrm flipV="1">
            <a:off x="3274695" y="3198495"/>
            <a:ext cx="433387" cy="851646"/>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23195C7F-44ED-F3D1-584E-11E7B6211881}"/>
              </a:ext>
            </a:extLst>
          </p:cNvPr>
          <p:cNvCxnSpPr>
            <a:cxnSpLocks/>
            <a:stCxn id="36" idx="0"/>
          </p:cNvCxnSpPr>
          <p:nvPr/>
        </p:nvCxnSpPr>
        <p:spPr>
          <a:xfrm flipH="1" flipV="1">
            <a:off x="4508046" y="3198495"/>
            <a:ext cx="302895" cy="851646"/>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46" name="Straight Arrow Connector 45">
            <a:extLst>
              <a:ext uri="{FF2B5EF4-FFF2-40B4-BE49-F238E27FC236}">
                <a16:creationId xmlns:a16="http://schemas.microsoft.com/office/drawing/2014/main" id="{CBB66094-673A-DC41-3015-3288B1C8A57A}"/>
              </a:ext>
            </a:extLst>
          </p:cNvPr>
          <p:cNvCxnSpPr>
            <a:cxnSpLocks/>
            <a:stCxn id="37" idx="0"/>
          </p:cNvCxnSpPr>
          <p:nvPr/>
        </p:nvCxnSpPr>
        <p:spPr>
          <a:xfrm flipV="1">
            <a:off x="7093403" y="3206830"/>
            <a:ext cx="405764" cy="851646"/>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cxnSp>
        <p:nvCxnSpPr>
          <p:cNvPr id="47" name="Straight Arrow Connector 46">
            <a:extLst>
              <a:ext uri="{FF2B5EF4-FFF2-40B4-BE49-F238E27FC236}">
                <a16:creationId xmlns:a16="http://schemas.microsoft.com/office/drawing/2014/main" id="{F69A5DE7-EB1F-A69D-6453-C06B4EEA18A2}"/>
              </a:ext>
            </a:extLst>
          </p:cNvPr>
          <p:cNvCxnSpPr>
            <a:cxnSpLocks/>
            <a:stCxn id="38" idx="0"/>
          </p:cNvCxnSpPr>
          <p:nvPr/>
        </p:nvCxnSpPr>
        <p:spPr>
          <a:xfrm flipH="1" flipV="1">
            <a:off x="8196262" y="3198495"/>
            <a:ext cx="433388" cy="851646"/>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55" name="TextBox 54">
            <a:extLst>
              <a:ext uri="{FF2B5EF4-FFF2-40B4-BE49-F238E27FC236}">
                <a16:creationId xmlns:a16="http://schemas.microsoft.com/office/drawing/2014/main" id="{40A7EC2E-0647-D08E-9274-267DC7A6B452}"/>
              </a:ext>
            </a:extLst>
          </p:cNvPr>
          <p:cNvSpPr txBox="1"/>
          <p:nvPr/>
        </p:nvSpPr>
        <p:spPr>
          <a:xfrm>
            <a:off x="4103870" y="1728599"/>
            <a:ext cx="695325" cy="369332"/>
          </a:xfrm>
          <a:prstGeom prst="rect">
            <a:avLst/>
          </a:prstGeom>
          <a:noFill/>
        </p:spPr>
        <p:txBody>
          <a:bodyPr wrap="square" rtlCol="0">
            <a:spAutoFit/>
          </a:bodyPr>
          <a:lstStyle/>
          <a:p>
            <a:pPr algn="ctr"/>
            <a:r>
              <a:rPr lang="en-IN"/>
              <a:t>LTE</a:t>
            </a:r>
          </a:p>
        </p:txBody>
      </p:sp>
      <p:sp>
        <p:nvSpPr>
          <p:cNvPr id="56" name="TextBox 55">
            <a:extLst>
              <a:ext uri="{FF2B5EF4-FFF2-40B4-BE49-F238E27FC236}">
                <a16:creationId xmlns:a16="http://schemas.microsoft.com/office/drawing/2014/main" id="{D2FE490C-B59B-1FEF-030A-A918AAAC0D38}"/>
              </a:ext>
            </a:extLst>
          </p:cNvPr>
          <p:cNvSpPr txBox="1"/>
          <p:nvPr/>
        </p:nvSpPr>
        <p:spPr>
          <a:xfrm>
            <a:off x="7078290" y="1699603"/>
            <a:ext cx="695325" cy="369332"/>
          </a:xfrm>
          <a:prstGeom prst="rect">
            <a:avLst/>
          </a:prstGeom>
          <a:noFill/>
        </p:spPr>
        <p:txBody>
          <a:bodyPr wrap="square" rtlCol="0">
            <a:spAutoFit/>
          </a:bodyPr>
          <a:lstStyle/>
          <a:p>
            <a:pPr algn="ctr"/>
            <a:r>
              <a:rPr lang="en-IN"/>
              <a:t>LTE</a:t>
            </a:r>
          </a:p>
        </p:txBody>
      </p:sp>
      <p:sp>
        <p:nvSpPr>
          <p:cNvPr id="57" name="TextBox 56">
            <a:extLst>
              <a:ext uri="{FF2B5EF4-FFF2-40B4-BE49-F238E27FC236}">
                <a16:creationId xmlns:a16="http://schemas.microsoft.com/office/drawing/2014/main" id="{5DBF898A-8288-4DEF-3761-404F6B8BCF4E}"/>
              </a:ext>
            </a:extLst>
          </p:cNvPr>
          <p:cNvSpPr txBox="1"/>
          <p:nvPr/>
        </p:nvSpPr>
        <p:spPr>
          <a:xfrm>
            <a:off x="2861786" y="3438998"/>
            <a:ext cx="695325" cy="369332"/>
          </a:xfrm>
          <a:prstGeom prst="rect">
            <a:avLst/>
          </a:prstGeom>
          <a:noFill/>
        </p:spPr>
        <p:txBody>
          <a:bodyPr wrap="square" rtlCol="0">
            <a:spAutoFit/>
          </a:bodyPr>
          <a:lstStyle/>
          <a:p>
            <a:pPr algn="ctr"/>
            <a:r>
              <a:rPr lang="en-IN"/>
              <a:t>BLE</a:t>
            </a:r>
          </a:p>
        </p:txBody>
      </p:sp>
      <p:sp>
        <p:nvSpPr>
          <p:cNvPr id="58" name="TextBox 57">
            <a:extLst>
              <a:ext uri="{FF2B5EF4-FFF2-40B4-BE49-F238E27FC236}">
                <a16:creationId xmlns:a16="http://schemas.microsoft.com/office/drawing/2014/main" id="{8AA5E64F-8DB8-6204-DE26-AA3829339DBE}"/>
              </a:ext>
            </a:extLst>
          </p:cNvPr>
          <p:cNvSpPr txBox="1"/>
          <p:nvPr/>
        </p:nvSpPr>
        <p:spPr>
          <a:xfrm>
            <a:off x="4561670" y="3426438"/>
            <a:ext cx="695325" cy="369332"/>
          </a:xfrm>
          <a:prstGeom prst="rect">
            <a:avLst/>
          </a:prstGeom>
          <a:noFill/>
        </p:spPr>
        <p:txBody>
          <a:bodyPr wrap="square" rtlCol="0">
            <a:spAutoFit/>
          </a:bodyPr>
          <a:lstStyle/>
          <a:p>
            <a:pPr algn="ctr"/>
            <a:r>
              <a:rPr lang="en-IN" dirty="0"/>
              <a:t>BLE</a:t>
            </a:r>
          </a:p>
        </p:txBody>
      </p:sp>
      <p:sp>
        <p:nvSpPr>
          <p:cNvPr id="59" name="TextBox 58">
            <a:extLst>
              <a:ext uri="{FF2B5EF4-FFF2-40B4-BE49-F238E27FC236}">
                <a16:creationId xmlns:a16="http://schemas.microsoft.com/office/drawing/2014/main" id="{8114BAB4-7B8C-C5AD-BF39-F08056BAD743}"/>
              </a:ext>
            </a:extLst>
          </p:cNvPr>
          <p:cNvSpPr txBox="1"/>
          <p:nvPr/>
        </p:nvSpPr>
        <p:spPr>
          <a:xfrm>
            <a:off x="6685736" y="3420143"/>
            <a:ext cx="695325" cy="369332"/>
          </a:xfrm>
          <a:prstGeom prst="rect">
            <a:avLst/>
          </a:prstGeom>
          <a:noFill/>
        </p:spPr>
        <p:txBody>
          <a:bodyPr wrap="square" rtlCol="0">
            <a:spAutoFit/>
          </a:bodyPr>
          <a:lstStyle/>
          <a:p>
            <a:pPr algn="ctr"/>
            <a:r>
              <a:rPr lang="en-IN"/>
              <a:t>BLE</a:t>
            </a:r>
          </a:p>
        </p:txBody>
      </p:sp>
      <p:sp>
        <p:nvSpPr>
          <p:cNvPr id="60" name="TextBox 59">
            <a:extLst>
              <a:ext uri="{FF2B5EF4-FFF2-40B4-BE49-F238E27FC236}">
                <a16:creationId xmlns:a16="http://schemas.microsoft.com/office/drawing/2014/main" id="{91ED95C5-FE1B-AA10-E13E-B3DE579A08FD}"/>
              </a:ext>
            </a:extLst>
          </p:cNvPr>
          <p:cNvSpPr txBox="1"/>
          <p:nvPr/>
        </p:nvSpPr>
        <p:spPr>
          <a:xfrm>
            <a:off x="8354852" y="3438998"/>
            <a:ext cx="695325" cy="369332"/>
          </a:xfrm>
          <a:prstGeom prst="rect">
            <a:avLst/>
          </a:prstGeom>
          <a:noFill/>
        </p:spPr>
        <p:txBody>
          <a:bodyPr wrap="square" rtlCol="0">
            <a:spAutoFit/>
          </a:bodyPr>
          <a:lstStyle/>
          <a:p>
            <a:pPr algn="ctr"/>
            <a:r>
              <a:rPr lang="en-IN"/>
              <a:t>BLE</a:t>
            </a:r>
          </a:p>
        </p:txBody>
      </p:sp>
      <p:pic>
        <p:nvPicPr>
          <p:cNvPr id="62" name="Picture 61">
            <a:extLst>
              <a:ext uri="{FF2B5EF4-FFF2-40B4-BE49-F238E27FC236}">
                <a16:creationId xmlns:a16="http://schemas.microsoft.com/office/drawing/2014/main" id="{B03E2044-62B8-4833-7A52-1F3A7E48EB89}"/>
              </a:ext>
            </a:extLst>
          </p:cNvPr>
          <p:cNvPicPr>
            <a:picLocks noChangeAspect="1"/>
          </p:cNvPicPr>
          <p:nvPr/>
        </p:nvPicPr>
        <p:blipFill>
          <a:blip r:embed="rId3"/>
          <a:stretch>
            <a:fillRect/>
          </a:stretch>
        </p:blipFill>
        <p:spPr>
          <a:xfrm rot="10800000">
            <a:off x="2211704" y="4248265"/>
            <a:ext cx="459105" cy="489576"/>
          </a:xfrm>
          <a:prstGeom prst="rect">
            <a:avLst/>
          </a:prstGeom>
        </p:spPr>
      </p:pic>
      <p:pic>
        <p:nvPicPr>
          <p:cNvPr id="63" name="Picture 62">
            <a:extLst>
              <a:ext uri="{FF2B5EF4-FFF2-40B4-BE49-F238E27FC236}">
                <a16:creationId xmlns:a16="http://schemas.microsoft.com/office/drawing/2014/main" id="{3D866A39-6FCE-63F9-E51A-5D6EFBB002F8}"/>
              </a:ext>
            </a:extLst>
          </p:cNvPr>
          <p:cNvPicPr>
            <a:picLocks noChangeAspect="1"/>
          </p:cNvPicPr>
          <p:nvPr/>
        </p:nvPicPr>
        <p:blipFill>
          <a:blip r:embed="rId3"/>
          <a:stretch>
            <a:fillRect/>
          </a:stretch>
        </p:blipFill>
        <p:spPr>
          <a:xfrm>
            <a:off x="9211515" y="4248265"/>
            <a:ext cx="459105" cy="489576"/>
          </a:xfrm>
          <a:prstGeom prst="rect">
            <a:avLst/>
          </a:prstGeom>
        </p:spPr>
      </p:pic>
      <p:pic>
        <p:nvPicPr>
          <p:cNvPr id="64" name="Picture 63">
            <a:extLst>
              <a:ext uri="{FF2B5EF4-FFF2-40B4-BE49-F238E27FC236}">
                <a16:creationId xmlns:a16="http://schemas.microsoft.com/office/drawing/2014/main" id="{A2BE9564-4D03-DFD7-017F-53A642433494}"/>
              </a:ext>
            </a:extLst>
          </p:cNvPr>
          <p:cNvPicPr>
            <a:picLocks noChangeAspect="1"/>
          </p:cNvPicPr>
          <p:nvPr/>
        </p:nvPicPr>
        <p:blipFill>
          <a:blip r:embed="rId3"/>
          <a:stretch>
            <a:fillRect/>
          </a:stretch>
        </p:blipFill>
        <p:spPr>
          <a:xfrm rot="5400000">
            <a:off x="4610935" y="5000741"/>
            <a:ext cx="459105" cy="489576"/>
          </a:xfrm>
          <a:prstGeom prst="rect">
            <a:avLst/>
          </a:prstGeom>
        </p:spPr>
      </p:pic>
      <p:pic>
        <p:nvPicPr>
          <p:cNvPr id="65" name="Picture 64">
            <a:extLst>
              <a:ext uri="{FF2B5EF4-FFF2-40B4-BE49-F238E27FC236}">
                <a16:creationId xmlns:a16="http://schemas.microsoft.com/office/drawing/2014/main" id="{D67B8AE1-63B8-D2DA-7F62-D5B978C12FA6}"/>
              </a:ext>
            </a:extLst>
          </p:cNvPr>
          <p:cNvPicPr>
            <a:picLocks noChangeAspect="1"/>
          </p:cNvPicPr>
          <p:nvPr/>
        </p:nvPicPr>
        <p:blipFill>
          <a:blip r:embed="rId3"/>
          <a:stretch>
            <a:fillRect/>
          </a:stretch>
        </p:blipFill>
        <p:spPr>
          <a:xfrm rot="5400000">
            <a:off x="6848737" y="5000742"/>
            <a:ext cx="459105" cy="489576"/>
          </a:xfrm>
          <a:prstGeom prst="rect">
            <a:avLst/>
          </a:prstGeom>
        </p:spPr>
      </p:pic>
      <p:sp>
        <p:nvSpPr>
          <p:cNvPr id="66" name="TextBox 65">
            <a:extLst>
              <a:ext uri="{FF2B5EF4-FFF2-40B4-BE49-F238E27FC236}">
                <a16:creationId xmlns:a16="http://schemas.microsoft.com/office/drawing/2014/main" id="{0FAE796A-7E3C-72C7-6944-89F7CAC52B99}"/>
              </a:ext>
            </a:extLst>
          </p:cNvPr>
          <p:cNvSpPr txBox="1"/>
          <p:nvPr/>
        </p:nvSpPr>
        <p:spPr>
          <a:xfrm>
            <a:off x="2072163" y="3878933"/>
            <a:ext cx="695325" cy="369332"/>
          </a:xfrm>
          <a:prstGeom prst="rect">
            <a:avLst/>
          </a:prstGeom>
          <a:noFill/>
        </p:spPr>
        <p:txBody>
          <a:bodyPr wrap="square" rtlCol="0">
            <a:spAutoFit/>
          </a:bodyPr>
          <a:lstStyle/>
          <a:p>
            <a:pPr algn="ctr"/>
            <a:r>
              <a:rPr lang="en-IN"/>
              <a:t>IR</a:t>
            </a:r>
          </a:p>
        </p:txBody>
      </p:sp>
      <p:sp>
        <p:nvSpPr>
          <p:cNvPr id="67" name="TextBox 66">
            <a:extLst>
              <a:ext uri="{FF2B5EF4-FFF2-40B4-BE49-F238E27FC236}">
                <a16:creationId xmlns:a16="http://schemas.microsoft.com/office/drawing/2014/main" id="{FCC675C2-80AF-2757-C79B-26BFAC060288}"/>
              </a:ext>
            </a:extLst>
          </p:cNvPr>
          <p:cNvSpPr txBox="1"/>
          <p:nvPr/>
        </p:nvSpPr>
        <p:spPr>
          <a:xfrm>
            <a:off x="4926213" y="5060863"/>
            <a:ext cx="695325" cy="369332"/>
          </a:xfrm>
          <a:prstGeom prst="rect">
            <a:avLst/>
          </a:prstGeom>
          <a:noFill/>
        </p:spPr>
        <p:txBody>
          <a:bodyPr wrap="square" rtlCol="0">
            <a:spAutoFit/>
          </a:bodyPr>
          <a:lstStyle/>
          <a:p>
            <a:pPr algn="ctr"/>
            <a:r>
              <a:rPr lang="en-IN"/>
              <a:t>IR</a:t>
            </a:r>
          </a:p>
        </p:txBody>
      </p:sp>
      <p:sp>
        <p:nvSpPr>
          <p:cNvPr id="68" name="TextBox 67">
            <a:extLst>
              <a:ext uri="{FF2B5EF4-FFF2-40B4-BE49-F238E27FC236}">
                <a16:creationId xmlns:a16="http://schemas.microsoft.com/office/drawing/2014/main" id="{EBF94A6F-78EE-3E7E-49ED-D1E598AE4272}"/>
              </a:ext>
            </a:extLst>
          </p:cNvPr>
          <p:cNvSpPr txBox="1"/>
          <p:nvPr/>
        </p:nvSpPr>
        <p:spPr>
          <a:xfrm>
            <a:off x="6188501" y="5060863"/>
            <a:ext cx="695325" cy="369332"/>
          </a:xfrm>
          <a:prstGeom prst="rect">
            <a:avLst/>
          </a:prstGeom>
          <a:noFill/>
        </p:spPr>
        <p:txBody>
          <a:bodyPr wrap="square" rtlCol="0">
            <a:spAutoFit/>
          </a:bodyPr>
          <a:lstStyle/>
          <a:p>
            <a:pPr algn="ctr"/>
            <a:r>
              <a:rPr lang="en-IN"/>
              <a:t>IR</a:t>
            </a:r>
          </a:p>
        </p:txBody>
      </p:sp>
      <p:sp>
        <p:nvSpPr>
          <p:cNvPr id="69" name="TextBox 68">
            <a:extLst>
              <a:ext uri="{FF2B5EF4-FFF2-40B4-BE49-F238E27FC236}">
                <a16:creationId xmlns:a16="http://schemas.microsoft.com/office/drawing/2014/main" id="{71792101-922C-5B3B-A3AF-F9C9AFF5A852}"/>
              </a:ext>
            </a:extLst>
          </p:cNvPr>
          <p:cNvSpPr txBox="1"/>
          <p:nvPr/>
        </p:nvSpPr>
        <p:spPr>
          <a:xfrm>
            <a:off x="9065919" y="3878933"/>
            <a:ext cx="695325" cy="369332"/>
          </a:xfrm>
          <a:prstGeom prst="rect">
            <a:avLst/>
          </a:prstGeom>
          <a:noFill/>
        </p:spPr>
        <p:txBody>
          <a:bodyPr wrap="square" rtlCol="0">
            <a:spAutoFit/>
          </a:bodyPr>
          <a:lstStyle/>
          <a:p>
            <a:pPr algn="ctr"/>
            <a:r>
              <a:rPr lang="en-IN"/>
              <a:t>IR</a:t>
            </a:r>
          </a:p>
        </p:txBody>
      </p:sp>
      <p:sp>
        <p:nvSpPr>
          <p:cNvPr id="70" name="Parallelogram 69">
            <a:extLst>
              <a:ext uri="{FF2B5EF4-FFF2-40B4-BE49-F238E27FC236}">
                <a16:creationId xmlns:a16="http://schemas.microsoft.com/office/drawing/2014/main" id="{2A22E63B-595E-73A1-85D5-8A521EC54F45}"/>
              </a:ext>
            </a:extLst>
          </p:cNvPr>
          <p:cNvSpPr/>
          <p:nvPr/>
        </p:nvSpPr>
        <p:spPr>
          <a:xfrm>
            <a:off x="428625" y="4050141"/>
            <a:ext cx="1590310" cy="779034"/>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a:t>Air</a:t>
            </a:r>
            <a:br>
              <a:rPr lang="en-IN" sz="1400"/>
            </a:br>
            <a:r>
              <a:rPr lang="en-IN" sz="1400"/>
              <a:t>Conditioner</a:t>
            </a:r>
          </a:p>
        </p:txBody>
      </p:sp>
      <p:sp>
        <p:nvSpPr>
          <p:cNvPr id="71" name="Parallelogram 70">
            <a:extLst>
              <a:ext uri="{FF2B5EF4-FFF2-40B4-BE49-F238E27FC236}">
                <a16:creationId xmlns:a16="http://schemas.microsoft.com/office/drawing/2014/main" id="{5B5F4A3A-5C50-E4AB-F506-F281083C6158}"/>
              </a:ext>
            </a:extLst>
          </p:cNvPr>
          <p:cNvSpPr/>
          <p:nvPr/>
        </p:nvSpPr>
        <p:spPr>
          <a:xfrm>
            <a:off x="3796779" y="5637952"/>
            <a:ext cx="1590310" cy="779034"/>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a:t>Air</a:t>
            </a:r>
            <a:br>
              <a:rPr lang="en-IN" sz="1400"/>
            </a:br>
            <a:r>
              <a:rPr lang="en-IN" sz="1400"/>
              <a:t>Conditioner</a:t>
            </a:r>
          </a:p>
        </p:txBody>
      </p:sp>
      <p:sp>
        <p:nvSpPr>
          <p:cNvPr id="72" name="Parallelogram 71">
            <a:extLst>
              <a:ext uri="{FF2B5EF4-FFF2-40B4-BE49-F238E27FC236}">
                <a16:creationId xmlns:a16="http://schemas.microsoft.com/office/drawing/2014/main" id="{4CF54794-636B-C41A-F7BB-66F64FAF5B1D}"/>
              </a:ext>
            </a:extLst>
          </p:cNvPr>
          <p:cNvSpPr/>
          <p:nvPr/>
        </p:nvSpPr>
        <p:spPr>
          <a:xfrm>
            <a:off x="6430329" y="5637952"/>
            <a:ext cx="1590310" cy="779034"/>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a:t>Air</a:t>
            </a:r>
            <a:br>
              <a:rPr lang="en-IN" sz="1400"/>
            </a:br>
            <a:r>
              <a:rPr lang="en-IN" sz="1400"/>
              <a:t>Conditioner</a:t>
            </a:r>
          </a:p>
        </p:txBody>
      </p:sp>
      <p:sp>
        <p:nvSpPr>
          <p:cNvPr id="73" name="Parallelogram 72">
            <a:extLst>
              <a:ext uri="{FF2B5EF4-FFF2-40B4-BE49-F238E27FC236}">
                <a16:creationId xmlns:a16="http://schemas.microsoft.com/office/drawing/2014/main" id="{D7DA9587-F446-387B-114D-F468DCA21CA9}"/>
              </a:ext>
            </a:extLst>
          </p:cNvPr>
          <p:cNvSpPr/>
          <p:nvPr/>
        </p:nvSpPr>
        <p:spPr>
          <a:xfrm>
            <a:off x="9837444" y="4082014"/>
            <a:ext cx="1590310" cy="779034"/>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a:t>Air</a:t>
            </a:r>
            <a:br>
              <a:rPr lang="en-IN" sz="1400"/>
            </a:br>
            <a:r>
              <a:rPr lang="en-IN" sz="1400"/>
              <a:t>Conditioner</a:t>
            </a:r>
          </a:p>
        </p:txBody>
      </p:sp>
      <p:pic>
        <p:nvPicPr>
          <p:cNvPr id="2" name="Picture 1">
            <a:extLst>
              <a:ext uri="{FF2B5EF4-FFF2-40B4-BE49-F238E27FC236}">
                <a16:creationId xmlns:a16="http://schemas.microsoft.com/office/drawing/2014/main" id="{629D8BCF-5B20-7A98-EFED-EDF171EAC297}"/>
              </a:ext>
            </a:extLst>
          </p:cNvPr>
          <p:cNvPicPr>
            <a:picLocks noChangeAspect="1"/>
          </p:cNvPicPr>
          <p:nvPr/>
        </p:nvPicPr>
        <p:blipFill>
          <a:blip r:embed="rId3"/>
          <a:stretch>
            <a:fillRect/>
          </a:stretch>
        </p:blipFill>
        <p:spPr>
          <a:xfrm rot="10800000">
            <a:off x="2847443" y="2691771"/>
            <a:ext cx="459105" cy="489576"/>
          </a:xfrm>
          <a:prstGeom prst="rect">
            <a:avLst/>
          </a:prstGeom>
        </p:spPr>
      </p:pic>
      <p:sp>
        <p:nvSpPr>
          <p:cNvPr id="3" name="TextBox 2">
            <a:extLst>
              <a:ext uri="{FF2B5EF4-FFF2-40B4-BE49-F238E27FC236}">
                <a16:creationId xmlns:a16="http://schemas.microsoft.com/office/drawing/2014/main" id="{F19150DD-790E-4AD7-2C61-024E0AE78ECD}"/>
              </a:ext>
            </a:extLst>
          </p:cNvPr>
          <p:cNvSpPr txBox="1"/>
          <p:nvPr/>
        </p:nvSpPr>
        <p:spPr>
          <a:xfrm>
            <a:off x="2707902" y="2322439"/>
            <a:ext cx="695325" cy="369332"/>
          </a:xfrm>
          <a:prstGeom prst="rect">
            <a:avLst/>
          </a:prstGeom>
          <a:noFill/>
        </p:spPr>
        <p:txBody>
          <a:bodyPr wrap="square" rtlCol="0">
            <a:spAutoFit/>
          </a:bodyPr>
          <a:lstStyle/>
          <a:p>
            <a:pPr algn="ctr"/>
            <a:r>
              <a:rPr lang="en-IN"/>
              <a:t>IR</a:t>
            </a:r>
          </a:p>
        </p:txBody>
      </p:sp>
      <p:sp>
        <p:nvSpPr>
          <p:cNvPr id="4" name="Parallelogram 3">
            <a:extLst>
              <a:ext uri="{FF2B5EF4-FFF2-40B4-BE49-F238E27FC236}">
                <a16:creationId xmlns:a16="http://schemas.microsoft.com/office/drawing/2014/main" id="{685C9216-536B-FB3B-ACFF-9DB7C32A8FCC}"/>
              </a:ext>
            </a:extLst>
          </p:cNvPr>
          <p:cNvSpPr/>
          <p:nvPr/>
        </p:nvSpPr>
        <p:spPr>
          <a:xfrm>
            <a:off x="1064364" y="2493647"/>
            <a:ext cx="1590310" cy="779034"/>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a:t>Air</a:t>
            </a:r>
            <a:br>
              <a:rPr lang="en-IN" sz="1400"/>
            </a:br>
            <a:r>
              <a:rPr lang="en-IN" sz="1400"/>
              <a:t>Conditioner</a:t>
            </a:r>
          </a:p>
        </p:txBody>
      </p:sp>
      <p:pic>
        <p:nvPicPr>
          <p:cNvPr id="5" name="Picture 4">
            <a:extLst>
              <a:ext uri="{FF2B5EF4-FFF2-40B4-BE49-F238E27FC236}">
                <a16:creationId xmlns:a16="http://schemas.microsoft.com/office/drawing/2014/main" id="{50DD34A5-1FDB-6A94-3C9A-9874EE3192F1}"/>
              </a:ext>
            </a:extLst>
          </p:cNvPr>
          <p:cNvPicPr>
            <a:picLocks noChangeAspect="1"/>
          </p:cNvPicPr>
          <p:nvPr/>
        </p:nvPicPr>
        <p:blipFill>
          <a:blip r:embed="rId3"/>
          <a:stretch>
            <a:fillRect/>
          </a:stretch>
        </p:blipFill>
        <p:spPr>
          <a:xfrm>
            <a:off x="8694606" y="2622933"/>
            <a:ext cx="459105" cy="489576"/>
          </a:xfrm>
          <a:prstGeom prst="rect">
            <a:avLst/>
          </a:prstGeom>
        </p:spPr>
      </p:pic>
      <p:sp>
        <p:nvSpPr>
          <p:cNvPr id="6" name="TextBox 5">
            <a:extLst>
              <a:ext uri="{FF2B5EF4-FFF2-40B4-BE49-F238E27FC236}">
                <a16:creationId xmlns:a16="http://schemas.microsoft.com/office/drawing/2014/main" id="{A1852FAD-0ACB-B89C-F183-45A61553CE54}"/>
              </a:ext>
            </a:extLst>
          </p:cNvPr>
          <p:cNvSpPr txBox="1"/>
          <p:nvPr/>
        </p:nvSpPr>
        <p:spPr>
          <a:xfrm>
            <a:off x="8549010" y="2253601"/>
            <a:ext cx="695325" cy="369332"/>
          </a:xfrm>
          <a:prstGeom prst="rect">
            <a:avLst/>
          </a:prstGeom>
          <a:noFill/>
        </p:spPr>
        <p:txBody>
          <a:bodyPr wrap="square" rtlCol="0">
            <a:spAutoFit/>
          </a:bodyPr>
          <a:lstStyle/>
          <a:p>
            <a:pPr algn="ctr"/>
            <a:r>
              <a:rPr lang="en-IN"/>
              <a:t>IR</a:t>
            </a:r>
          </a:p>
        </p:txBody>
      </p:sp>
      <p:sp>
        <p:nvSpPr>
          <p:cNvPr id="7" name="Parallelogram 6">
            <a:extLst>
              <a:ext uri="{FF2B5EF4-FFF2-40B4-BE49-F238E27FC236}">
                <a16:creationId xmlns:a16="http://schemas.microsoft.com/office/drawing/2014/main" id="{EF0FF9DC-887C-2050-30D2-87D6122EFE5C}"/>
              </a:ext>
            </a:extLst>
          </p:cNvPr>
          <p:cNvSpPr/>
          <p:nvPr/>
        </p:nvSpPr>
        <p:spPr>
          <a:xfrm>
            <a:off x="9320535" y="2456682"/>
            <a:ext cx="1590310" cy="779034"/>
          </a:xfrm>
          <a:prstGeom prst="parallelogram">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IN" sz="1400"/>
              <a:t>Air</a:t>
            </a:r>
            <a:br>
              <a:rPr lang="en-IN" sz="1400"/>
            </a:br>
            <a:r>
              <a:rPr lang="en-IN" sz="1400"/>
              <a:t>Conditioner</a:t>
            </a:r>
          </a:p>
        </p:txBody>
      </p:sp>
      <p:cxnSp>
        <p:nvCxnSpPr>
          <p:cNvPr id="10" name="Straight Arrow Connector 9">
            <a:extLst>
              <a:ext uri="{FF2B5EF4-FFF2-40B4-BE49-F238E27FC236}">
                <a16:creationId xmlns:a16="http://schemas.microsoft.com/office/drawing/2014/main" id="{878BD3E9-AD02-F3A1-5C3D-E5CC57998700}"/>
              </a:ext>
            </a:extLst>
          </p:cNvPr>
          <p:cNvCxnSpPr>
            <a:cxnSpLocks/>
            <a:stCxn id="35" idx="6"/>
            <a:endCxn id="36" idx="2"/>
          </p:cNvCxnSpPr>
          <p:nvPr/>
        </p:nvCxnSpPr>
        <p:spPr>
          <a:xfrm>
            <a:off x="3708082" y="4493054"/>
            <a:ext cx="669471" cy="0"/>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A98C928A-F907-D6F4-BF65-513708551923}"/>
              </a:ext>
            </a:extLst>
          </p:cNvPr>
          <p:cNvSpPr txBox="1"/>
          <p:nvPr/>
        </p:nvSpPr>
        <p:spPr>
          <a:xfrm>
            <a:off x="3704292" y="4119846"/>
            <a:ext cx="695325" cy="369332"/>
          </a:xfrm>
          <a:prstGeom prst="rect">
            <a:avLst/>
          </a:prstGeom>
          <a:noFill/>
        </p:spPr>
        <p:txBody>
          <a:bodyPr wrap="square" rtlCol="0">
            <a:spAutoFit/>
          </a:bodyPr>
          <a:lstStyle/>
          <a:p>
            <a:pPr algn="ctr"/>
            <a:r>
              <a:rPr lang="en-IN" dirty="0"/>
              <a:t>BLE</a:t>
            </a:r>
          </a:p>
        </p:txBody>
      </p:sp>
      <p:sp>
        <p:nvSpPr>
          <p:cNvPr id="16" name="TextBox 15">
            <a:extLst>
              <a:ext uri="{FF2B5EF4-FFF2-40B4-BE49-F238E27FC236}">
                <a16:creationId xmlns:a16="http://schemas.microsoft.com/office/drawing/2014/main" id="{0DDF32DB-8305-0ACD-5CDC-0FD8B1FE21F9}"/>
              </a:ext>
            </a:extLst>
          </p:cNvPr>
          <p:cNvSpPr txBox="1"/>
          <p:nvPr/>
        </p:nvSpPr>
        <p:spPr>
          <a:xfrm>
            <a:off x="7513863" y="4107286"/>
            <a:ext cx="695325" cy="369332"/>
          </a:xfrm>
          <a:prstGeom prst="rect">
            <a:avLst/>
          </a:prstGeom>
          <a:noFill/>
        </p:spPr>
        <p:txBody>
          <a:bodyPr wrap="square" rtlCol="0">
            <a:spAutoFit/>
          </a:bodyPr>
          <a:lstStyle/>
          <a:p>
            <a:pPr algn="ctr"/>
            <a:r>
              <a:rPr lang="en-IN" dirty="0"/>
              <a:t>BLE</a:t>
            </a:r>
          </a:p>
        </p:txBody>
      </p:sp>
      <p:cxnSp>
        <p:nvCxnSpPr>
          <p:cNvPr id="17" name="Straight Arrow Connector 16">
            <a:extLst>
              <a:ext uri="{FF2B5EF4-FFF2-40B4-BE49-F238E27FC236}">
                <a16:creationId xmlns:a16="http://schemas.microsoft.com/office/drawing/2014/main" id="{F81CB23E-A799-A2B8-9A63-23EFCDFCE6AC}"/>
              </a:ext>
            </a:extLst>
          </p:cNvPr>
          <p:cNvCxnSpPr>
            <a:cxnSpLocks/>
            <a:stCxn id="37" idx="6"/>
            <a:endCxn id="38" idx="2"/>
          </p:cNvCxnSpPr>
          <p:nvPr/>
        </p:nvCxnSpPr>
        <p:spPr>
          <a:xfrm flipV="1">
            <a:off x="7526790" y="4493054"/>
            <a:ext cx="669472" cy="8335"/>
          </a:xfrm>
          <a:prstGeom prst="straightConnector1">
            <a:avLst/>
          </a:prstGeom>
          <a:ln w="38100">
            <a:headEnd type="triangle"/>
            <a:tailEnd type="triangle"/>
          </a:ln>
        </p:spPr>
        <p:style>
          <a:lnRef idx="1">
            <a:schemeClr val="dk1"/>
          </a:lnRef>
          <a:fillRef idx="0">
            <a:schemeClr val="dk1"/>
          </a:fillRef>
          <a:effectRef idx="0">
            <a:schemeClr val="dk1"/>
          </a:effectRef>
          <a:fontRef idx="minor">
            <a:schemeClr val="tx1"/>
          </a:fontRef>
        </p:style>
      </p:cxnSp>
      <p:sp>
        <p:nvSpPr>
          <p:cNvPr id="30" name="Rectangle: Rounded Corners 29">
            <a:extLst>
              <a:ext uri="{FF2B5EF4-FFF2-40B4-BE49-F238E27FC236}">
                <a16:creationId xmlns:a16="http://schemas.microsoft.com/office/drawing/2014/main" id="{3E83B96C-501A-FD34-74F3-9F25F73903E9}"/>
              </a:ext>
            </a:extLst>
          </p:cNvPr>
          <p:cNvSpPr/>
          <p:nvPr/>
        </p:nvSpPr>
        <p:spPr>
          <a:xfrm>
            <a:off x="5139554" y="768350"/>
            <a:ext cx="1516828" cy="1100365"/>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GB" dirty="0"/>
              <a:t>MQTT</a:t>
            </a:r>
            <a:br>
              <a:rPr lang="en-GB" dirty="0"/>
            </a:br>
            <a:r>
              <a:rPr lang="en-GB" dirty="0"/>
              <a:t>Broker</a:t>
            </a:r>
            <a:endParaRPr lang="en-IN" dirty="0"/>
          </a:p>
        </p:txBody>
      </p:sp>
    </p:spTree>
    <p:extLst>
      <p:ext uri="{BB962C8B-B14F-4D97-AF65-F5344CB8AC3E}">
        <p14:creationId xmlns:p14="http://schemas.microsoft.com/office/powerpoint/2010/main" val="83299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38CD557-010D-AC24-BB17-DBA9B25FAF4E}"/>
              </a:ext>
            </a:extLst>
          </p:cNvPr>
          <p:cNvSpPr/>
          <p:nvPr/>
        </p:nvSpPr>
        <p:spPr>
          <a:xfrm>
            <a:off x="371475" y="263525"/>
            <a:ext cx="11430000" cy="3833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PROCESS FLOW DIAGRAM</a:t>
            </a:r>
          </a:p>
        </p:txBody>
      </p:sp>
      <p:grpSp>
        <p:nvGrpSpPr>
          <p:cNvPr id="21" name="Group 20">
            <a:extLst>
              <a:ext uri="{FF2B5EF4-FFF2-40B4-BE49-F238E27FC236}">
                <a16:creationId xmlns:a16="http://schemas.microsoft.com/office/drawing/2014/main" id="{119A1EE9-3777-2E64-17B5-A68969FD7E5C}"/>
              </a:ext>
            </a:extLst>
          </p:cNvPr>
          <p:cNvGrpSpPr/>
          <p:nvPr/>
        </p:nvGrpSpPr>
        <p:grpSpPr>
          <a:xfrm>
            <a:off x="371474" y="958850"/>
            <a:ext cx="11449052" cy="5737785"/>
            <a:chOff x="371474" y="958850"/>
            <a:chExt cx="11449052" cy="5553075"/>
          </a:xfrm>
        </p:grpSpPr>
        <p:grpSp>
          <p:nvGrpSpPr>
            <p:cNvPr id="13" name="Group 12">
              <a:extLst>
                <a:ext uri="{FF2B5EF4-FFF2-40B4-BE49-F238E27FC236}">
                  <a16:creationId xmlns:a16="http://schemas.microsoft.com/office/drawing/2014/main" id="{99D977F7-09FD-7BD3-ADB5-31B59FA26215}"/>
                </a:ext>
              </a:extLst>
            </p:cNvPr>
            <p:cNvGrpSpPr/>
            <p:nvPr/>
          </p:nvGrpSpPr>
          <p:grpSpPr>
            <a:xfrm>
              <a:off x="371474" y="958850"/>
              <a:ext cx="11449052" cy="5553075"/>
              <a:chOff x="371474" y="958850"/>
              <a:chExt cx="11449052" cy="5553075"/>
            </a:xfrm>
          </p:grpSpPr>
          <p:grpSp>
            <p:nvGrpSpPr>
              <p:cNvPr id="10" name="Group 9">
                <a:extLst>
                  <a:ext uri="{FF2B5EF4-FFF2-40B4-BE49-F238E27FC236}">
                    <a16:creationId xmlns:a16="http://schemas.microsoft.com/office/drawing/2014/main" id="{BE7A1BC1-0697-C853-CE60-79D4AE00FC0D}"/>
                  </a:ext>
                </a:extLst>
              </p:cNvPr>
              <p:cNvGrpSpPr/>
              <p:nvPr/>
            </p:nvGrpSpPr>
            <p:grpSpPr>
              <a:xfrm>
                <a:off x="371474" y="958850"/>
                <a:ext cx="11449052" cy="5553075"/>
                <a:chOff x="371474" y="958850"/>
                <a:chExt cx="11449052" cy="5553075"/>
              </a:xfrm>
            </p:grpSpPr>
            <p:sp>
              <p:nvSpPr>
                <p:cNvPr id="5" name="Rectangle 4">
                  <a:extLst>
                    <a:ext uri="{FF2B5EF4-FFF2-40B4-BE49-F238E27FC236}">
                      <a16:creationId xmlns:a16="http://schemas.microsoft.com/office/drawing/2014/main" id="{C599656C-6E93-8FFE-D590-D85EF26E84B1}"/>
                    </a:ext>
                  </a:extLst>
                </p:cNvPr>
                <p:cNvSpPr/>
                <p:nvPr/>
              </p:nvSpPr>
              <p:spPr>
                <a:xfrm>
                  <a:off x="371475" y="958850"/>
                  <a:ext cx="11430000" cy="555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Connector 7">
                  <a:extLst>
                    <a:ext uri="{FF2B5EF4-FFF2-40B4-BE49-F238E27FC236}">
                      <a16:creationId xmlns:a16="http://schemas.microsoft.com/office/drawing/2014/main" id="{C729D845-DD7C-5A58-35FA-AEE1A21E5DC8}"/>
                    </a:ext>
                  </a:extLst>
                </p:cNvPr>
                <p:cNvCxnSpPr/>
                <p:nvPr/>
              </p:nvCxnSpPr>
              <p:spPr>
                <a:xfrm>
                  <a:off x="371474" y="2875227"/>
                  <a:ext cx="114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7667F82-714E-FA94-1448-30D51AE5674E}"/>
                    </a:ext>
                  </a:extLst>
                </p:cNvPr>
                <p:cNvCxnSpPr/>
                <p:nvPr/>
              </p:nvCxnSpPr>
              <p:spPr>
                <a:xfrm>
                  <a:off x="390526" y="4526073"/>
                  <a:ext cx="1143000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BF89D8F8-16E0-9E3B-86EE-5C22BAC629CA}"/>
                  </a:ext>
                </a:extLst>
              </p:cNvPr>
              <p:cNvCxnSpPr/>
              <p:nvPr/>
            </p:nvCxnSpPr>
            <p:spPr>
              <a:xfrm>
                <a:off x="742950" y="958850"/>
                <a:ext cx="0" cy="55530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76FF8BAC-3B36-DC0C-B2FA-A3046B7BFB20}"/>
                </a:ext>
              </a:extLst>
            </p:cNvPr>
            <p:cNvSpPr txBox="1"/>
            <p:nvPr/>
          </p:nvSpPr>
          <p:spPr>
            <a:xfrm rot="16200000">
              <a:off x="-67745" y="1628259"/>
              <a:ext cx="1285875" cy="369332"/>
            </a:xfrm>
            <a:prstGeom prst="rect">
              <a:avLst/>
            </a:prstGeom>
            <a:noFill/>
          </p:spPr>
          <p:txBody>
            <a:bodyPr wrap="square" rtlCol="0">
              <a:spAutoFit/>
            </a:bodyPr>
            <a:lstStyle/>
            <a:p>
              <a:pPr algn="ctr"/>
              <a:r>
                <a:rPr lang="en-IN"/>
                <a:t>Cloud</a:t>
              </a:r>
            </a:p>
          </p:txBody>
        </p:sp>
        <p:sp>
          <p:nvSpPr>
            <p:cNvPr id="15" name="TextBox 14">
              <a:extLst>
                <a:ext uri="{FF2B5EF4-FFF2-40B4-BE49-F238E27FC236}">
                  <a16:creationId xmlns:a16="http://schemas.microsoft.com/office/drawing/2014/main" id="{94C9B0BC-07F4-B689-D1B8-F5D9D99B5364}"/>
                </a:ext>
              </a:extLst>
            </p:cNvPr>
            <p:cNvSpPr txBox="1"/>
            <p:nvPr/>
          </p:nvSpPr>
          <p:spPr>
            <a:xfrm rot="16200000">
              <a:off x="-84654" y="3461047"/>
              <a:ext cx="1285875" cy="369332"/>
            </a:xfrm>
            <a:prstGeom prst="rect">
              <a:avLst/>
            </a:prstGeom>
            <a:noFill/>
          </p:spPr>
          <p:txBody>
            <a:bodyPr wrap="square" rtlCol="0">
              <a:spAutoFit/>
            </a:bodyPr>
            <a:lstStyle/>
            <a:p>
              <a:pPr algn="ctr"/>
              <a:r>
                <a:rPr lang="en-IN"/>
                <a:t>Gateway</a:t>
              </a:r>
            </a:p>
          </p:txBody>
        </p:sp>
        <p:sp>
          <p:nvSpPr>
            <p:cNvPr id="16" name="TextBox 15">
              <a:extLst>
                <a:ext uri="{FF2B5EF4-FFF2-40B4-BE49-F238E27FC236}">
                  <a16:creationId xmlns:a16="http://schemas.microsoft.com/office/drawing/2014/main" id="{B8E08160-7E14-E28B-DD12-263476514E39}"/>
                </a:ext>
              </a:extLst>
            </p:cNvPr>
            <p:cNvSpPr txBox="1"/>
            <p:nvPr/>
          </p:nvSpPr>
          <p:spPr>
            <a:xfrm rot="16200000">
              <a:off x="-86795" y="5404147"/>
              <a:ext cx="1285875" cy="369332"/>
            </a:xfrm>
            <a:prstGeom prst="rect">
              <a:avLst/>
            </a:prstGeom>
            <a:noFill/>
          </p:spPr>
          <p:txBody>
            <a:bodyPr wrap="square" rtlCol="0">
              <a:spAutoFit/>
            </a:bodyPr>
            <a:lstStyle/>
            <a:p>
              <a:pPr algn="ctr"/>
              <a:r>
                <a:rPr lang="en-IN"/>
                <a:t>Node</a:t>
              </a:r>
            </a:p>
          </p:txBody>
        </p:sp>
      </p:grpSp>
      <p:sp>
        <p:nvSpPr>
          <p:cNvPr id="24" name="Rectangle 23">
            <a:extLst>
              <a:ext uri="{FF2B5EF4-FFF2-40B4-BE49-F238E27FC236}">
                <a16:creationId xmlns:a16="http://schemas.microsoft.com/office/drawing/2014/main" id="{2E63EA01-6A15-55AB-A8DF-843BB26DF2DD}"/>
              </a:ext>
            </a:extLst>
          </p:cNvPr>
          <p:cNvSpPr/>
          <p:nvPr/>
        </p:nvSpPr>
        <p:spPr>
          <a:xfrm>
            <a:off x="1096659" y="1388640"/>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scans QR code on a Node device with mobile app. </a:t>
            </a:r>
            <a:r>
              <a:rPr lang="en-IN" sz="1000">
                <a:solidFill>
                  <a:schemeClr val="tx1"/>
                </a:solidFill>
                <a:hlinkClick r:id="rId2" action="ppaction://hlinksldjump"/>
              </a:rPr>
              <a:t>Provisioning packet </a:t>
            </a:r>
            <a:r>
              <a:rPr lang="en-IN" sz="1000">
                <a:solidFill>
                  <a:schemeClr val="tx1"/>
                </a:solidFill>
              </a:rPr>
              <a:t>with Node details gets sent.</a:t>
            </a:r>
          </a:p>
        </p:txBody>
      </p:sp>
      <p:sp>
        <p:nvSpPr>
          <p:cNvPr id="25" name="Rectangle 24">
            <a:extLst>
              <a:ext uri="{FF2B5EF4-FFF2-40B4-BE49-F238E27FC236}">
                <a16:creationId xmlns:a16="http://schemas.microsoft.com/office/drawing/2014/main" id="{753F128F-5D88-A276-C51B-AC5FDF13F950}"/>
              </a:ext>
            </a:extLst>
          </p:cNvPr>
          <p:cNvSpPr/>
          <p:nvPr/>
        </p:nvSpPr>
        <p:spPr>
          <a:xfrm>
            <a:off x="1096659" y="3268646"/>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Provisioning packet is received and verified. If valid, it is sent to the particular node.</a:t>
            </a:r>
          </a:p>
        </p:txBody>
      </p:sp>
      <p:sp>
        <p:nvSpPr>
          <p:cNvPr id="26" name="Rectangle 25">
            <a:extLst>
              <a:ext uri="{FF2B5EF4-FFF2-40B4-BE49-F238E27FC236}">
                <a16:creationId xmlns:a16="http://schemas.microsoft.com/office/drawing/2014/main" id="{CF469838-27FE-46E4-803B-5E8E70CCAFC7}"/>
              </a:ext>
            </a:extLst>
          </p:cNvPr>
          <p:cNvSpPr/>
          <p:nvPr/>
        </p:nvSpPr>
        <p:spPr>
          <a:xfrm>
            <a:off x="1096659" y="5265104"/>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Provisioning packet is received. Node gets provisioned and enters configuration mode.</a:t>
            </a:r>
          </a:p>
        </p:txBody>
      </p:sp>
      <p:cxnSp>
        <p:nvCxnSpPr>
          <p:cNvPr id="27" name="Straight Arrow Connector 26">
            <a:extLst>
              <a:ext uri="{FF2B5EF4-FFF2-40B4-BE49-F238E27FC236}">
                <a16:creationId xmlns:a16="http://schemas.microsoft.com/office/drawing/2014/main" id="{2E933225-154F-5BBE-1D6E-9708577477C5}"/>
              </a:ext>
            </a:extLst>
          </p:cNvPr>
          <p:cNvCxnSpPr>
            <a:cxnSpLocks/>
            <a:stCxn id="24" idx="2"/>
          </p:cNvCxnSpPr>
          <p:nvPr/>
        </p:nvCxnSpPr>
        <p:spPr>
          <a:xfrm>
            <a:off x="1801510" y="2573647"/>
            <a:ext cx="0" cy="6949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a:extLst>
              <a:ext uri="{FF2B5EF4-FFF2-40B4-BE49-F238E27FC236}">
                <a16:creationId xmlns:a16="http://schemas.microsoft.com/office/drawing/2014/main" id="{CC5351A6-C716-E2EF-932B-14F54E04AEB6}"/>
              </a:ext>
            </a:extLst>
          </p:cNvPr>
          <p:cNvCxnSpPr>
            <a:cxnSpLocks/>
            <a:stCxn id="25" idx="2"/>
            <a:endCxn id="26" idx="0"/>
          </p:cNvCxnSpPr>
          <p:nvPr/>
        </p:nvCxnSpPr>
        <p:spPr>
          <a:xfrm>
            <a:off x="1801509" y="4130227"/>
            <a:ext cx="0" cy="1134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3" name="Rectangle 32">
            <a:extLst>
              <a:ext uri="{FF2B5EF4-FFF2-40B4-BE49-F238E27FC236}">
                <a16:creationId xmlns:a16="http://schemas.microsoft.com/office/drawing/2014/main" id="{0C0A8FD9-7BD9-5786-FE08-B165987BEC3A}"/>
              </a:ext>
            </a:extLst>
          </p:cNvPr>
          <p:cNvSpPr/>
          <p:nvPr/>
        </p:nvSpPr>
        <p:spPr>
          <a:xfrm>
            <a:off x="2746620" y="5265104"/>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Provisioning ack is sent to gatewa. (Provisioned node will wait in config mode until configured)</a:t>
            </a:r>
          </a:p>
        </p:txBody>
      </p:sp>
      <p:sp>
        <p:nvSpPr>
          <p:cNvPr id="34" name="Rectangle 33">
            <a:extLst>
              <a:ext uri="{FF2B5EF4-FFF2-40B4-BE49-F238E27FC236}">
                <a16:creationId xmlns:a16="http://schemas.microsoft.com/office/drawing/2014/main" id="{C9429148-7CBD-690F-A0AD-D39BE28D446A}"/>
              </a:ext>
            </a:extLst>
          </p:cNvPr>
          <p:cNvSpPr/>
          <p:nvPr/>
        </p:nvSpPr>
        <p:spPr>
          <a:xfrm>
            <a:off x="2746618" y="3269261"/>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Received provisioning ack from Node and is sent to cloud</a:t>
            </a:r>
          </a:p>
        </p:txBody>
      </p:sp>
      <p:sp>
        <p:nvSpPr>
          <p:cNvPr id="35" name="Rectangle 34">
            <a:extLst>
              <a:ext uri="{FF2B5EF4-FFF2-40B4-BE49-F238E27FC236}">
                <a16:creationId xmlns:a16="http://schemas.microsoft.com/office/drawing/2014/main" id="{8EA8476B-1637-15F1-1B1C-8A32864C1273}"/>
              </a:ext>
            </a:extLst>
          </p:cNvPr>
          <p:cNvSpPr/>
          <p:nvPr/>
        </p:nvSpPr>
        <p:spPr>
          <a:xfrm>
            <a:off x="2746616" y="1389256"/>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Users gets notified regarding the Provisioning status.</a:t>
            </a:r>
          </a:p>
        </p:txBody>
      </p:sp>
      <p:cxnSp>
        <p:nvCxnSpPr>
          <p:cNvPr id="42" name="Straight Arrow Connector 41">
            <a:extLst>
              <a:ext uri="{FF2B5EF4-FFF2-40B4-BE49-F238E27FC236}">
                <a16:creationId xmlns:a16="http://schemas.microsoft.com/office/drawing/2014/main" id="{60BA3B90-DB41-E04E-42F6-861C443741AA}"/>
              </a:ext>
            </a:extLst>
          </p:cNvPr>
          <p:cNvCxnSpPr>
            <a:cxnSpLocks/>
            <a:stCxn id="34" idx="0"/>
            <a:endCxn id="35" idx="2"/>
          </p:cNvCxnSpPr>
          <p:nvPr/>
        </p:nvCxnSpPr>
        <p:spPr>
          <a:xfrm flipH="1" flipV="1">
            <a:off x="3451467" y="2574263"/>
            <a:ext cx="1" cy="6949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B16AAB4B-0A09-2FB4-50FA-B758DDFEFA66}"/>
              </a:ext>
            </a:extLst>
          </p:cNvPr>
          <p:cNvCxnSpPr>
            <a:cxnSpLocks/>
            <a:stCxn id="33" idx="0"/>
            <a:endCxn id="34" idx="2"/>
          </p:cNvCxnSpPr>
          <p:nvPr/>
        </p:nvCxnSpPr>
        <p:spPr>
          <a:xfrm flipH="1" flipV="1">
            <a:off x="3451468" y="4130842"/>
            <a:ext cx="2" cy="1134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1" name="Connector: Elbow 50">
            <a:extLst>
              <a:ext uri="{FF2B5EF4-FFF2-40B4-BE49-F238E27FC236}">
                <a16:creationId xmlns:a16="http://schemas.microsoft.com/office/drawing/2014/main" id="{8D9FE447-F7ED-54A8-4783-45524C24A3FD}"/>
              </a:ext>
            </a:extLst>
          </p:cNvPr>
          <p:cNvCxnSpPr/>
          <p:nvPr/>
        </p:nvCxnSpPr>
        <p:spPr>
          <a:xfrm rot="16200000" flipH="1">
            <a:off x="2620136" y="5308054"/>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63" name="Rectangle 62">
            <a:extLst>
              <a:ext uri="{FF2B5EF4-FFF2-40B4-BE49-F238E27FC236}">
                <a16:creationId xmlns:a16="http://schemas.microsoft.com/office/drawing/2014/main" id="{B78B323F-C240-6A2A-0CDD-B1B8A8BAB12D}"/>
              </a:ext>
            </a:extLst>
          </p:cNvPr>
          <p:cNvSpPr/>
          <p:nvPr/>
        </p:nvSpPr>
        <p:spPr>
          <a:xfrm>
            <a:off x="4732630" y="5258404"/>
            <a:ext cx="1483772"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While node is waiting in Config mde, a supported AC remote’s button is pressed in front of Node’s receiver</a:t>
            </a:r>
          </a:p>
        </p:txBody>
      </p:sp>
      <p:sp>
        <p:nvSpPr>
          <p:cNvPr id="64" name="Rectangle 63">
            <a:extLst>
              <a:ext uri="{FF2B5EF4-FFF2-40B4-BE49-F238E27FC236}">
                <a16:creationId xmlns:a16="http://schemas.microsoft.com/office/drawing/2014/main" id="{849F3C70-AD12-9037-E12B-72E683296D3F}"/>
              </a:ext>
            </a:extLst>
          </p:cNvPr>
          <p:cNvSpPr/>
          <p:nvPr/>
        </p:nvSpPr>
        <p:spPr>
          <a:xfrm>
            <a:off x="6456666" y="5257393"/>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detects the IR protocol and gets configured. Sends this information to Gateway</a:t>
            </a:r>
          </a:p>
        </p:txBody>
      </p:sp>
      <p:sp>
        <p:nvSpPr>
          <p:cNvPr id="65" name="Rectangle 64">
            <a:extLst>
              <a:ext uri="{FF2B5EF4-FFF2-40B4-BE49-F238E27FC236}">
                <a16:creationId xmlns:a16="http://schemas.microsoft.com/office/drawing/2014/main" id="{20881497-32BE-608D-C319-E64AEFBF21C2}"/>
              </a:ext>
            </a:extLst>
          </p:cNvPr>
          <p:cNvSpPr/>
          <p:nvPr/>
        </p:nvSpPr>
        <p:spPr>
          <a:xfrm>
            <a:off x="6414866" y="3254584"/>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Configuration status information received from Node and sent to cloud.</a:t>
            </a:r>
          </a:p>
        </p:txBody>
      </p:sp>
      <p:sp>
        <p:nvSpPr>
          <p:cNvPr id="66" name="Rectangle 65">
            <a:extLst>
              <a:ext uri="{FF2B5EF4-FFF2-40B4-BE49-F238E27FC236}">
                <a16:creationId xmlns:a16="http://schemas.microsoft.com/office/drawing/2014/main" id="{4DEE4174-6A46-0646-D6BF-9C5F71363BB7}"/>
              </a:ext>
            </a:extLst>
          </p:cNvPr>
          <p:cNvSpPr/>
          <p:nvPr/>
        </p:nvSpPr>
        <p:spPr>
          <a:xfrm>
            <a:off x="6414864" y="1374579"/>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Users gets notified regarding the </a:t>
            </a:r>
            <a:r>
              <a:rPr lang="en-IN" sz="1000">
                <a:solidFill>
                  <a:schemeClr val="tx1"/>
                </a:solidFill>
                <a:hlinkClick r:id="rId3" action="ppaction://hlinksldjump"/>
              </a:rPr>
              <a:t>configuration status </a:t>
            </a:r>
            <a:r>
              <a:rPr lang="en-IN" sz="1000">
                <a:solidFill>
                  <a:schemeClr val="tx1"/>
                </a:solidFill>
              </a:rPr>
              <a:t>of the node.</a:t>
            </a:r>
          </a:p>
        </p:txBody>
      </p:sp>
      <p:cxnSp>
        <p:nvCxnSpPr>
          <p:cNvPr id="67" name="Straight Arrow Connector 66">
            <a:extLst>
              <a:ext uri="{FF2B5EF4-FFF2-40B4-BE49-F238E27FC236}">
                <a16:creationId xmlns:a16="http://schemas.microsoft.com/office/drawing/2014/main" id="{689BF092-3A54-9257-C80C-F6FA22CCEF83}"/>
              </a:ext>
            </a:extLst>
          </p:cNvPr>
          <p:cNvCxnSpPr>
            <a:cxnSpLocks/>
            <a:stCxn id="65" idx="0"/>
            <a:endCxn id="66" idx="2"/>
          </p:cNvCxnSpPr>
          <p:nvPr/>
        </p:nvCxnSpPr>
        <p:spPr>
          <a:xfrm flipH="1" flipV="1">
            <a:off x="7119715" y="2559586"/>
            <a:ext cx="1" cy="6949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68" name="Straight Arrow Connector 67">
            <a:extLst>
              <a:ext uri="{FF2B5EF4-FFF2-40B4-BE49-F238E27FC236}">
                <a16:creationId xmlns:a16="http://schemas.microsoft.com/office/drawing/2014/main" id="{E8A79E0E-EAFE-360C-CAC2-7F09CE576C11}"/>
              </a:ext>
            </a:extLst>
          </p:cNvPr>
          <p:cNvCxnSpPr>
            <a:cxnSpLocks/>
            <a:endCxn id="65" idx="2"/>
          </p:cNvCxnSpPr>
          <p:nvPr/>
        </p:nvCxnSpPr>
        <p:spPr>
          <a:xfrm flipH="1" flipV="1">
            <a:off x="7119716" y="4116165"/>
            <a:ext cx="2" cy="1134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0" name="Connector: Elbow 69">
            <a:extLst>
              <a:ext uri="{FF2B5EF4-FFF2-40B4-BE49-F238E27FC236}">
                <a16:creationId xmlns:a16="http://schemas.microsoft.com/office/drawing/2014/main" id="{755BDE14-8612-48EE-4DBE-7862997B6018}"/>
              </a:ext>
            </a:extLst>
          </p:cNvPr>
          <p:cNvCxnSpPr/>
          <p:nvPr/>
        </p:nvCxnSpPr>
        <p:spPr>
          <a:xfrm rot="16200000" flipH="1">
            <a:off x="6293147" y="5309868"/>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71" name="Rectangle 70">
            <a:extLst>
              <a:ext uri="{FF2B5EF4-FFF2-40B4-BE49-F238E27FC236}">
                <a16:creationId xmlns:a16="http://schemas.microsoft.com/office/drawing/2014/main" id="{4CC387E1-851B-F82C-07E1-FE6814416BA2}"/>
              </a:ext>
            </a:extLst>
          </p:cNvPr>
          <p:cNvSpPr/>
          <p:nvPr/>
        </p:nvSpPr>
        <p:spPr>
          <a:xfrm>
            <a:off x="371475" y="633607"/>
            <a:ext cx="11429999" cy="325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72" name="Straight Connector 71">
            <a:extLst>
              <a:ext uri="{FF2B5EF4-FFF2-40B4-BE49-F238E27FC236}">
                <a16:creationId xmlns:a16="http://schemas.microsoft.com/office/drawing/2014/main" id="{80494513-DDC9-3382-00AF-9A41E362171E}"/>
              </a:ext>
            </a:extLst>
          </p:cNvPr>
          <p:cNvCxnSpPr>
            <a:cxnSpLocks/>
          </p:cNvCxnSpPr>
          <p:nvPr/>
        </p:nvCxnSpPr>
        <p:spPr>
          <a:xfrm>
            <a:off x="4552950" y="651899"/>
            <a:ext cx="0" cy="6044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13C4AD7-BCA5-91FF-57BA-AC89500156F5}"/>
              </a:ext>
            </a:extLst>
          </p:cNvPr>
          <p:cNvCxnSpPr>
            <a:cxnSpLocks/>
          </p:cNvCxnSpPr>
          <p:nvPr/>
        </p:nvCxnSpPr>
        <p:spPr>
          <a:xfrm>
            <a:off x="8039100" y="633607"/>
            <a:ext cx="0" cy="6063028"/>
          </a:xfrm>
          <a:prstGeom prst="line">
            <a:avLst/>
          </a:prstGeom>
        </p:spPr>
        <p:style>
          <a:lnRef idx="1">
            <a:schemeClr val="accent1"/>
          </a:lnRef>
          <a:fillRef idx="0">
            <a:schemeClr val="accent1"/>
          </a:fillRef>
          <a:effectRef idx="0">
            <a:schemeClr val="accent1"/>
          </a:effectRef>
          <a:fontRef idx="minor">
            <a:schemeClr val="tx1"/>
          </a:fontRef>
        </p:style>
      </p:cxnSp>
      <p:sp>
        <p:nvSpPr>
          <p:cNvPr id="75" name="Rectangle 74">
            <a:extLst>
              <a:ext uri="{FF2B5EF4-FFF2-40B4-BE49-F238E27FC236}">
                <a16:creationId xmlns:a16="http://schemas.microsoft.com/office/drawing/2014/main" id="{4E806F7C-7E8A-E106-00E5-6EB3A6CEB7E6}"/>
              </a:ext>
            </a:extLst>
          </p:cNvPr>
          <p:cNvSpPr/>
          <p:nvPr/>
        </p:nvSpPr>
        <p:spPr>
          <a:xfrm>
            <a:off x="1818588" y="668063"/>
            <a:ext cx="1602497" cy="25796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Node Provisioning</a:t>
            </a:r>
          </a:p>
        </p:txBody>
      </p:sp>
      <p:sp>
        <p:nvSpPr>
          <p:cNvPr id="76" name="Rectangle 75">
            <a:extLst>
              <a:ext uri="{FF2B5EF4-FFF2-40B4-BE49-F238E27FC236}">
                <a16:creationId xmlns:a16="http://schemas.microsoft.com/office/drawing/2014/main" id="{BA4F9672-F0BB-E128-1EFF-36907A0EBB61}"/>
              </a:ext>
            </a:extLst>
          </p:cNvPr>
          <p:cNvSpPr/>
          <p:nvPr/>
        </p:nvSpPr>
        <p:spPr>
          <a:xfrm>
            <a:off x="5645195" y="665423"/>
            <a:ext cx="1630039"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Node Configuration</a:t>
            </a:r>
          </a:p>
        </p:txBody>
      </p:sp>
      <p:sp>
        <p:nvSpPr>
          <p:cNvPr id="2" name="Rectangle 1">
            <a:extLst>
              <a:ext uri="{FF2B5EF4-FFF2-40B4-BE49-F238E27FC236}">
                <a16:creationId xmlns:a16="http://schemas.microsoft.com/office/drawing/2014/main" id="{495FC2EA-985D-35DA-D428-1E8095AC98BC}"/>
              </a:ext>
            </a:extLst>
          </p:cNvPr>
          <p:cNvSpPr/>
          <p:nvPr/>
        </p:nvSpPr>
        <p:spPr>
          <a:xfrm>
            <a:off x="8406574" y="1388635"/>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presses unprovision button for specific node on the mobile app</a:t>
            </a:r>
          </a:p>
        </p:txBody>
      </p:sp>
      <p:sp>
        <p:nvSpPr>
          <p:cNvPr id="3" name="Rectangle 2">
            <a:extLst>
              <a:ext uri="{FF2B5EF4-FFF2-40B4-BE49-F238E27FC236}">
                <a16:creationId xmlns:a16="http://schemas.microsoft.com/office/drawing/2014/main" id="{DC4D3300-E1F4-FE50-D2AA-6EE0A950A0C9}"/>
              </a:ext>
            </a:extLst>
          </p:cNvPr>
          <p:cNvSpPr/>
          <p:nvPr/>
        </p:nvSpPr>
        <p:spPr>
          <a:xfrm>
            <a:off x="8406574" y="3268641"/>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hlinkClick r:id="rId4" action="ppaction://hlinksldjump"/>
              </a:rPr>
              <a:t>Unprovisioning packet </a:t>
            </a:r>
            <a:r>
              <a:rPr lang="en-IN" sz="1000">
                <a:solidFill>
                  <a:schemeClr val="tx1"/>
                </a:solidFill>
              </a:rPr>
              <a:t>is received and verified. If valid, it is sent to the particular node.</a:t>
            </a:r>
          </a:p>
        </p:txBody>
      </p:sp>
      <p:sp>
        <p:nvSpPr>
          <p:cNvPr id="4" name="Rectangle 3">
            <a:extLst>
              <a:ext uri="{FF2B5EF4-FFF2-40B4-BE49-F238E27FC236}">
                <a16:creationId xmlns:a16="http://schemas.microsoft.com/office/drawing/2014/main" id="{1234FB63-3786-709B-49DB-CCF795284EDD}"/>
              </a:ext>
            </a:extLst>
          </p:cNvPr>
          <p:cNvSpPr/>
          <p:nvPr/>
        </p:nvSpPr>
        <p:spPr>
          <a:xfrm>
            <a:off x="8406574" y="5265099"/>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Unprovisioning packet is received. Node gets removed from the network</a:t>
            </a:r>
          </a:p>
        </p:txBody>
      </p:sp>
      <p:cxnSp>
        <p:nvCxnSpPr>
          <p:cNvPr id="7" name="Straight Arrow Connector 6">
            <a:extLst>
              <a:ext uri="{FF2B5EF4-FFF2-40B4-BE49-F238E27FC236}">
                <a16:creationId xmlns:a16="http://schemas.microsoft.com/office/drawing/2014/main" id="{B5FB50CD-6CE2-9821-01E8-C6EBC976D678}"/>
              </a:ext>
            </a:extLst>
          </p:cNvPr>
          <p:cNvCxnSpPr>
            <a:cxnSpLocks/>
            <a:stCxn id="2" idx="2"/>
          </p:cNvCxnSpPr>
          <p:nvPr/>
        </p:nvCxnSpPr>
        <p:spPr>
          <a:xfrm>
            <a:off x="9111425" y="2573642"/>
            <a:ext cx="0" cy="6949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a:extLst>
              <a:ext uri="{FF2B5EF4-FFF2-40B4-BE49-F238E27FC236}">
                <a16:creationId xmlns:a16="http://schemas.microsoft.com/office/drawing/2014/main" id="{C52B66A8-BAE9-4CFF-336F-07C887E6DBBA}"/>
              </a:ext>
            </a:extLst>
          </p:cNvPr>
          <p:cNvCxnSpPr>
            <a:cxnSpLocks/>
            <a:stCxn id="3" idx="2"/>
            <a:endCxn id="4" idx="0"/>
          </p:cNvCxnSpPr>
          <p:nvPr/>
        </p:nvCxnSpPr>
        <p:spPr>
          <a:xfrm>
            <a:off x="9111424" y="4130222"/>
            <a:ext cx="0" cy="11348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id="{D9443F27-CCC8-F3DD-61D7-A2E534700E35}"/>
              </a:ext>
            </a:extLst>
          </p:cNvPr>
          <p:cNvSpPr/>
          <p:nvPr/>
        </p:nvSpPr>
        <p:spPr>
          <a:xfrm>
            <a:off x="10056535" y="5265099"/>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Unprovisioning ack is sent to gateway</a:t>
            </a:r>
          </a:p>
        </p:txBody>
      </p:sp>
      <p:sp>
        <p:nvSpPr>
          <p:cNvPr id="20" name="Rectangle 19">
            <a:extLst>
              <a:ext uri="{FF2B5EF4-FFF2-40B4-BE49-F238E27FC236}">
                <a16:creationId xmlns:a16="http://schemas.microsoft.com/office/drawing/2014/main" id="{A4C31439-E7DE-8110-BB6E-9562A6713E5F}"/>
              </a:ext>
            </a:extLst>
          </p:cNvPr>
          <p:cNvSpPr/>
          <p:nvPr/>
        </p:nvSpPr>
        <p:spPr>
          <a:xfrm>
            <a:off x="10056533" y="3269256"/>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Received Unprovisioning ack from Node and is sent to cloud</a:t>
            </a:r>
          </a:p>
        </p:txBody>
      </p:sp>
      <p:sp>
        <p:nvSpPr>
          <p:cNvPr id="22" name="Rectangle 21">
            <a:extLst>
              <a:ext uri="{FF2B5EF4-FFF2-40B4-BE49-F238E27FC236}">
                <a16:creationId xmlns:a16="http://schemas.microsoft.com/office/drawing/2014/main" id="{1C6E64F8-9837-34BE-7C2C-7930BA9F362D}"/>
              </a:ext>
            </a:extLst>
          </p:cNvPr>
          <p:cNvSpPr/>
          <p:nvPr/>
        </p:nvSpPr>
        <p:spPr>
          <a:xfrm>
            <a:off x="10056531" y="1389251"/>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Users gets notified regarding the Unprovisioning status.</a:t>
            </a:r>
          </a:p>
        </p:txBody>
      </p:sp>
      <p:cxnSp>
        <p:nvCxnSpPr>
          <p:cNvPr id="28" name="Straight Arrow Connector 27">
            <a:extLst>
              <a:ext uri="{FF2B5EF4-FFF2-40B4-BE49-F238E27FC236}">
                <a16:creationId xmlns:a16="http://schemas.microsoft.com/office/drawing/2014/main" id="{9AD86E80-3899-02AB-3013-12F2F0DCDAEF}"/>
              </a:ext>
            </a:extLst>
          </p:cNvPr>
          <p:cNvCxnSpPr>
            <a:cxnSpLocks/>
            <a:stCxn id="20" idx="0"/>
            <a:endCxn id="22" idx="2"/>
          </p:cNvCxnSpPr>
          <p:nvPr/>
        </p:nvCxnSpPr>
        <p:spPr>
          <a:xfrm flipH="1" flipV="1">
            <a:off x="10761382" y="2574258"/>
            <a:ext cx="1" cy="6949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F7AA3E87-60BE-90FD-E4CB-4F45406EC207}"/>
              </a:ext>
            </a:extLst>
          </p:cNvPr>
          <p:cNvCxnSpPr>
            <a:cxnSpLocks/>
            <a:stCxn id="19" idx="0"/>
            <a:endCxn id="20" idx="2"/>
          </p:cNvCxnSpPr>
          <p:nvPr/>
        </p:nvCxnSpPr>
        <p:spPr>
          <a:xfrm flipH="1" flipV="1">
            <a:off x="10761383" y="4130837"/>
            <a:ext cx="2" cy="11342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Connector: Elbow 30">
            <a:extLst>
              <a:ext uri="{FF2B5EF4-FFF2-40B4-BE49-F238E27FC236}">
                <a16:creationId xmlns:a16="http://schemas.microsoft.com/office/drawing/2014/main" id="{9FD3309C-79A7-A610-4A6E-A1BE5530E116}"/>
              </a:ext>
            </a:extLst>
          </p:cNvPr>
          <p:cNvCxnSpPr/>
          <p:nvPr/>
        </p:nvCxnSpPr>
        <p:spPr>
          <a:xfrm rot="16200000" flipH="1">
            <a:off x="9930051" y="5308049"/>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F370EC10-FD6B-0128-F79E-FC28D9926127}"/>
              </a:ext>
            </a:extLst>
          </p:cNvPr>
          <p:cNvSpPr/>
          <p:nvPr/>
        </p:nvSpPr>
        <p:spPr>
          <a:xfrm>
            <a:off x="9023130" y="667340"/>
            <a:ext cx="1826541" cy="25796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Node Unprovisioning</a:t>
            </a:r>
          </a:p>
        </p:txBody>
      </p:sp>
      <p:sp>
        <p:nvSpPr>
          <p:cNvPr id="23" name="Rectangle 22">
            <a:extLst>
              <a:ext uri="{FF2B5EF4-FFF2-40B4-BE49-F238E27FC236}">
                <a16:creationId xmlns:a16="http://schemas.microsoft.com/office/drawing/2014/main" id="{D9507E32-F99D-BCAB-D27E-FD835334FD68}"/>
              </a:ext>
            </a:extLst>
          </p:cNvPr>
          <p:cNvSpPr/>
          <p:nvPr/>
        </p:nvSpPr>
        <p:spPr>
          <a:xfrm>
            <a:off x="1178557" y="100657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JsonPacketId : 100 </a:t>
            </a:r>
          </a:p>
        </p:txBody>
      </p:sp>
      <p:sp>
        <p:nvSpPr>
          <p:cNvPr id="36" name="Rectangle 35">
            <a:extLst>
              <a:ext uri="{FF2B5EF4-FFF2-40B4-BE49-F238E27FC236}">
                <a16:creationId xmlns:a16="http://schemas.microsoft.com/office/drawing/2014/main" id="{A6446409-01F4-E3EB-4F39-259B119ABAB4}"/>
              </a:ext>
            </a:extLst>
          </p:cNvPr>
          <p:cNvSpPr/>
          <p:nvPr/>
        </p:nvSpPr>
        <p:spPr>
          <a:xfrm>
            <a:off x="4895077" y="1013674"/>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101</a:t>
            </a:r>
          </a:p>
        </p:txBody>
      </p:sp>
      <p:sp>
        <p:nvSpPr>
          <p:cNvPr id="37" name="Rectangle 36">
            <a:extLst>
              <a:ext uri="{FF2B5EF4-FFF2-40B4-BE49-F238E27FC236}">
                <a16:creationId xmlns:a16="http://schemas.microsoft.com/office/drawing/2014/main" id="{F945C4B2-5E2C-C4AD-C3E5-DB63E37ECFEB}"/>
              </a:ext>
            </a:extLst>
          </p:cNvPr>
          <p:cNvSpPr/>
          <p:nvPr/>
        </p:nvSpPr>
        <p:spPr>
          <a:xfrm>
            <a:off x="8546065" y="998815"/>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102</a:t>
            </a:r>
          </a:p>
        </p:txBody>
      </p:sp>
    </p:spTree>
    <p:extLst>
      <p:ext uri="{BB962C8B-B14F-4D97-AF65-F5344CB8AC3E}">
        <p14:creationId xmlns:p14="http://schemas.microsoft.com/office/powerpoint/2010/main" val="15887618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DCE8-C798-6A53-68C1-88CB64973817}"/>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85DD9BC8-12E7-EF93-486F-C571EA69AB85}"/>
              </a:ext>
            </a:extLst>
          </p:cNvPr>
          <p:cNvGrpSpPr/>
          <p:nvPr/>
        </p:nvGrpSpPr>
        <p:grpSpPr>
          <a:xfrm>
            <a:off x="371474" y="958850"/>
            <a:ext cx="11449052" cy="5737785"/>
            <a:chOff x="371474" y="958850"/>
            <a:chExt cx="11449052" cy="5553075"/>
          </a:xfrm>
        </p:grpSpPr>
        <p:grpSp>
          <p:nvGrpSpPr>
            <p:cNvPr id="18" name="Group 17">
              <a:extLst>
                <a:ext uri="{FF2B5EF4-FFF2-40B4-BE49-F238E27FC236}">
                  <a16:creationId xmlns:a16="http://schemas.microsoft.com/office/drawing/2014/main" id="{41FFAE44-9088-C8F0-5B90-2E9BD66A5921}"/>
                </a:ext>
              </a:extLst>
            </p:cNvPr>
            <p:cNvGrpSpPr/>
            <p:nvPr/>
          </p:nvGrpSpPr>
          <p:grpSpPr>
            <a:xfrm>
              <a:off x="371474" y="958850"/>
              <a:ext cx="11449052" cy="5553075"/>
              <a:chOff x="371474" y="958850"/>
              <a:chExt cx="11449052" cy="5553075"/>
            </a:xfrm>
          </p:grpSpPr>
          <p:grpSp>
            <p:nvGrpSpPr>
              <p:cNvPr id="24" name="Group 23">
                <a:extLst>
                  <a:ext uri="{FF2B5EF4-FFF2-40B4-BE49-F238E27FC236}">
                    <a16:creationId xmlns:a16="http://schemas.microsoft.com/office/drawing/2014/main" id="{51A64E7B-B85F-C225-24FF-557B66FD71D1}"/>
                  </a:ext>
                </a:extLst>
              </p:cNvPr>
              <p:cNvGrpSpPr/>
              <p:nvPr/>
            </p:nvGrpSpPr>
            <p:grpSpPr>
              <a:xfrm>
                <a:off x="371474" y="958850"/>
                <a:ext cx="11449052" cy="5553075"/>
                <a:chOff x="371474" y="958850"/>
                <a:chExt cx="11449052" cy="5553075"/>
              </a:xfrm>
            </p:grpSpPr>
            <p:sp>
              <p:nvSpPr>
                <p:cNvPr id="26" name="Rectangle 25">
                  <a:extLst>
                    <a:ext uri="{FF2B5EF4-FFF2-40B4-BE49-F238E27FC236}">
                      <a16:creationId xmlns:a16="http://schemas.microsoft.com/office/drawing/2014/main" id="{C359E82A-766B-22D4-8408-4E1E8752ED5B}"/>
                    </a:ext>
                  </a:extLst>
                </p:cNvPr>
                <p:cNvSpPr/>
                <p:nvPr/>
              </p:nvSpPr>
              <p:spPr>
                <a:xfrm>
                  <a:off x="371475" y="958850"/>
                  <a:ext cx="11430000" cy="555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Connector 26">
                  <a:extLst>
                    <a:ext uri="{FF2B5EF4-FFF2-40B4-BE49-F238E27FC236}">
                      <a16:creationId xmlns:a16="http://schemas.microsoft.com/office/drawing/2014/main" id="{2162216F-6A12-1BE8-C4D5-96E2626C4DA6}"/>
                    </a:ext>
                  </a:extLst>
                </p:cNvPr>
                <p:cNvCxnSpPr/>
                <p:nvPr/>
              </p:nvCxnSpPr>
              <p:spPr>
                <a:xfrm>
                  <a:off x="371474" y="2875227"/>
                  <a:ext cx="114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84B404B-A4A1-C1E7-EA74-C0580E7FABC3}"/>
                    </a:ext>
                  </a:extLst>
                </p:cNvPr>
                <p:cNvCxnSpPr/>
                <p:nvPr/>
              </p:nvCxnSpPr>
              <p:spPr>
                <a:xfrm>
                  <a:off x="390526" y="4526073"/>
                  <a:ext cx="1143000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F4EF7F62-C357-BD82-3F62-A376A0554CE6}"/>
                  </a:ext>
                </a:extLst>
              </p:cNvPr>
              <p:cNvCxnSpPr/>
              <p:nvPr/>
            </p:nvCxnSpPr>
            <p:spPr>
              <a:xfrm>
                <a:off x="742950" y="958850"/>
                <a:ext cx="0" cy="55530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1D6C2F5A-6F6F-C9B8-B5C7-7E10A8E4FA12}"/>
                </a:ext>
              </a:extLst>
            </p:cNvPr>
            <p:cNvSpPr txBox="1"/>
            <p:nvPr/>
          </p:nvSpPr>
          <p:spPr>
            <a:xfrm rot="16200000">
              <a:off x="-67745" y="1628259"/>
              <a:ext cx="1285875" cy="369332"/>
            </a:xfrm>
            <a:prstGeom prst="rect">
              <a:avLst/>
            </a:prstGeom>
            <a:noFill/>
          </p:spPr>
          <p:txBody>
            <a:bodyPr wrap="square" rtlCol="0">
              <a:spAutoFit/>
            </a:bodyPr>
            <a:lstStyle/>
            <a:p>
              <a:pPr algn="ctr"/>
              <a:r>
                <a:rPr lang="en-IN"/>
                <a:t>Cloud</a:t>
              </a:r>
            </a:p>
          </p:txBody>
        </p:sp>
        <p:sp>
          <p:nvSpPr>
            <p:cNvPr id="20" name="TextBox 19">
              <a:extLst>
                <a:ext uri="{FF2B5EF4-FFF2-40B4-BE49-F238E27FC236}">
                  <a16:creationId xmlns:a16="http://schemas.microsoft.com/office/drawing/2014/main" id="{C02EE486-071A-0591-F092-D00FBDE508DD}"/>
                </a:ext>
              </a:extLst>
            </p:cNvPr>
            <p:cNvSpPr txBox="1"/>
            <p:nvPr/>
          </p:nvSpPr>
          <p:spPr>
            <a:xfrm rot="16200000">
              <a:off x="-84654" y="3461047"/>
              <a:ext cx="1285875" cy="369332"/>
            </a:xfrm>
            <a:prstGeom prst="rect">
              <a:avLst/>
            </a:prstGeom>
            <a:noFill/>
          </p:spPr>
          <p:txBody>
            <a:bodyPr wrap="square" rtlCol="0">
              <a:spAutoFit/>
            </a:bodyPr>
            <a:lstStyle/>
            <a:p>
              <a:pPr algn="ctr"/>
              <a:r>
                <a:rPr lang="en-IN"/>
                <a:t>Gateway</a:t>
              </a:r>
            </a:p>
          </p:txBody>
        </p:sp>
        <p:sp>
          <p:nvSpPr>
            <p:cNvPr id="23" name="TextBox 22">
              <a:extLst>
                <a:ext uri="{FF2B5EF4-FFF2-40B4-BE49-F238E27FC236}">
                  <a16:creationId xmlns:a16="http://schemas.microsoft.com/office/drawing/2014/main" id="{8A469276-8D9F-F319-7787-81695945FFBD}"/>
                </a:ext>
              </a:extLst>
            </p:cNvPr>
            <p:cNvSpPr txBox="1"/>
            <p:nvPr/>
          </p:nvSpPr>
          <p:spPr>
            <a:xfrm rot="16200000">
              <a:off x="-86795" y="5404147"/>
              <a:ext cx="1285875" cy="369332"/>
            </a:xfrm>
            <a:prstGeom prst="rect">
              <a:avLst/>
            </a:prstGeom>
            <a:noFill/>
          </p:spPr>
          <p:txBody>
            <a:bodyPr wrap="square" rtlCol="0">
              <a:spAutoFit/>
            </a:bodyPr>
            <a:lstStyle/>
            <a:p>
              <a:pPr algn="ctr"/>
              <a:r>
                <a:rPr lang="en-IN"/>
                <a:t>Node</a:t>
              </a:r>
            </a:p>
          </p:txBody>
        </p:sp>
      </p:grpSp>
      <p:sp>
        <p:nvSpPr>
          <p:cNvPr id="6" name="Rectangle 5">
            <a:extLst>
              <a:ext uri="{FF2B5EF4-FFF2-40B4-BE49-F238E27FC236}">
                <a16:creationId xmlns:a16="http://schemas.microsoft.com/office/drawing/2014/main" id="{56EAE25D-FB9D-CC79-5D54-112471D135EC}"/>
              </a:ext>
            </a:extLst>
          </p:cNvPr>
          <p:cNvSpPr/>
          <p:nvPr/>
        </p:nvSpPr>
        <p:spPr>
          <a:xfrm>
            <a:off x="371475" y="263525"/>
            <a:ext cx="11439292" cy="370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PROCESS FLOW DIAGRAM</a:t>
            </a:r>
          </a:p>
        </p:txBody>
      </p:sp>
      <p:sp>
        <p:nvSpPr>
          <p:cNvPr id="2" name="Rectangle 1">
            <a:extLst>
              <a:ext uri="{FF2B5EF4-FFF2-40B4-BE49-F238E27FC236}">
                <a16:creationId xmlns:a16="http://schemas.microsoft.com/office/drawing/2014/main" id="{61A667B9-2A59-01D8-359B-167453FD38C0}"/>
              </a:ext>
            </a:extLst>
          </p:cNvPr>
          <p:cNvSpPr/>
          <p:nvPr/>
        </p:nvSpPr>
        <p:spPr>
          <a:xfrm>
            <a:off x="1113886" y="1465824"/>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inputs AC control setting in the app for a particular Node and presses the control button. </a:t>
            </a:r>
            <a:r>
              <a:rPr lang="en-IN" sz="1000">
                <a:solidFill>
                  <a:schemeClr val="tx1"/>
                </a:solidFill>
                <a:hlinkClick r:id="rId3" action="ppaction://hlinksldjump"/>
              </a:rPr>
              <a:t>Control packet </a:t>
            </a:r>
            <a:r>
              <a:rPr lang="en-IN" sz="1000">
                <a:solidFill>
                  <a:schemeClr val="tx1"/>
                </a:solidFill>
              </a:rPr>
              <a:t>gets sent from cloud</a:t>
            </a:r>
          </a:p>
        </p:txBody>
      </p:sp>
      <p:sp>
        <p:nvSpPr>
          <p:cNvPr id="3" name="Rectangle 2">
            <a:extLst>
              <a:ext uri="{FF2B5EF4-FFF2-40B4-BE49-F238E27FC236}">
                <a16:creationId xmlns:a16="http://schemas.microsoft.com/office/drawing/2014/main" id="{3D8ED9A8-A617-F747-6A77-685DCDEE69B5}"/>
              </a:ext>
            </a:extLst>
          </p:cNvPr>
          <p:cNvSpPr/>
          <p:nvPr/>
        </p:nvSpPr>
        <p:spPr>
          <a:xfrm>
            <a:off x="1113886" y="3364880"/>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Control packet is received and if valid, it is sent to Node.</a:t>
            </a:r>
          </a:p>
        </p:txBody>
      </p:sp>
      <p:cxnSp>
        <p:nvCxnSpPr>
          <p:cNvPr id="4" name="Straight Arrow Connector 3">
            <a:extLst>
              <a:ext uri="{FF2B5EF4-FFF2-40B4-BE49-F238E27FC236}">
                <a16:creationId xmlns:a16="http://schemas.microsoft.com/office/drawing/2014/main" id="{7AF9F2FE-A196-447F-E71C-FA0B40FF7E10}"/>
              </a:ext>
            </a:extLst>
          </p:cNvPr>
          <p:cNvCxnSpPr>
            <a:stCxn id="2" idx="2"/>
          </p:cNvCxnSpPr>
          <p:nvPr/>
        </p:nvCxnSpPr>
        <p:spPr>
          <a:xfrm>
            <a:off x="1818737" y="2650831"/>
            <a:ext cx="1" cy="714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Rectangle 6">
            <a:extLst>
              <a:ext uri="{FF2B5EF4-FFF2-40B4-BE49-F238E27FC236}">
                <a16:creationId xmlns:a16="http://schemas.microsoft.com/office/drawing/2014/main" id="{1B9E2CA3-B910-0DB6-303D-4DA1EB8580A6}"/>
              </a:ext>
            </a:extLst>
          </p:cNvPr>
          <p:cNvSpPr/>
          <p:nvPr/>
        </p:nvSpPr>
        <p:spPr>
          <a:xfrm>
            <a:off x="1113886" y="5403425"/>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receives the control packet and controls the AC. Sends back Ack to the Gateway</a:t>
            </a:r>
          </a:p>
        </p:txBody>
      </p:sp>
      <p:cxnSp>
        <p:nvCxnSpPr>
          <p:cNvPr id="11" name="Straight Arrow Connector 10">
            <a:extLst>
              <a:ext uri="{FF2B5EF4-FFF2-40B4-BE49-F238E27FC236}">
                <a16:creationId xmlns:a16="http://schemas.microsoft.com/office/drawing/2014/main" id="{FEDA5676-55BC-2F19-98CE-82555851090E}"/>
              </a:ext>
            </a:extLst>
          </p:cNvPr>
          <p:cNvCxnSpPr>
            <a:cxnSpLocks/>
            <a:stCxn id="3" idx="2"/>
            <a:endCxn id="7" idx="0"/>
          </p:cNvCxnSpPr>
          <p:nvPr/>
        </p:nvCxnSpPr>
        <p:spPr>
          <a:xfrm>
            <a:off x="1818736" y="4226461"/>
            <a:ext cx="0" cy="11769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Rectangle 21">
            <a:extLst>
              <a:ext uri="{FF2B5EF4-FFF2-40B4-BE49-F238E27FC236}">
                <a16:creationId xmlns:a16="http://schemas.microsoft.com/office/drawing/2014/main" id="{0A93650C-D406-0DFE-7829-814408BACC7B}"/>
              </a:ext>
            </a:extLst>
          </p:cNvPr>
          <p:cNvSpPr/>
          <p:nvPr/>
        </p:nvSpPr>
        <p:spPr>
          <a:xfrm>
            <a:off x="2828386" y="3364880"/>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If control packet was invalid, ack with error code gets sent to cloud</a:t>
            </a:r>
          </a:p>
        </p:txBody>
      </p:sp>
      <p:sp>
        <p:nvSpPr>
          <p:cNvPr id="32" name="Rectangle 31">
            <a:extLst>
              <a:ext uri="{FF2B5EF4-FFF2-40B4-BE49-F238E27FC236}">
                <a16:creationId xmlns:a16="http://schemas.microsoft.com/office/drawing/2014/main" id="{2C483494-70B0-5E51-C893-94C2FEE4AE48}"/>
              </a:ext>
            </a:extLst>
          </p:cNvPr>
          <p:cNvSpPr/>
          <p:nvPr/>
        </p:nvSpPr>
        <p:spPr>
          <a:xfrm>
            <a:off x="2828386" y="1465824"/>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the control status.</a:t>
            </a:r>
          </a:p>
        </p:txBody>
      </p:sp>
      <p:cxnSp>
        <p:nvCxnSpPr>
          <p:cNvPr id="39" name="Straight Arrow Connector 38">
            <a:extLst>
              <a:ext uri="{FF2B5EF4-FFF2-40B4-BE49-F238E27FC236}">
                <a16:creationId xmlns:a16="http://schemas.microsoft.com/office/drawing/2014/main" id="{BEC3E95F-875D-D7D3-63E1-29FA20396320}"/>
              </a:ext>
            </a:extLst>
          </p:cNvPr>
          <p:cNvCxnSpPr>
            <a:cxnSpLocks/>
            <a:stCxn id="22" idx="0"/>
            <a:endCxn id="32" idx="2"/>
          </p:cNvCxnSpPr>
          <p:nvPr/>
        </p:nvCxnSpPr>
        <p:spPr>
          <a:xfrm flipV="1">
            <a:off x="3533236" y="2650831"/>
            <a:ext cx="1" cy="714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4" name="TextBox 43">
            <a:extLst>
              <a:ext uri="{FF2B5EF4-FFF2-40B4-BE49-F238E27FC236}">
                <a16:creationId xmlns:a16="http://schemas.microsoft.com/office/drawing/2014/main" id="{7A7AADAC-39E2-AA73-32C3-63DDFA1CD3D5}"/>
              </a:ext>
            </a:extLst>
          </p:cNvPr>
          <p:cNvSpPr txBox="1"/>
          <p:nvPr/>
        </p:nvSpPr>
        <p:spPr>
          <a:xfrm>
            <a:off x="2437861" y="4349511"/>
            <a:ext cx="800097" cy="246221"/>
          </a:xfrm>
          <a:prstGeom prst="rect">
            <a:avLst/>
          </a:prstGeom>
          <a:noFill/>
        </p:spPr>
        <p:txBody>
          <a:bodyPr wrap="square" rtlCol="0">
            <a:spAutoFit/>
          </a:bodyPr>
          <a:lstStyle/>
          <a:p>
            <a:pPr algn="ctr"/>
            <a:r>
              <a:rPr lang="en-IN" sz="1000"/>
              <a:t>If invalid</a:t>
            </a:r>
          </a:p>
        </p:txBody>
      </p:sp>
      <p:cxnSp>
        <p:nvCxnSpPr>
          <p:cNvPr id="46" name="Straight Connector 45">
            <a:extLst>
              <a:ext uri="{FF2B5EF4-FFF2-40B4-BE49-F238E27FC236}">
                <a16:creationId xmlns:a16="http://schemas.microsoft.com/office/drawing/2014/main" id="{337C070F-6931-9157-3BF2-7BBAA899FF00}"/>
              </a:ext>
            </a:extLst>
          </p:cNvPr>
          <p:cNvCxnSpPr>
            <a:cxnSpLocks/>
          </p:cNvCxnSpPr>
          <p:nvPr/>
        </p:nvCxnSpPr>
        <p:spPr>
          <a:xfrm>
            <a:off x="2142588" y="4276895"/>
            <a:ext cx="0" cy="307593"/>
          </a:xfrm>
          <a:prstGeom prst="line">
            <a:avLst/>
          </a:prstGeom>
        </p:spPr>
        <p:style>
          <a:lnRef idx="1">
            <a:schemeClr val="dk1"/>
          </a:lnRef>
          <a:fillRef idx="0">
            <a:schemeClr val="dk1"/>
          </a:fillRef>
          <a:effectRef idx="0">
            <a:schemeClr val="dk1"/>
          </a:effectRef>
          <a:fontRef idx="minor">
            <a:schemeClr val="tx1"/>
          </a:fontRef>
        </p:style>
      </p:cxnSp>
      <p:cxnSp>
        <p:nvCxnSpPr>
          <p:cNvPr id="47" name="Straight Connector 46">
            <a:extLst>
              <a:ext uri="{FF2B5EF4-FFF2-40B4-BE49-F238E27FC236}">
                <a16:creationId xmlns:a16="http://schemas.microsoft.com/office/drawing/2014/main" id="{818B3CF7-E22F-E255-3296-872BCE73A7D3}"/>
              </a:ext>
            </a:extLst>
          </p:cNvPr>
          <p:cNvCxnSpPr>
            <a:cxnSpLocks/>
          </p:cNvCxnSpPr>
          <p:nvPr/>
        </p:nvCxnSpPr>
        <p:spPr>
          <a:xfrm>
            <a:off x="2142588" y="4584488"/>
            <a:ext cx="1380591" cy="0"/>
          </a:xfrm>
          <a:prstGeom prst="line">
            <a:avLst/>
          </a:prstGeom>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98F396CA-53C9-D72B-6309-A6BEB984258E}"/>
              </a:ext>
            </a:extLst>
          </p:cNvPr>
          <p:cNvCxnSpPr>
            <a:cxnSpLocks/>
            <a:endCxn id="22" idx="2"/>
          </p:cNvCxnSpPr>
          <p:nvPr/>
        </p:nvCxnSpPr>
        <p:spPr>
          <a:xfrm flipH="1" flipV="1">
            <a:off x="3533236" y="4226461"/>
            <a:ext cx="5266" cy="35802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2" name="Rectangle 61">
            <a:extLst>
              <a:ext uri="{FF2B5EF4-FFF2-40B4-BE49-F238E27FC236}">
                <a16:creationId xmlns:a16="http://schemas.microsoft.com/office/drawing/2014/main" id="{EFADCA73-E8F8-DADE-8293-D05BF8F7D2DB}"/>
              </a:ext>
            </a:extLst>
          </p:cNvPr>
          <p:cNvSpPr/>
          <p:nvPr/>
        </p:nvSpPr>
        <p:spPr>
          <a:xfrm>
            <a:off x="4773872" y="5368134"/>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Locking is enabled. Node detected that AC was controlled using remote.</a:t>
            </a:r>
          </a:p>
        </p:txBody>
      </p:sp>
      <p:sp>
        <p:nvSpPr>
          <p:cNvPr id="69" name="Rectangle 68">
            <a:extLst>
              <a:ext uri="{FF2B5EF4-FFF2-40B4-BE49-F238E27FC236}">
                <a16:creationId xmlns:a16="http://schemas.microsoft.com/office/drawing/2014/main" id="{678BCE49-0392-563F-40E9-BD5560F336B7}"/>
              </a:ext>
            </a:extLst>
          </p:cNvPr>
          <p:cNvSpPr/>
          <p:nvPr/>
        </p:nvSpPr>
        <p:spPr>
          <a:xfrm>
            <a:off x="6415864" y="5368134"/>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Sends this information to Gateway. Also sends back previous IR command to maintain the AC’s locked state.</a:t>
            </a:r>
          </a:p>
        </p:txBody>
      </p:sp>
      <p:cxnSp>
        <p:nvCxnSpPr>
          <p:cNvPr id="71" name="Connector: Elbow 70">
            <a:extLst>
              <a:ext uri="{FF2B5EF4-FFF2-40B4-BE49-F238E27FC236}">
                <a16:creationId xmlns:a16="http://schemas.microsoft.com/office/drawing/2014/main" id="{FDB6C65A-5DB1-EA98-5F62-BA11A2657B04}"/>
              </a:ext>
            </a:extLst>
          </p:cNvPr>
          <p:cNvCxnSpPr/>
          <p:nvPr/>
        </p:nvCxnSpPr>
        <p:spPr>
          <a:xfrm rot="16200000" flipH="1">
            <a:off x="6289380" y="5411084"/>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72" name="Rectangle 71">
            <a:extLst>
              <a:ext uri="{FF2B5EF4-FFF2-40B4-BE49-F238E27FC236}">
                <a16:creationId xmlns:a16="http://schemas.microsoft.com/office/drawing/2014/main" id="{4DB9CCCA-2CFE-83F7-B5F4-01C323551D29}"/>
              </a:ext>
            </a:extLst>
          </p:cNvPr>
          <p:cNvSpPr/>
          <p:nvPr/>
        </p:nvSpPr>
        <p:spPr>
          <a:xfrm>
            <a:off x="6415861" y="3358043"/>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Gateway receives the </a:t>
            </a:r>
            <a:r>
              <a:rPr lang="en-IN" sz="1000">
                <a:solidFill>
                  <a:schemeClr val="tx1"/>
                </a:solidFill>
                <a:hlinkClick r:id="rId4" action="ppaction://hlinksldjump"/>
              </a:rPr>
              <a:t>locking status </a:t>
            </a:r>
            <a:r>
              <a:rPr lang="en-IN" sz="1000">
                <a:solidFill>
                  <a:schemeClr val="tx1"/>
                </a:solidFill>
              </a:rPr>
              <a:t>info from Node and sends it to cloud</a:t>
            </a:r>
          </a:p>
        </p:txBody>
      </p:sp>
      <p:sp>
        <p:nvSpPr>
          <p:cNvPr id="73" name="Rectangle 72">
            <a:extLst>
              <a:ext uri="{FF2B5EF4-FFF2-40B4-BE49-F238E27FC236}">
                <a16:creationId xmlns:a16="http://schemas.microsoft.com/office/drawing/2014/main" id="{93B02B51-6990-2243-0A82-5674D948C488}"/>
              </a:ext>
            </a:extLst>
          </p:cNvPr>
          <p:cNvSpPr/>
          <p:nvPr/>
        </p:nvSpPr>
        <p:spPr>
          <a:xfrm>
            <a:off x="6415859" y="1430533"/>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that a particular AC was controlled using remote and t</a:t>
            </a:r>
          </a:p>
        </p:txBody>
      </p:sp>
      <p:cxnSp>
        <p:nvCxnSpPr>
          <p:cNvPr id="74" name="Straight Arrow Connector 73">
            <a:extLst>
              <a:ext uri="{FF2B5EF4-FFF2-40B4-BE49-F238E27FC236}">
                <a16:creationId xmlns:a16="http://schemas.microsoft.com/office/drawing/2014/main" id="{F8B0294F-1D6B-871B-EA48-1BD57A5DC50A}"/>
              </a:ext>
            </a:extLst>
          </p:cNvPr>
          <p:cNvCxnSpPr>
            <a:cxnSpLocks/>
            <a:stCxn id="72" idx="0"/>
            <a:endCxn id="73" idx="2"/>
          </p:cNvCxnSpPr>
          <p:nvPr/>
        </p:nvCxnSpPr>
        <p:spPr>
          <a:xfrm flipH="1" flipV="1">
            <a:off x="7120710" y="2615540"/>
            <a:ext cx="1" cy="7425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37FB50F7-2FF9-CE0C-969D-5F9AAD12257E}"/>
              </a:ext>
            </a:extLst>
          </p:cNvPr>
          <p:cNvCxnSpPr>
            <a:cxnSpLocks/>
            <a:endCxn id="72" idx="2"/>
          </p:cNvCxnSpPr>
          <p:nvPr/>
        </p:nvCxnSpPr>
        <p:spPr>
          <a:xfrm flipV="1">
            <a:off x="7120711" y="4219624"/>
            <a:ext cx="0" cy="114850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8" name="Rectangle 77">
            <a:extLst>
              <a:ext uri="{FF2B5EF4-FFF2-40B4-BE49-F238E27FC236}">
                <a16:creationId xmlns:a16="http://schemas.microsoft.com/office/drawing/2014/main" id="{D9CECB8F-A65F-CF9F-7BEA-99978028A697}"/>
              </a:ext>
            </a:extLst>
          </p:cNvPr>
          <p:cNvSpPr/>
          <p:nvPr/>
        </p:nvSpPr>
        <p:spPr>
          <a:xfrm>
            <a:off x="8414262" y="1430533"/>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Users presses reconfigure button for a Node/Gateway. </a:t>
            </a:r>
            <a:r>
              <a:rPr lang="en-IN" sz="1000">
                <a:solidFill>
                  <a:schemeClr val="tx1"/>
                </a:solidFill>
                <a:hlinkClick r:id="rId5" action="ppaction://hlinksldjump"/>
              </a:rPr>
              <a:t>Reconfiguration packet </a:t>
            </a:r>
            <a:r>
              <a:rPr lang="en-IN" sz="1000">
                <a:solidFill>
                  <a:schemeClr val="tx1"/>
                </a:solidFill>
              </a:rPr>
              <a:t>is sent</a:t>
            </a:r>
          </a:p>
        </p:txBody>
      </p:sp>
      <p:cxnSp>
        <p:nvCxnSpPr>
          <p:cNvPr id="79" name="Straight Arrow Connector 78">
            <a:extLst>
              <a:ext uri="{FF2B5EF4-FFF2-40B4-BE49-F238E27FC236}">
                <a16:creationId xmlns:a16="http://schemas.microsoft.com/office/drawing/2014/main" id="{EFD944EF-0C8A-A402-B362-610D0740E63E}"/>
              </a:ext>
            </a:extLst>
          </p:cNvPr>
          <p:cNvCxnSpPr>
            <a:cxnSpLocks/>
            <a:stCxn id="78" idx="2"/>
            <a:endCxn id="82" idx="0"/>
          </p:cNvCxnSpPr>
          <p:nvPr/>
        </p:nvCxnSpPr>
        <p:spPr>
          <a:xfrm>
            <a:off x="9119113" y="2615540"/>
            <a:ext cx="1844" cy="766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2" name="Rectangle 81">
            <a:extLst>
              <a:ext uri="{FF2B5EF4-FFF2-40B4-BE49-F238E27FC236}">
                <a16:creationId xmlns:a16="http://schemas.microsoft.com/office/drawing/2014/main" id="{27782D32-5435-4F4B-1628-5C16C0A06822}"/>
              </a:ext>
            </a:extLst>
          </p:cNvPr>
          <p:cNvSpPr/>
          <p:nvPr/>
        </p:nvSpPr>
        <p:spPr>
          <a:xfrm>
            <a:off x="8416107" y="3381720"/>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Reconfiguration packet received and if valid, it is sent to Node.</a:t>
            </a:r>
          </a:p>
        </p:txBody>
      </p:sp>
      <p:sp>
        <p:nvSpPr>
          <p:cNvPr id="84" name="Rectangle 83">
            <a:extLst>
              <a:ext uri="{FF2B5EF4-FFF2-40B4-BE49-F238E27FC236}">
                <a16:creationId xmlns:a16="http://schemas.microsoft.com/office/drawing/2014/main" id="{696EC376-1ABB-9B20-C8ED-2E6C1E2C2009}"/>
              </a:ext>
            </a:extLst>
          </p:cNvPr>
          <p:cNvSpPr/>
          <p:nvPr/>
        </p:nvSpPr>
        <p:spPr>
          <a:xfrm>
            <a:off x="8419026" y="5368133"/>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Reconfiguration packet is received. Node enters Configuration mode.</a:t>
            </a:r>
          </a:p>
        </p:txBody>
      </p:sp>
      <p:cxnSp>
        <p:nvCxnSpPr>
          <p:cNvPr id="85" name="Straight Arrow Connector 84">
            <a:extLst>
              <a:ext uri="{FF2B5EF4-FFF2-40B4-BE49-F238E27FC236}">
                <a16:creationId xmlns:a16="http://schemas.microsoft.com/office/drawing/2014/main" id="{49DD1BE3-A7FB-0FAA-3C62-0060F974F5D1}"/>
              </a:ext>
            </a:extLst>
          </p:cNvPr>
          <p:cNvCxnSpPr>
            <a:cxnSpLocks/>
          </p:cNvCxnSpPr>
          <p:nvPr/>
        </p:nvCxnSpPr>
        <p:spPr>
          <a:xfrm>
            <a:off x="9119113" y="4243301"/>
            <a:ext cx="4765" cy="11248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Rectangle 86">
            <a:extLst>
              <a:ext uri="{FF2B5EF4-FFF2-40B4-BE49-F238E27FC236}">
                <a16:creationId xmlns:a16="http://schemas.microsoft.com/office/drawing/2014/main" id="{0891B39C-CC52-95EC-8B2D-7497800B4BD1}"/>
              </a:ext>
            </a:extLst>
          </p:cNvPr>
          <p:cNvSpPr/>
          <p:nvPr/>
        </p:nvSpPr>
        <p:spPr>
          <a:xfrm>
            <a:off x="10066854" y="5394776"/>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Reconfiguraion ack is sent.</a:t>
            </a:r>
          </a:p>
        </p:txBody>
      </p:sp>
      <p:cxnSp>
        <p:nvCxnSpPr>
          <p:cNvPr id="88" name="Connector: Elbow 87">
            <a:extLst>
              <a:ext uri="{FF2B5EF4-FFF2-40B4-BE49-F238E27FC236}">
                <a16:creationId xmlns:a16="http://schemas.microsoft.com/office/drawing/2014/main" id="{9AB57EF5-2AC7-438D-23C3-DBF2EDC0923B}"/>
              </a:ext>
            </a:extLst>
          </p:cNvPr>
          <p:cNvCxnSpPr/>
          <p:nvPr/>
        </p:nvCxnSpPr>
        <p:spPr>
          <a:xfrm rot="16200000" flipH="1">
            <a:off x="9940370" y="5437726"/>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94" name="Rectangle 93">
            <a:extLst>
              <a:ext uri="{FF2B5EF4-FFF2-40B4-BE49-F238E27FC236}">
                <a16:creationId xmlns:a16="http://schemas.microsoft.com/office/drawing/2014/main" id="{6F400D75-A1C7-664D-D33C-8706F077E2DB}"/>
              </a:ext>
            </a:extLst>
          </p:cNvPr>
          <p:cNvSpPr/>
          <p:nvPr/>
        </p:nvSpPr>
        <p:spPr>
          <a:xfrm>
            <a:off x="10058398" y="3366712"/>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Reconfiguration ack is received. Ack is passed to Cloud</a:t>
            </a:r>
          </a:p>
        </p:txBody>
      </p:sp>
      <p:sp>
        <p:nvSpPr>
          <p:cNvPr id="95" name="Rectangle 94">
            <a:extLst>
              <a:ext uri="{FF2B5EF4-FFF2-40B4-BE49-F238E27FC236}">
                <a16:creationId xmlns:a16="http://schemas.microsoft.com/office/drawing/2014/main" id="{96871C59-CD27-F4E7-B06E-DE74D98DC1B6}"/>
              </a:ext>
            </a:extLst>
          </p:cNvPr>
          <p:cNvSpPr/>
          <p:nvPr/>
        </p:nvSpPr>
        <p:spPr>
          <a:xfrm>
            <a:off x="10058396" y="1439202"/>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gets notified regarding the reconfiguration status</a:t>
            </a:r>
          </a:p>
        </p:txBody>
      </p:sp>
      <p:cxnSp>
        <p:nvCxnSpPr>
          <p:cNvPr id="96" name="Straight Arrow Connector 95">
            <a:extLst>
              <a:ext uri="{FF2B5EF4-FFF2-40B4-BE49-F238E27FC236}">
                <a16:creationId xmlns:a16="http://schemas.microsoft.com/office/drawing/2014/main" id="{57C588FC-E61F-3DFD-F351-5261E21B2880}"/>
              </a:ext>
            </a:extLst>
          </p:cNvPr>
          <p:cNvCxnSpPr>
            <a:cxnSpLocks/>
            <a:stCxn id="94" idx="0"/>
            <a:endCxn id="95" idx="2"/>
          </p:cNvCxnSpPr>
          <p:nvPr/>
        </p:nvCxnSpPr>
        <p:spPr>
          <a:xfrm flipH="1" flipV="1">
            <a:off x="10763247" y="2624209"/>
            <a:ext cx="1" cy="7425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7414C478-B0D2-1E3F-2711-2F12C632A410}"/>
              </a:ext>
            </a:extLst>
          </p:cNvPr>
          <p:cNvCxnSpPr>
            <a:cxnSpLocks/>
            <a:stCxn id="87" idx="0"/>
            <a:endCxn id="94" idx="2"/>
          </p:cNvCxnSpPr>
          <p:nvPr/>
        </p:nvCxnSpPr>
        <p:spPr>
          <a:xfrm flipH="1" flipV="1">
            <a:off x="10763248" y="4228293"/>
            <a:ext cx="8456" cy="11664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Rectangle 102">
            <a:extLst>
              <a:ext uri="{FF2B5EF4-FFF2-40B4-BE49-F238E27FC236}">
                <a16:creationId xmlns:a16="http://schemas.microsoft.com/office/drawing/2014/main" id="{CBE599C7-55C6-DBF2-D7DE-60AA341A12A4}"/>
              </a:ext>
            </a:extLst>
          </p:cNvPr>
          <p:cNvSpPr/>
          <p:nvPr/>
        </p:nvSpPr>
        <p:spPr>
          <a:xfrm>
            <a:off x="371475" y="633607"/>
            <a:ext cx="11429999" cy="325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5" name="Straight Connector 104">
            <a:extLst>
              <a:ext uri="{FF2B5EF4-FFF2-40B4-BE49-F238E27FC236}">
                <a16:creationId xmlns:a16="http://schemas.microsoft.com/office/drawing/2014/main" id="{FB995976-B3CB-097F-9A02-25025A1D06A2}"/>
              </a:ext>
            </a:extLst>
          </p:cNvPr>
          <p:cNvCxnSpPr>
            <a:cxnSpLocks/>
          </p:cNvCxnSpPr>
          <p:nvPr/>
        </p:nvCxnSpPr>
        <p:spPr>
          <a:xfrm>
            <a:off x="4552950" y="651899"/>
            <a:ext cx="0" cy="6044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A9EC265-4481-A366-779E-A97F112C2978}"/>
              </a:ext>
            </a:extLst>
          </p:cNvPr>
          <p:cNvCxnSpPr>
            <a:cxnSpLocks/>
          </p:cNvCxnSpPr>
          <p:nvPr/>
        </p:nvCxnSpPr>
        <p:spPr>
          <a:xfrm>
            <a:off x="8039100" y="633607"/>
            <a:ext cx="0" cy="6063028"/>
          </a:xfrm>
          <a:prstGeom prst="line">
            <a:avLst/>
          </a:prstGeom>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10E51DF3-21C2-3BC5-DDD9-139075B99AC6}"/>
              </a:ext>
            </a:extLst>
          </p:cNvPr>
          <p:cNvSpPr/>
          <p:nvPr/>
        </p:nvSpPr>
        <p:spPr>
          <a:xfrm>
            <a:off x="1893628" y="675955"/>
            <a:ext cx="1409702"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Node AC Control</a:t>
            </a:r>
          </a:p>
        </p:txBody>
      </p:sp>
      <p:sp>
        <p:nvSpPr>
          <p:cNvPr id="123" name="Rectangle 122">
            <a:extLst>
              <a:ext uri="{FF2B5EF4-FFF2-40B4-BE49-F238E27FC236}">
                <a16:creationId xmlns:a16="http://schemas.microsoft.com/office/drawing/2014/main" id="{F18236B9-2A32-0BE3-04F5-53CDD55C42CB}"/>
              </a:ext>
            </a:extLst>
          </p:cNvPr>
          <p:cNvSpPr/>
          <p:nvPr/>
        </p:nvSpPr>
        <p:spPr>
          <a:xfrm>
            <a:off x="5567399" y="677244"/>
            <a:ext cx="1409702"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Node Locking</a:t>
            </a:r>
          </a:p>
        </p:txBody>
      </p:sp>
      <p:sp>
        <p:nvSpPr>
          <p:cNvPr id="125" name="Rectangle 124">
            <a:extLst>
              <a:ext uri="{FF2B5EF4-FFF2-40B4-BE49-F238E27FC236}">
                <a16:creationId xmlns:a16="http://schemas.microsoft.com/office/drawing/2014/main" id="{A418E0A6-1C12-1199-CBCF-6F824E75705E}"/>
              </a:ext>
            </a:extLst>
          </p:cNvPr>
          <p:cNvSpPr/>
          <p:nvPr/>
        </p:nvSpPr>
        <p:spPr>
          <a:xfrm>
            <a:off x="9019111" y="673847"/>
            <a:ext cx="1855217"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Node Reconfiguration</a:t>
            </a:r>
          </a:p>
        </p:txBody>
      </p:sp>
      <p:sp>
        <p:nvSpPr>
          <p:cNvPr id="31" name="Rectangle 30">
            <a:extLst>
              <a:ext uri="{FF2B5EF4-FFF2-40B4-BE49-F238E27FC236}">
                <a16:creationId xmlns:a16="http://schemas.microsoft.com/office/drawing/2014/main" id="{61F19318-A720-3CCC-1A7C-1087809FA1D2}"/>
              </a:ext>
            </a:extLst>
          </p:cNvPr>
          <p:cNvSpPr/>
          <p:nvPr/>
        </p:nvSpPr>
        <p:spPr>
          <a:xfrm>
            <a:off x="1178557" y="100657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JsonPacketId : 103 </a:t>
            </a:r>
          </a:p>
        </p:txBody>
      </p:sp>
      <p:sp>
        <p:nvSpPr>
          <p:cNvPr id="33" name="Rectangle 32">
            <a:extLst>
              <a:ext uri="{FF2B5EF4-FFF2-40B4-BE49-F238E27FC236}">
                <a16:creationId xmlns:a16="http://schemas.microsoft.com/office/drawing/2014/main" id="{81444F1D-DA17-0EC7-C7B2-B0BF5EDBEA0E}"/>
              </a:ext>
            </a:extLst>
          </p:cNvPr>
          <p:cNvSpPr/>
          <p:nvPr/>
        </p:nvSpPr>
        <p:spPr>
          <a:xfrm>
            <a:off x="4895077" y="1013674"/>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104</a:t>
            </a:r>
          </a:p>
        </p:txBody>
      </p:sp>
      <p:sp>
        <p:nvSpPr>
          <p:cNvPr id="34" name="Rectangle 33">
            <a:extLst>
              <a:ext uri="{FF2B5EF4-FFF2-40B4-BE49-F238E27FC236}">
                <a16:creationId xmlns:a16="http://schemas.microsoft.com/office/drawing/2014/main" id="{462D8C6D-29E6-6BDC-65D1-66935BA9750A}"/>
              </a:ext>
            </a:extLst>
          </p:cNvPr>
          <p:cNvSpPr/>
          <p:nvPr/>
        </p:nvSpPr>
        <p:spPr>
          <a:xfrm>
            <a:off x="8546065" y="998815"/>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105</a:t>
            </a:r>
          </a:p>
        </p:txBody>
      </p:sp>
    </p:spTree>
    <p:extLst>
      <p:ext uri="{BB962C8B-B14F-4D97-AF65-F5344CB8AC3E}">
        <p14:creationId xmlns:p14="http://schemas.microsoft.com/office/powerpoint/2010/main" val="16568205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DCE8-C798-6A53-68C1-88CB64973817}"/>
            </a:ext>
          </a:extLst>
        </p:cNvPr>
        <p:cNvGrpSpPr/>
        <p:nvPr/>
      </p:nvGrpSpPr>
      <p:grpSpPr>
        <a:xfrm>
          <a:off x="0" y="0"/>
          <a:ext cx="0" cy="0"/>
          <a:chOff x="0" y="0"/>
          <a:chExt cx="0" cy="0"/>
        </a:xfrm>
      </p:grpSpPr>
      <p:grpSp>
        <p:nvGrpSpPr>
          <p:cNvPr id="17" name="Group 16">
            <a:extLst>
              <a:ext uri="{FF2B5EF4-FFF2-40B4-BE49-F238E27FC236}">
                <a16:creationId xmlns:a16="http://schemas.microsoft.com/office/drawing/2014/main" id="{85DD9BC8-12E7-EF93-486F-C571EA69AB85}"/>
              </a:ext>
            </a:extLst>
          </p:cNvPr>
          <p:cNvGrpSpPr/>
          <p:nvPr/>
        </p:nvGrpSpPr>
        <p:grpSpPr>
          <a:xfrm>
            <a:off x="371474" y="958850"/>
            <a:ext cx="11449052" cy="5737785"/>
            <a:chOff x="371474" y="958850"/>
            <a:chExt cx="11449052" cy="5553075"/>
          </a:xfrm>
        </p:grpSpPr>
        <p:grpSp>
          <p:nvGrpSpPr>
            <p:cNvPr id="18" name="Group 17">
              <a:extLst>
                <a:ext uri="{FF2B5EF4-FFF2-40B4-BE49-F238E27FC236}">
                  <a16:creationId xmlns:a16="http://schemas.microsoft.com/office/drawing/2014/main" id="{41FFAE44-9088-C8F0-5B90-2E9BD66A5921}"/>
                </a:ext>
              </a:extLst>
            </p:cNvPr>
            <p:cNvGrpSpPr/>
            <p:nvPr/>
          </p:nvGrpSpPr>
          <p:grpSpPr>
            <a:xfrm>
              <a:off x="371474" y="958850"/>
              <a:ext cx="11449052" cy="5553075"/>
              <a:chOff x="371474" y="958850"/>
              <a:chExt cx="11449052" cy="5553075"/>
            </a:xfrm>
          </p:grpSpPr>
          <p:grpSp>
            <p:nvGrpSpPr>
              <p:cNvPr id="24" name="Group 23">
                <a:extLst>
                  <a:ext uri="{FF2B5EF4-FFF2-40B4-BE49-F238E27FC236}">
                    <a16:creationId xmlns:a16="http://schemas.microsoft.com/office/drawing/2014/main" id="{51A64E7B-B85F-C225-24FF-557B66FD71D1}"/>
                  </a:ext>
                </a:extLst>
              </p:cNvPr>
              <p:cNvGrpSpPr/>
              <p:nvPr/>
            </p:nvGrpSpPr>
            <p:grpSpPr>
              <a:xfrm>
                <a:off x="371474" y="958850"/>
                <a:ext cx="11449052" cy="5553075"/>
                <a:chOff x="371474" y="958850"/>
                <a:chExt cx="11449052" cy="5553075"/>
              </a:xfrm>
            </p:grpSpPr>
            <p:sp>
              <p:nvSpPr>
                <p:cNvPr id="26" name="Rectangle 25">
                  <a:extLst>
                    <a:ext uri="{FF2B5EF4-FFF2-40B4-BE49-F238E27FC236}">
                      <a16:creationId xmlns:a16="http://schemas.microsoft.com/office/drawing/2014/main" id="{C359E82A-766B-22D4-8408-4E1E8752ED5B}"/>
                    </a:ext>
                  </a:extLst>
                </p:cNvPr>
                <p:cNvSpPr/>
                <p:nvPr/>
              </p:nvSpPr>
              <p:spPr>
                <a:xfrm>
                  <a:off x="371475" y="958850"/>
                  <a:ext cx="11430000" cy="555307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7" name="Straight Connector 26">
                  <a:extLst>
                    <a:ext uri="{FF2B5EF4-FFF2-40B4-BE49-F238E27FC236}">
                      <a16:creationId xmlns:a16="http://schemas.microsoft.com/office/drawing/2014/main" id="{2162216F-6A12-1BE8-C4D5-96E2626C4DA6}"/>
                    </a:ext>
                  </a:extLst>
                </p:cNvPr>
                <p:cNvCxnSpPr/>
                <p:nvPr/>
              </p:nvCxnSpPr>
              <p:spPr>
                <a:xfrm>
                  <a:off x="371474" y="2875227"/>
                  <a:ext cx="114300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84B404B-A4A1-C1E7-EA74-C0580E7FABC3}"/>
                    </a:ext>
                  </a:extLst>
                </p:cNvPr>
                <p:cNvCxnSpPr/>
                <p:nvPr/>
              </p:nvCxnSpPr>
              <p:spPr>
                <a:xfrm>
                  <a:off x="390526" y="4526073"/>
                  <a:ext cx="1143000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5" name="Straight Connector 24">
                <a:extLst>
                  <a:ext uri="{FF2B5EF4-FFF2-40B4-BE49-F238E27FC236}">
                    <a16:creationId xmlns:a16="http://schemas.microsoft.com/office/drawing/2014/main" id="{F4EF7F62-C357-BD82-3F62-A376A0554CE6}"/>
                  </a:ext>
                </a:extLst>
              </p:cNvPr>
              <p:cNvCxnSpPr/>
              <p:nvPr/>
            </p:nvCxnSpPr>
            <p:spPr>
              <a:xfrm>
                <a:off x="742950" y="958850"/>
                <a:ext cx="0" cy="5553075"/>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 name="TextBox 18">
              <a:extLst>
                <a:ext uri="{FF2B5EF4-FFF2-40B4-BE49-F238E27FC236}">
                  <a16:creationId xmlns:a16="http://schemas.microsoft.com/office/drawing/2014/main" id="{1D6C2F5A-6F6F-C9B8-B5C7-7E10A8E4FA12}"/>
                </a:ext>
              </a:extLst>
            </p:cNvPr>
            <p:cNvSpPr txBox="1"/>
            <p:nvPr/>
          </p:nvSpPr>
          <p:spPr>
            <a:xfrm rot="16200000">
              <a:off x="-67745" y="1628259"/>
              <a:ext cx="1285875" cy="369332"/>
            </a:xfrm>
            <a:prstGeom prst="rect">
              <a:avLst/>
            </a:prstGeom>
            <a:noFill/>
          </p:spPr>
          <p:txBody>
            <a:bodyPr wrap="square" rtlCol="0">
              <a:spAutoFit/>
            </a:bodyPr>
            <a:lstStyle/>
            <a:p>
              <a:pPr algn="ctr"/>
              <a:r>
                <a:rPr lang="en-IN"/>
                <a:t>Cloud</a:t>
              </a:r>
            </a:p>
          </p:txBody>
        </p:sp>
        <p:sp>
          <p:nvSpPr>
            <p:cNvPr id="20" name="TextBox 19">
              <a:extLst>
                <a:ext uri="{FF2B5EF4-FFF2-40B4-BE49-F238E27FC236}">
                  <a16:creationId xmlns:a16="http://schemas.microsoft.com/office/drawing/2014/main" id="{C02EE486-071A-0591-F092-D00FBDE508DD}"/>
                </a:ext>
              </a:extLst>
            </p:cNvPr>
            <p:cNvSpPr txBox="1"/>
            <p:nvPr/>
          </p:nvSpPr>
          <p:spPr>
            <a:xfrm rot="16200000">
              <a:off x="-84654" y="3461047"/>
              <a:ext cx="1285875" cy="369332"/>
            </a:xfrm>
            <a:prstGeom prst="rect">
              <a:avLst/>
            </a:prstGeom>
            <a:noFill/>
          </p:spPr>
          <p:txBody>
            <a:bodyPr wrap="square" rtlCol="0">
              <a:spAutoFit/>
            </a:bodyPr>
            <a:lstStyle/>
            <a:p>
              <a:pPr algn="ctr"/>
              <a:r>
                <a:rPr lang="en-IN"/>
                <a:t>Gateway</a:t>
              </a:r>
            </a:p>
          </p:txBody>
        </p:sp>
        <p:sp>
          <p:nvSpPr>
            <p:cNvPr id="23" name="TextBox 22">
              <a:extLst>
                <a:ext uri="{FF2B5EF4-FFF2-40B4-BE49-F238E27FC236}">
                  <a16:creationId xmlns:a16="http://schemas.microsoft.com/office/drawing/2014/main" id="{8A469276-8D9F-F319-7787-81695945FFBD}"/>
                </a:ext>
              </a:extLst>
            </p:cNvPr>
            <p:cNvSpPr txBox="1"/>
            <p:nvPr/>
          </p:nvSpPr>
          <p:spPr>
            <a:xfrm rot="16200000">
              <a:off x="-86795" y="5404147"/>
              <a:ext cx="1285875" cy="369332"/>
            </a:xfrm>
            <a:prstGeom prst="rect">
              <a:avLst/>
            </a:prstGeom>
            <a:noFill/>
          </p:spPr>
          <p:txBody>
            <a:bodyPr wrap="square" rtlCol="0">
              <a:spAutoFit/>
            </a:bodyPr>
            <a:lstStyle/>
            <a:p>
              <a:pPr algn="ctr"/>
              <a:r>
                <a:rPr lang="en-IN"/>
                <a:t>Node</a:t>
              </a:r>
            </a:p>
          </p:txBody>
        </p:sp>
      </p:grpSp>
      <p:sp>
        <p:nvSpPr>
          <p:cNvPr id="6" name="Rectangle 5">
            <a:extLst>
              <a:ext uri="{FF2B5EF4-FFF2-40B4-BE49-F238E27FC236}">
                <a16:creationId xmlns:a16="http://schemas.microsoft.com/office/drawing/2014/main" id="{56EAE25D-FB9D-CC79-5D54-112471D135EC}"/>
              </a:ext>
            </a:extLst>
          </p:cNvPr>
          <p:cNvSpPr/>
          <p:nvPr/>
        </p:nvSpPr>
        <p:spPr>
          <a:xfrm>
            <a:off x="371475" y="263525"/>
            <a:ext cx="11439292" cy="37008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a:t>PROCESS FLOW DIAGRAM</a:t>
            </a:r>
          </a:p>
        </p:txBody>
      </p:sp>
      <p:sp>
        <p:nvSpPr>
          <p:cNvPr id="7" name="Rectangle 6">
            <a:extLst>
              <a:ext uri="{FF2B5EF4-FFF2-40B4-BE49-F238E27FC236}">
                <a16:creationId xmlns:a16="http://schemas.microsoft.com/office/drawing/2014/main" id="{1B9E2CA3-B910-0DB6-303D-4DA1EB8580A6}"/>
              </a:ext>
            </a:extLst>
          </p:cNvPr>
          <p:cNvSpPr/>
          <p:nvPr/>
        </p:nvSpPr>
        <p:spPr>
          <a:xfrm>
            <a:off x="1113886" y="5197237"/>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measures ambient temperature using on-board temperature sensor</a:t>
            </a:r>
          </a:p>
        </p:txBody>
      </p:sp>
      <p:sp>
        <p:nvSpPr>
          <p:cNvPr id="22" name="Rectangle 21">
            <a:extLst>
              <a:ext uri="{FF2B5EF4-FFF2-40B4-BE49-F238E27FC236}">
                <a16:creationId xmlns:a16="http://schemas.microsoft.com/office/drawing/2014/main" id="{0A93650C-D406-0DFE-7829-814408BACC7B}"/>
              </a:ext>
            </a:extLst>
          </p:cNvPr>
          <p:cNvSpPr/>
          <p:nvPr/>
        </p:nvSpPr>
        <p:spPr>
          <a:xfrm>
            <a:off x="2828386" y="3364880"/>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Gateway receives Node temperature data ack and sends it to cloud</a:t>
            </a:r>
          </a:p>
        </p:txBody>
      </p:sp>
      <p:sp>
        <p:nvSpPr>
          <p:cNvPr id="32" name="Rectangle 31">
            <a:extLst>
              <a:ext uri="{FF2B5EF4-FFF2-40B4-BE49-F238E27FC236}">
                <a16:creationId xmlns:a16="http://schemas.microsoft.com/office/drawing/2014/main" id="{2C483494-70B0-5E51-C893-94C2FEE4AE48}"/>
              </a:ext>
            </a:extLst>
          </p:cNvPr>
          <p:cNvSpPr/>
          <p:nvPr/>
        </p:nvSpPr>
        <p:spPr>
          <a:xfrm>
            <a:off x="2828386" y="1465824"/>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temperature data ack is received at cloud</a:t>
            </a:r>
          </a:p>
        </p:txBody>
      </p:sp>
      <p:cxnSp>
        <p:nvCxnSpPr>
          <p:cNvPr id="39" name="Straight Arrow Connector 38">
            <a:extLst>
              <a:ext uri="{FF2B5EF4-FFF2-40B4-BE49-F238E27FC236}">
                <a16:creationId xmlns:a16="http://schemas.microsoft.com/office/drawing/2014/main" id="{BEC3E95F-875D-D7D3-63E1-29FA20396320}"/>
              </a:ext>
            </a:extLst>
          </p:cNvPr>
          <p:cNvCxnSpPr>
            <a:cxnSpLocks/>
            <a:stCxn id="22" idx="0"/>
            <a:endCxn id="32" idx="2"/>
          </p:cNvCxnSpPr>
          <p:nvPr/>
        </p:nvCxnSpPr>
        <p:spPr>
          <a:xfrm flipV="1">
            <a:off x="3533236" y="2650831"/>
            <a:ext cx="1" cy="71404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98F396CA-53C9-D72B-6309-A6BEB984258E}"/>
              </a:ext>
            </a:extLst>
          </p:cNvPr>
          <p:cNvCxnSpPr>
            <a:cxnSpLocks/>
            <a:stCxn id="8" idx="0"/>
          </p:cNvCxnSpPr>
          <p:nvPr/>
        </p:nvCxnSpPr>
        <p:spPr>
          <a:xfrm flipH="1" flipV="1">
            <a:off x="3533236" y="4226461"/>
            <a:ext cx="6640" cy="97077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69" name="Rectangle 68">
            <a:extLst>
              <a:ext uri="{FF2B5EF4-FFF2-40B4-BE49-F238E27FC236}">
                <a16:creationId xmlns:a16="http://schemas.microsoft.com/office/drawing/2014/main" id="{678BCE49-0392-563F-40E9-BD5560F336B7}"/>
              </a:ext>
            </a:extLst>
          </p:cNvPr>
          <p:cNvSpPr/>
          <p:nvPr/>
        </p:nvSpPr>
        <p:spPr>
          <a:xfrm>
            <a:off x="6415864" y="5188840"/>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sends publish configuration ack to Gateway</a:t>
            </a:r>
          </a:p>
        </p:txBody>
      </p:sp>
      <p:sp>
        <p:nvSpPr>
          <p:cNvPr id="72" name="Rectangle 71">
            <a:extLst>
              <a:ext uri="{FF2B5EF4-FFF2-40B4-BE49-F238E27FC236}">
                <a16:creationId xmlns:a16="http://schemas.microsoft.com/office/drawing/2014/main" id="{4DB9CCCA-2CFE-83F7-B5F4-01C323551D29}"/>
              </a:ext>
            </a:extLst>
          </p:cNvPr>
          <p:cNvSpPr/>
          <p:nvPr/>
        </p:nvSpPr>
        <p:spPr>
          <a:xfrm>
            <a:off x="6415861" y="3358043"/>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Gateway receives Node publish configuration ack and sends it to cloud</a:t>
            </a:r>
          </a:p>
        </p:txBody>
      </p:sp>
      <p:sp>
        <p:nvSpPr>
          <p:cNvPr id="73" name="Rectangle 72">
            <a:extLst>
              <a:ext uri="{FF2B5EF4-FFF2-40B4-BE49-F238E27FC236}">
                <a16:creationId xmlns:a16="http://schemas.microsoft.com/office/drawing/2014/main" id="{93B02B51-6990-2243-0A82-5674D948C488}"/>
              </a:ext>
            </a:extLst>
          </p:cNvPr>
          <p:cNvSpPr/>
          <p:nvPr/>
        </p:nvSpPr>
        <p:spPr>
          <a:xfrm>
            <a:off x="6415859" y="1430533"/>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publish configuration ack received at cloud</a:t>
            </a:r>
          </a:p>
        </p:txBody>
      </p:sp>
      <p:cxnSp>
        <p:nvCxnSpPr>
          <p:cNvPr id="74" name="Straight Arrow Connector 73">
            <a:extLst>
              <a:ext uri="{FF2B5EF4-FFF2-40B4-BE49-F238E27FC236}">
                <a16:creationId xmlns:a16="http://schemas.microsoft.com/office/drawing/2014/main" id="{F8B0294F-1D6B-871B-EA48-1BD57A5DC50A}"/>
              </a:ext>
            </a:extLst>
          </p:cNvPr>
          <p:cNvCxnSpPr>
            <a:cxnSpLocks/>
            <a:stCxn id="72" idx="0"/>
            <a:endCxn id="73" idx="2"/>
          </p:cNvCxnSpPr>
          <p:nvPr/>
        </p:nvCxnSpPr>
        <p:spPr>
          <a:xfrm flipH="1" flipV="1">
            <a:off x="7120710" y="2615540"/>
            <a:ext cx="1" cy="7425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5" name="Straight Arrow Connector 74">
            <a:extLst>
              <a:ext uri="{FF2B5EF4-FFF2-40B4-BE49-F238E27FC236}">
                <a16:creationId xmlns:a16="http://schemas.microsoft.com/office/drawing/2014/main" id="{37FB50F7-2FF9-CE0C-969D-5F9AAD12257E}"/>
              </a:ext>
            </a:extLst>
          </p:cNvPr>
          <p:cNvCxnSpPr>
            <a:cxnSpLocks/>
          </p:cNvCxnSpPr>
          <p:nvPr/>
        </p:nvCxnSpPr>
        <p:spPr>
          <a:xfrm flipH="1" flipV="1">
            <a:off x="7120710" y="4243301"/>
            <a:ext cx="1" cy="94553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7" name="Rectangle 86">
            <a:extLst>
              <a:ext uri="{FF2B5EF4-FFF2-40B4-BE49-F238E27FC236}">
                <a16:creationId xmlns:a16="http://schemas.microsoft.com/office/drawing/2014/main" id="{0891B39C-CC52-95EC-8B2D-7497800B4BD1}"/>
              </a:ext>
            </a:extLst>
          </p:cNvPr>
          <p:cNvSpPr/>
          <p:nvPr/>
        </p:nvSpPr>
        <p:spPr>
          <a:xfrm>
            <a:off x="9190849" y="5184213"/>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Heartbeat ack is sent to Gateway</a:t>
            </a:r>
          </a:p>
        </p:txBody>
      </p:sp>
      <p:sp>
        <p:nvSpPr>
          <p:cNvPr id="94" name="Rectangle 93">
            <a:extLst>
              <a:ext uri="{FF2B5EF4-FFF2-40B4-BE49-F238E27FC236}">
                <a16:creationId xmlns:a16="http://schemas.microsoft.com/office/drawing/2014/main" id="{6F400D75-A1C7-664D-D33C-8706F077E2DB}"/>
              </a:ext>
            </a:extLst>
          </p:cNvPr>
          <p:cNvSpPr/>
          <p:nvPr/>
        </p:nvSpPr>
        <p:spPr>
          <a:xfrm>
            <a:off x="9182391" y="3372285"/>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Heartbeat ack is received by Gateway and sent to cloud</a:t>
            </a:r>
          </a:p>
        </p:txBody>
      </p:sp>
      <p:sp>
        <p:nvSpPr>
          <p:cNvPr id="95" name="Rectangle 94">
            <a:extLst>
              <a:ext uri="{FF2B5EF4-FFF2-40B4-BE49-F238E27FC236}">
                <a16:creationId xmlns:a16="http://schemas.microsoft.com/office/drawing/2014/main" id="{96871C59-CD27-F4E7-B06E-DE74D98DC1B6}"/>
              </a:ext>
            </a:extLst>
          </p:cNvPr>
          <p:cNvSpPr/>
          <p:nvPr/>
        </p:nvSpPr>
        <p:spPr>
          <a:xfrm>
            <a:off x="9182391" y="1471201"/>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Heartbeat ack is received at cloud</a:t>
            </a:r>
          </a:p>
        </p:txBody>
      </p:sp>
      <p:cxnSp>
        <p:nvCxnSpPr>
          <p:cNvPr id="96" name="Straight Arrow Connector 95">
            <a:extLst>
              <a:ext uri="{FF2B5EF4-FFF2-40B4-BE49-F238E27FC236}">
                <a16:creationId xmlns:a16="http://schemas.microsoft.com/office/drawing/2014/main" id="{57C588FC-E61F-3DFD-F351-5261E21B2880}"/>
              </a:ext>
            </a:extLst>
          </p:cNvPr>
          <p:cNvCxnSpPr>
            <a:cxnSpLocks/>
            <a:stCxn id="94" idx="0"/>
            <a:endCxn id="95" idx="2"/>
          </p:cNvCxnSpPr>
          <p:nvPr/>
        </p:nvCxnSpPr>
        <p:spPr>
          <a:xfrm flipV="1">
            <a:off x="9887241" y="2656208"/>
            <a:ext cx="1" cy="71607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Straight Arrow Connector 96">
            <a:extLst>
              <a:ext uri="{FF2B5EF4-FFF2-40B4-BE49-F238E27FC236}">
                <a16:creationId xmlns:a16="http://schemas.microsoft.com/office/drawing/2014/main" id="{7414C478-B0D2-1E3F-2711-2F12C632A410}"/>
              </a:ext>
            </a:extLst>
          </p:cNvPr>
          <p:cNvCxnSpPr>
            <a:cxnSpLocks/>
            <a:stCxn id="87" idx="0"/>
            <a:endCxn id="94" idx="2"/>
          </p:cNvCxnSpPr>
          <p:nvPr/>
        </p:nvCxnSpPr>
        <p:spPr>
          <a:xfrm flipH="1" flipV="1">
            <a:off x="9887241" y="4233866"/>
            <a:ext cx="8458" cy="95034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3" name="Rectangle 102">
            <a:extLst>
              <a:ext uri="{FF2B5EF4-FFF2-40B4-BE49-F238E27FC236}">
                <a16:creationId xmlns:a16="http://schemas.microsoft.com/office/drawing/2014/main" id="{CBE599C7-55C6-DBF2-D7DE-60AA341A12A4}"/>
              </a:ext>
            </a:extLst>
          </p:cNvPr>
          <p:cNvSpPr/>
          <p:nvPr/>
        </p:nvSpPr>
        <p:spPr>
          <a:xfrm>
            <a:off x="371475" y="633607"/>
            <a:ext cx="11429999" cy="3252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5" name="Straight Connector 104">
            <a:extLst>
              <a:ext uri="{FF2B5EF4-FFF2-40B4-BE49-F238E27FC236}">
                <a16:creationId xmlns:a16="http://schemas.microsoft.com/office/drawing/2014/main" id="{FB995976-B3CB-097F-9A02-25025A1D06A2}"/>
              </a:ext>
            </a:extLst>
          </p:cNvPr>
          <p:cNvCxnSpPr>
            <a:cxnSpLocks/>
          </p:cNvCxnSpPr>
          <p:nvPr/>
        </p:nvCxnSpPr>
        <p:spPr>
          <a:xfrm>
            <a:off x="4552950" y="651899"/>
            <a:ext cx="0" cy="6044736"/>
          </a:xfrm>
          <a:prstGeom prst="line">
            <a:avLst/>
          </a:prstGeom>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A9EC265-4481-A366-779E-A97F112C2978}"/>
              </a:ext>
            </a:extLst>
          </p:cNvPr>
          <p:cNvCxnSpPr>
            <a:cxnSpLocks/>
          </p:cNvCxnSpPr>
          <p:nvPr/>
        </p:nvCxnSpPr>
        <p:spPr>
          <a:xfrm>
            <a:off x="8039100" y="633607"/>
            <a:ext cx="0" cy="6063028"/>
          </a:xfrm>
          <a:prstGeom prst="line">
            <a:avLst/>
          </a:prstGeom>
        </p:spPr>
        <p:style>
          <a:lnRef idx="1">
            <a:schemeClr val="accent1"/>
          </a:lnRef>
          <a:fillRef idx="0">
            <a:schemeClr val="accent1"/>
          </a:fillRef>
          <a:effectRef idx="0">
            <a:schemeClr val="accent1"/>
          </a:effectRef>
          <a:fontRef idx="minor">
            <a:schemeClr val="tx1"/>
          </a:fontRef>
        </p:style>
      </p:cxnSp>
      <p:sp>
        <p:nvSpPr>
          <p:cNvPr id="122" name="Rectangle 121">
            <a:extLst>
              <a:ext uri="{FF2B5EF4-FFF2-40B4-BE49-F238E27FC236}">
                <a16:creationId xmlns:a16="http://schemas.microsoft.com/office/drawing/2014/main" id="{10E51DF3-21C2-3BC5-DDD9-139075B99AC6}"/>
              </a:ext>
            </a:extLst>
          </p:cNvPr>
          <p:cNvSpPr/>
          <p:nvPr/>
        </p:nvSpPr>
        <p:spPr>
          <a:xfrm>
            <a:off x="1640936" y="673847"/>
            <a:ext cx="2014984"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Node Temperature data </a:t>
            </a:r>
          </a:p>
        </p:txBody>
      </p:sp>
      <p:sp>
        <p:nvSpPr>
          <p:cNvPr id="123" name="Rectangle 122">
            <a:extLst>
              <a:ext uri="{FF2B5EF4-FFF2-40B4-BE49-F238E27FC236}">
                <a16:creationId xmlns:a16="http://schemas.microsoft.com/office/drawing/2014/main" id="{F18236B9-2A32-0BE3-04F5-53CDD55C42CB}"/>
              </a:ext>
            </a:extLst>
          </p:cNvPr>
          <p:cNvSpPr/>
          <p:nvPr/>
        </p:nvSpPr>
        <p:spPr>
          <a:xfrm>
            <a:off x="5163837" y="686389"/>
            <a:ext cx="2269996"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Node Publish configuration</a:t>
            </a:r>
          </a:p>
        </p:txBody>
      </p:sp>
      <p:sp>
        <p:nvSpPr>
          <p:cNvPr id="125" name="Rectangle 124">
            <a:extLst>
              <a:ext uri="{FF2B5EF4-FFF2-40B4-BE49-F238E27FC236}">
                <a16:creationId xmlns:a16="http://schemas.microsoft.com/office/drawing/2014/main" id="{A418E0A6-1C12-1199-CBCF-6F824E75705E}"/>
              </a:ext>
            </a:extLst>
          </p:cNvPr>
          <p:cNvSpPr/>
          <p:nvPr/>
        </p:nvSpPr>
        <p:spPr>
          <a:xfrm>
            <a:off x="9019111" y="673847"/>
            <a:ext cx="1855217" cy="24878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Node Heartbeat</a:t>
            </a:r>
          </a:p>
        </p:txBody>
      </p:sp>
      <p:sp>
        <p:nvSpPr>
          <p:cNvPr id="31" name="Rectangle 30">
            <a:extLst>
              <a:ext uri="{FF2B5EF4-FFF2-40B4-BE49-F238E27FC236}">
                <a16:creationId xmlns:a16="http://schemas.microsoft.com/office/drawing/2014/main" id="{61F19318-A720-3CCC-1A7C-1087809FA1D2}"/>
              </a:ext>
            </a:extLst>
          </p:cNvPr>
          <p:cNvSpPr/>
          <p:nvPr/>
        </p:nvSpPr>
        <p:spPr>
          <a:xfrm>
            <a:off x="1178557" y="1006579"/>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a:solidFill>
                  <a:schemeClr val="tx1"/>
                </a:solidFill>
              </a:rPr>
              <a:t>JsonPacketId : 106 </a:t>
            </a:r>
          </a:p>
        </p:txBody>
      </p:sp>
      <p:sp>
        <p:nvSpPr>
          <p:cNvPr id="33" name="Rectangle 32">
            <a:extLst>
              <a:ext uri="{FF2B5EF4-FFF2-40B4-BE49-F238E27FC236}">
                <a16:creationId xmlns:a16="http://schemas.microsoft.com/office/drawing/2014/main" id="{81444F1D-DA17-0EC7-C7B2-B0BF5EDBEA0E}"/>
              </a:ext>
            </a:extLst>
          </p:cNvPr>
          <p:cNvSpPr/>
          <p:nvPr/>
        </p:nvSpPr>
        <p:spPr>
          <a:xfrm>
            <a:off x="4895077" y="1013674"/>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107</a:t>
            </a:r>
          </a:p>
        </p:txBody>
      </p:sp>
      <p:sp>
        <p:nvSpPr>
          <p:cNvPr id="34" name="Rectangle 33">
            <a:extLst>
              <a:ext uri="{FF2B5EF4-FFF2-40B4-BE49-F238E27FC236}">
                <a16:creationId xmlns:a16="http://schemas.microsoft.com/office/drawing/2014/main" id="{462D8C6D-29E6-6BDC-65D1-66935BA9750A}"/>
              </a:ext>
            </a:extLst>
          </p:cNvPr>
          <p:cNvSpPr/>
          <p:nvPr/>
        </p:nvSpPr>
        <p:spPr>
          <a:xfrm>
            <a:off x="8546065" y="998815"/>
            <a:ext cx="2801306" cy="27632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400" err="1">
                <a:solidFill>
                  <a:schemeClr val="tx1"/>
                </a:solidFill>
              </a:rPr>
              <a:t>JsonPacketId</a:t>
            </a:r>
            <a:r>
              <a:rPr lang="en-IN" sz="1400">
                <a:solidFill>
                  <a:schemeClr val="tx1"/>
                </a:solidFill>
              </a:rPr>
              <a:t> : 108</a:t>
            </a:r>
          </a:p>
        </p:txBody>
      </p:sp>
      <p:cxnSp>
        <p:nvCxnSpPr>
          <p:cNvPr id="5" name="Connector: Elbow 4">
            <a:extLst>
              <a:ext uri="{FF2B5EF4-FFF2-40B4-BE49-F238E27FC236}">
                <a16:creationId xmlns:a16="http://schemas.microsoft.com/office/drawing/2014/main" id="{80D27A34-0479-C668-34E1-C4C773415815}"/>
              </a:ext>
            </a:extLst>
          </p:cNvPr>
          <p:cNvCxnSpPr/>
          <p:nvPr/>
        </p:nvCxnSpPr>
        <p:spPr>
          <a:xfrm rot="16200000" flipH="1">
            <a:off x="2681180" y="5231538"/>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
        <p:nvSpPr>
          <p:cNvPr id="8" name="Rectangle 7">
            <a:extLst>
              <a:ext uri="{FF2B5EF4-FFF2-40B4-BE49-F238E27FC236}">
                <a16:creationId xmlns:a16="http://schemas.microsoft.com/office/drawing/2014/main" id="{92A484D7-A9B3-A395-53CC-C4DADEDBDC02}"/>
              </a:ext>
            </a:extLst>
          </p:cNvPr>
          <p:cNvSpPr/>
          <p:nvPr/>
        </p:nvSpPr>
        <p:spPr>
          <a:xfrm>
            <a:off x="2835026" y="5197237"/>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sends temperature data ack to Gateway</a:t>
            </a:r>
          </a:p>
        </p:txBody>
      </p:sp>
      <p:sp>
        <p:nvSpPr>
          <p:cNvPr id="14" name="Rectangle 13">
            <a:extLst>
              <a:ext uri="{FF2B5EF4-FFF2-40B4-BE49-F238E27FC236}">
                <a16:creationId xmlns:a16="http://schemas.microsoft.com/office/drawing/2014/main" id="{8639034B-2E4B-A58B-39A2-86092DB0A3B3}"/>
              </a:ext>
            </a:extLst>
          </p:cNvPr>
          <p:cNvSpPr/>
          <p:nvPr/>
        </p:nvSpPr>
        <p:spPr>
          <a:xfrm>
            <a:off x="4756938" y="1425212"/>
            <a:ext cx="1409702" cy="11850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User configures Node’s publishing information. Node Publish configuration packet is sent to Gateway</a:t>
            </a:r>
          </a:p>
        </p:txBody>
      </p:sp>
      <p:cxnSp>
        <p:nvCxnSpPr>
          <p:cNvPr id="15" name="Straight Arrow Connector 14">
            <a:extLst>
              <a:ext uri="{FF2B5EF4-FFF2-40B4-BE49-F238E27FC236}">
                <a16:creationId xmlns:a16="http://schemas.microsoft.com/office/drawing/2014/main" id="{61BA24EA-5102-F016-EBEF-898A616CA372}"/>
              </a:ext>
            </a:extLst>
          </p:cNvPr>
          <p:cNvCxnSpPr>
            <a:cxnSpLocks/>
            <a:stCxn id="14" idx="2"/>
            <a:endCxn id="16" idx="0"/>
          </p:cNvCxnSpPr>
          <p:nvPr/>
        </p:nvCxnSpPr>
        <p:spPr>
          <a:xfrm>
            <a:off x="5461789" y="2610219"/>
            <a:ext cx="1844" cy="7661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6" name="Rectangle 15">
            <a:extLst>
              <a:ext uri="{FF2B5EF4-FFF2-40B4-BE49-F238E27FC236}">
                <a16:creationId xmlns:a16="http://schemas.microsoft.com/office/drawing/2014/main" id="{BAD6E777-2995-302A-848E-2251AA2256C2}"/>
              </a:ext>
            </a:extLst>
          </p:cNvPr>
          <p:cNvSpPr/>
          <p:nvPr/>
        </p:nvSpPr>
        <p:spPr>
          <a:xfrm>
            <a:off x="4758783" y="3376399"/>
            <a:ext cx="1409700" cy="86158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Publish configuration packet is received and if valid, sent to Node</a:t>
            </a:r>
          </a:p>
        </p:txBody>
      </p:sp>
      <p:sp>
        <p:nvSpPr>
          <p:cNvPr id="21" name="Rectangle 20">
            <a:extLst>
              <a:ext uri="{FF2B5EF4-FFF2-40B4-BE49-F238E27FC236}">
                <a16:creationId xmlns:a16="http://schemas.microsoft.com/office/drawing/2014/main" id="{63903576-B535-AA2F-6979-AED1F41B6C6D}"/>
              </a:ext>
            </a:extLst>
          </p:cNvPr>
          <p:cNvSpPr/>
          <p:nvPr/>
        </p:nvSpPr>
        <p:spPr>
          <a:xfrm>
            <a:off x="4739008" y="4890049"/>
            <a:ext cx="1409700" cy="115574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1000">
                <a:solidFill>
                  <a:schemeClr val="tx1"/>
                </a:solidFill>
              </a:rPr>
              <a:t>Node publish configuration packet is received. This will set how frequenty Temperature data needs to be sent to gateway</a:t>
            </a:r>
          </a:p>
        </p:txBody>
      </p:sp>
      <p:cxnSp>
        <p:nvCxnSpPr>
          <p:cNvPr id="29" name="Straight Arrow Connector 28">
            <a:extLst>
              <a:ext uri="{FF2B5EF4-FFF2-40B4-BE49-F238E27FC236}">
                <a16:creationId xmlns:a16="http://schemas.microsoft.com/office/drawing/2014/main" id="{52A17B30-EE4B-0A9E-9703-785D5765A091}"/>
              </a:ext>
            </a:extLst>
          </p:cNvPr>
          <p:cNvCxnSpPr>
            <a:cxnSpLocks/>
            <a:endCxn id="21" idx="0"/>
          </p:cNvCxnSpPr>
          <p:nvPr/>
        </p:nvCxnSpPr>
        <p:spPr>
          <a:xfrm flipH="1">
            <a:off x="5443858" y="4255387"/>
            <a:ext cx="6123" cy="63466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Connector: Elbow 29">
            <a:extLst>
              <a:ext uri="{FF2B5EF4-FFF2-40B4-BE49-F238E27FC236}">
                <a16:creationId xmlns:a16="http://schemas.microsoft.com/office/drawing/2014/main" id="{AF776144-EBDB-ED9C-DD40-FCACE16B7750}"/>
              </a:ext>
            </a:extLst>
          </p:cNvPr>
          <p:cNvCxnSpPr/>
          <p:nvPr/>
        </p:nvCxnSpPr>
        <p:spPr>
          <a:xfrm rot="16200000" flipH="1">
            <a:off x="6283069" y="5231538"/>
            <a:ext cx="12700" cy="1649962"/>
          </a:xfrm>
          <a:prstGeom prst="bentConnector3">
            <a:avLst>
              <a:gd name="adj1" fmla="val 2775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96090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6324772-7B18-92E8-4D3E-220E0C0DCC4E}"/>
              </a:ext>
            </a:extLst>
          </p:cNvPr>
          <p:cNvSpPr/>
          <p:nvPr/>
        </p:nvSpPr>
        <p:spPr>
          <a:xfrm>
            <a:off x="2697507" y="870798"/>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sp>
        <p:nvSpPr>
          <p:cNvPr id="16" name="TextBox 15">
            <a:extLst>
              <a:ext uri="{FF2B5EF4-FFF2-40B4-BE49-F238E27FC236}">
                <a16:creationId xmlns:a16="http://schemas.microsoft.com/office/drawing/2014/main" id="{93D40C93-9EAC-DA7C-F1AC-42FE6B7D681F}"/>
              </a:ext>
            </a:extLst>
          </p:cNvPr>
          <p:cNvSpPr txBox="1"/>
          <p:nvPr/>
        </p:nvSpPr>
        <p:spPr>
          <a:xfrm>
            <a:off x="424206" y="305640"/>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Gateway Registration</a:t>
            </a:r>
          </a:p>
        </p:txBody>
      </p:sp>
      <p:cxnSp>
        <p:nvCxnSpPr>
          <p:cNvPr id="18" name="Straight Connector 17">
            <a:extLst>
              <a:ext uri="{FF2B5EF4-FFF2-40B4-BE49-F238E27FC236}">
                <a16:creationId xmlns:a16="http://schemas.microsoft.com/office/drawing/2014/main" id="{B490904F-FE6B-20C0-E257-F3EF42653890}"/>
              </a:ext>
            </a:extLst>
          </p:cNvPr>
          <p:cNvCxnSpPr>
            <a:cxnSpLocks/>
            <a:stCxn id="11" idx="2"/>
          </p:cNvCxnSpPr>
          <p:nvPr/>
        </p:nvCxnSpPr>
        <p:spPr>
          <a:xfrm>
            <a:off x="887757" y="1437883"/>
            <a:ext cx="0" cy="2006851"/>
          </a:xfrm>
          <a:prstGeom prst="line">
            <a:avLst/>
          </a:prstGeom>
          <a:ln w="12700"/>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E660EC5D-28A9-9C2A-3533-32E2B37690D4}"/>
              </a:ext>
            </a:extLst>
          </p:cNvPr>
          <p:cNvCxnSpPr>
            <a:cxnSpLocks/>
          </p:cNvCxnSpPr>
          <p:nvPr/>
        </p:nvCxnSpPr>
        <p:spPr>
          <a:xfrm>
            <a:off x="3218207" y="1438065"/>
            <a:ext cx="17930" cy="2006669"/>
          </a:xfrm>
          <a:prstGeom prst="line">
            <a:avLst/>
          </a:prstGeom>
          <a:ln w="12700"/>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01D543AB-E540-5033-A9B9-D3E916AA5237}"/>
              </a:ext>
            </a:extLst>
          </p:cNvPr>
          <p:cNvCxnSpPr>
            <a:cxnSpLocks/>
            <a:stCxn id="11" idx="3"/>
            <a:endCxn id="5" idx="1"/>
          </p:cNvCxnSpPr>
          <p:nvPr/>
        </p:nvCxnSpPr>
        <p:spPr>
          <a:xfrm>
            <a:off x="1408457" y="1154250"/>
            <a:ext cx="1289050" cy="182"/>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466DA469-08CB-94E2-3F05-C208C3F8BF52}"/>
              </a:ext>
            </a:extLst>
          </p:cNvPr>
          <p:cNvSpPr txBox="1"/>
          <p:nvPr/>
        </p:nvSpPr>
        <p:spPr>
          <a:xfrm>
            <a:off x="1692090" y="892651"/>
            <a:ext cx="766231" cy="307777"/>
          </a:xfrm>
          <a:prstGeom prst="rect">
            <a:avLst/>
          </a:prstGeom>
          <a:noFill/>
        </p:spPr>
        <p:txBody>
          <a:bodyPr wrap="square" rtlCol="0">
            <a:spAutoFit/>
          </a:bodyPr>
          <a:lstStyle/>
          <a:p>
            <a:pPr algn="ctr"/>
            <a:r>
              <a:rPr lang="en-US" sz="1400"/>
              <a:t>LTE</a:t>
            </a:r>
          </a:p>
        </p:txBody>
      </p:sp>
      <p:cxnSp>
        <p:nvCxnSpPr>
          <p:cNvPr id="24" name="Straight Arrow Connector 23">
            <a:extLst>
              <a:ext uri="{FF2B5EF4-FFF2-40B4-BE49-F238E27FC236}">
                <a16:creationId xmlns:a16="http://schemas.microsoft.com/office/drawing/2014/main" id="{968DE889-BF03-66DE-F9E4-A5645042F184}"/>
              </a:ext>
            </a:extLst>
          </p:cNvPr>
          <p:cNvCxnSpPr>
            <a:cxnSpLocks/>
          </p:cNvCxnSpPr>
          <p:nvPr/>
        </p:nvCxnSpPr>
        <p:spPr>
          <a:xfrm>
            <a:off x="884333" y="2100749"/>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C005F987-7FCE-CA05-950D-15E02B4ABD9F}"/>
              </a:ext>
            </a:extLst>
          </p:cNvPr>
          <p:cNvCxnSpPr>
            <a:cxnSpLocks/>
          </p:cNvCxnSpPr>
          <p:nvPr/>
        </p:nvCxnSpPr>
        <p:spPr>
          <a:xfrm flipH="1">
            <a:off x="884333" y="2665603"/>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4BD7DC63-F8E9-28B1-0F9A-D1370815E53F}"/>
              </a:ext>
            </a:extLst>
          </p:cNvPr>
          <p:cNvGraphicFramePr>
            <a:graphicFrameLocks noGrp="1"/>
          </p:cNvGraphicFramePr>
          <p:nvPr>
            <p:extLst>
              <p:ext uri="{D42A27DB-BD31-4B8C-83A1-F6EECF244321}">
                <p14:modId xmlns:p14="http://schemas.microsoft.com/office/powerpoint/2010/main" val="2566814842"/>
              </p:ext>
            </p:extLst>
          </p:nvPr>
        </p:nvGraphicFramePr>
        <p:xfrm>
          <a:off x="267020" y="4066244"/>
          <a:ext cx="4153468" cy="1889760"/>
        </p:xfrm>
        <a:graphic>
          <a:graphicData uri="http://schemas.openxmlformats.org/drawingml/2006/table">
            <a:tbl>
              <a:tblPr firstRow="1" bandRow="1">
                <a:tableStyleId>{5C22544A-7EE6-4342-B048-85BDC9FD1C3A}</a:tableStyleId>
              </a:tblPr>
              <a:tblGrid>
                <a:gridCol w="1038367">
                  <a:extLst>
                    <a:ext uri="{9D8B030D-6E8A-4147-A177-3AD203B41FA5}">
                      <a16:colId xmlns:a16="http://schemas.microsoft.com/office/drawing/2014/main" val="2839305650"/>
                    </a:ext>
                  </a:extLst>
                </a:gridCol>
                <a:gridCol w="1038367">
                  <a:extLst>
                    <a:ext uri="{9D8B030D-6E8A-4147-A177-3AD203B41FA5}">
                      <a16:colId xmlns:a16="http://schemas.microsoft.com/office/drawing/2014/main" val="3013571200"/>
                    </a:ext>
                  </a:extLst>
                </a:gridCol>
                <a:gridCol w="1038367">
                  <a:extLst>
                    <a:ext uri="{9D8B030D-6E8A-4147-A177-3AD203B41FA5}">
                      <a16:colId xmlns:a16="http://schemas.microsoft.com/office/drawing/2014/main" val="774026725"/>
                    </a:ext>
                  </a:extLst>
                </a:gridCol>
                <a:gridCol w="1038367">
                  <a:extLst>
                    <a:ext uri="{9D8B030D-6E8A-4147-A177-3AD203B41FA5}">
                      <a16:colId xmlns:a16="http://schemas.microsoft.com/office/drawing/2014/main" val="3800111035"/>
                    </a:ext>
                  </a:extLst>
                </a:gridCol>
              </a:tblGrid>
              <a:tr h="377952">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77952">
                <a:tc>
                  <a:txBody>
                    <a:bodyPr/>
                    <a:lstStyle/>
                    <a:p>
                      <a:pPr lvl="0">
                        <a:buNone/>
                      </a:pPr>
                      <a:r>
                        <a:rPr lang="en-US" sz="1100"/>
                        <a:t>JsonPacketId</a:t>
                      </a:r>
                      <a:endParaRPr lang="en-US" sz="1100" err="1"/>
                    </a:p>
                  </a:txBody>
                  <a:tcPr/>
                </a:tc>
                <a:tc>
                  <a:txBody>
                    <a:bodyPr/>
                    <a:lstStyle/>
                    <a:p>
                      <a:pPr lvl="0" algn="ctr">
                        <a:buNone/>
                      </a:pPr>
                      <a:r>
                        <a:rPr lang="en-US" sz="1100"/>
                        <a:t>0</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8868695"/>
                  </a:ext>
                </a:extLst>
              </a:tr>
              <a:tr h="377952">
                <a:tc>
                  <a:txBody>
                    <a:bodyPr/>
                    <a:lstStyle/>
                    <a:p>
                      <a:r>
                        <a:rPr lang="en-US" sz="1100" err="1"/>
                        <a:t>MsgSeqNo</a:t>
                      </a:r>
                    </a:p>
                  </a:txBody>
                  <a:tcPr/>
                </a:tc>
                <a:tc>
                  <a:txBody>
                    <a:bodyPr/>
                    <a:lstStyle/>
                    <a:p>
                      <a:pPr algn="ctr"/>
                      <a:r>
                        <a:rPr lang="en-US" sz="1100"/>
                        <a:t>12</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77952">
                <a:tc>
                  <a:txBody>
                    <a:bodyPr/>
                    <a:lstStyle/>
                    <a:p>
                      <a:r>
                        <a:rPr lang="en-US" sz="1100" err="1"/>
                        <a:t>GwySerNo</a:t>
                      </a:r>
                    </a:p>
                  </a:txBody>
                  <a:tcPr/>
                </a:tc>
                <a:tc>
                  <a:txBody>
                    <a:bodyPr/>
                    <a:lstStyle/>
                    <a:p>
                      <a:pPr algn="ctr"/>
                      <a:r>
                        <a:rPr lang="en-US" sz="1100"/>
                        <a:t>00001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95805513"/>
                  </a:ext>
                </a:extLst>
              </a:tr>
              <a:tr h="377952">
                <a:tc>
                  <a:txBody>
                    <a:bodyPr/>
                    <a:lstStyle/>
                    <a:p>
                      <a:r>
                        <a:rPr lang="en-US" sz="1100"/>
                        <a:t>Location</a:t>
                      </a:r>
                    </a:p>
                  </a:txBody>
                  <a:tcPr/>
                </a:tc>
                <a:tc>
                  <a:txBody>
                    <a:bodyPr/>
                    <a:lstStyle/>
                    <a:p>
                      <a:pPr algn="ctr"/>
                      <a:r>
                        <a:rPr lang="en-US" sz="1100"/>
                        <a:t>"1st floor"</a:t>
                      </a:r>
                    </a:p>
                  </a:txBody>
                  <a:tcPr/>
                </a:tc>
                <a:tc>
                  <a:txBody>
                    <a:bodyPr/>
                    <a:lstStyle/>
                    <a:p>
                      <a:pPr algn="ctr"/>
                      <a:r>
                        <a:rPr lang="en-US" sz="1100"/>
                        <a:t>String</a:t>
                      </a:r>
                    </a:p>
                  </a:txBody>
                  <a:tcPr/>
                </a:tc>
                <a:tc>
                  <a:txBody>
                    <a:bodyPr/>
                    <a:lstStyle/>
                    <a:p>
                      <a:pPr algn="ctr"/>
                      <a:r>
                        <a:rPr lang="en-US" sz="1100"/>
                        <a:t>20 char long</a:t>
                      </a:r>
                    </a:p>
                  </a:txBody>
                  <a:tcPr/>
                </a:tc>
                <a:extLst>
                  <a:ext uri="{0D108BD9-81ED-4DB2-BD59-A6C34878D82A}">
                    <a16:rowId xmlns:a16="http://schemas.microsoft.com/office/drawing/2014/main" val="4183338170"/>
                  </a:ext>
                </a:extLst>
              </a:tr>
            </a:tbl>
          </a:graphicData>
        </a:graphic>
      </p:graphicFrame>
      <p:sp>
        <p:nvSpPr>
          <p:cNvPr id="4" name="Rectangle 3">
            <a:extLst>
              <a:ext uri="{FF2B5EF4-FFF2-40B4-BE49-F238E27FC236}">
                <a16:creationId xmlns:a16="http://schemas.microsoft.com/office/drawing/2014/main" id="{70CD7454-5FA4-8FFB-0066-50A6BB6BD811}"/>
              </a:ext>
            </a:extLst>
          </p:cNvPr>
          <p:cNvSpPr/>
          <p:nvPr/>
        </p:nvSpPr>
        <p:spPr>
          <a:xfrm>
            <a:off x="267022" y="3736985"/>
            <a:ext cx="4137792"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Gateway Registration Packet</a:t>
            </a:r>
            <a:endParaRPr lang="en-US" sz="1400"/>
          </a:p>
        </p:txBody>
      </p:sp>
      <p:graphicFrame>
        <p:nvGraphicFramePr>
          <p:cNvPr id="2" name="Table 1">
            <a:extLst>
              <a:ext uri="{FF2B5EF4-FFF2-40B4-BE49-F238E27FC236}">
                <a16:creationId xmlns:a16="http://schemas.microsoft.com/office/drawing/2014/main" id="{179AF028-29EB-3A39-F202-19AAF9891FF6}"/>
              </a:ext>
            </a:extLst>
          </p:cNvPr>
          <p:cNvGraphicFramePr>
            <a:graphicFrameLocks noGrp="1"/>
          </p:cNvGraphicFramePr>
          <p:nvPr>
            <p:extLst>
              <p:ext uri="{D42A27DB-BD31-4B8C-83A1-F6EECF244321}">
                <p14:modId xmlns:p14="http://schemas.microsoft.com/office/powerpoint/2010/main" val="3863965959"/>
              </p:ext>
            </p:extLst>
          </p:nvPr>
        </p:nvGraphicFramePr>
        <p:xfrm>
          <a:off x="4622013" y="4066243"/>
          <a:ext cx="3893336" cy="1889760"/>
        </p:xfrm>
        <a:graphic>
          <a:graphicData uri="http://schemas.openxmlformats.org/drawingml/2006/table">
            <a:tbl>
              <a:tblPr firstRow="1" bandRow="1">
                <a:tableStyleId>{5C22544A-7EE6-4342-B048-85BDC9FD1C3A}</a:tableStyleId>
              </a:tblPr>
              <a:tblGrid>
                <a:gridCol w="973334">
                  <a:extLst>
                    <a:ext uri="{9D8B030D-6E8A-4147-A177-3AD203B41FA5}">
                      <a16:colId xmlns:a16="http://schemas.microsoft.com/office/drawing/2014/main" val="2839305650"/>
                    </a:ext>
                  </a:extLst>
                </a:gridCol>
                <a:gridCol w="973334">
                  <a:extLst>
                    <a:ext uri="{9D8B030D-6E8A-4147-A177-3AD203B41FA5}">
                      <a16:colId xmlns:a16="http://schemas.microsoft.com/office/drawing/2014/main" val="3013571200"/>
                    </a:ext>
                  </a:extLst>
                </a:gridCol>
                <a:gridCol w="973334">
                  <a:extLst>
                    <a:ext uri="{9D8B030D-6E8A-4147-A177-3AD203B41FA5}">
                      <a16:colId xmlns:a16="http://schemas.microsoft.com/office/drawing/2014/main" val="774026725"/>
                    </a:ext>
                  </a:extLst>
                </a:gridCol>
                <a:gridCol w="973334">
                  <a:extLst>
                    <a:ext uri="{9D8B030D-6E8A-4147-A177-3AD203B41FA5}">
                      <a16:colId xmlns:a16="http://schemas.microsoft.com/office/drawing/2014/main" val="3800111035"/>
                    </a:ext>
                  </a:extLst>
                </a:gridCol>
              </a:tblGrid>
              <a:tr h="314960">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14960">
                <a:tc>
                  <a:txBody>
                    <a:bodyPr/>
                    <a:lstStyle/>
                    <a:p>
                      <a:pPr lvl="0">
                        <a:buNone/>
                      </a:pPr>
                      <a:r>
                        <a:rPr lang="en-US" sz="1100" b="0" i="0" u="none" strike="noStrike" noProof="0">
                          <a:solidFill>
                            <a:srgbClr val="000000"/>
                          </a:solidFill>
                          <a:latin typeface="Calibri"/>
                        </a:rPr>
                        <a:t>JsonPacketId</a:t>
                      </a:r>
                      <a:endParaRPr lang="en-US" sz="1100" err="1"/>
                    </a:p>
                  </a:txBody>
                  <a:tcPr/>
                </a:tc>
                <a:tc>
                  <a:txBody>
                    <a:bodyPr/>
                    <a:lstStyle/>
                    <a:p>
                      <a:pPr lvl="0" algn="ctr">
                        <a:buNone/>
                      </a:pPr>
                      <a:r>
                        <a:rPr lang="en-US" sz="1100"/>
                        <a:t>0</a:t>
                      </a:r>
                    </a:p>
                  </a:txBody>
                  <a:tcPr/>
                </a:tc>
                <a:tc>
                  <a:txBody>
                    <a:bodyPr/>
                    <a:lstStyle/>
                    <a:p>
                      <a:pPr lvl="0" algn="ctr">
                        <a:buNone/>
                      </a:pPr>
                      <a:r>
                        <a:rPr lang="en-US" sz="1100"/>
                        <a:t>Number</a:t>
                      </a:r>
                    </a:p>
                  </a:txBody>
                  <a:tcPr/>
                </a:tc>
                <a:tc>
                  <a:txBody>
                    <a:bodyPr/>
                    <a:lstStyle/>
                    <a:p>
                      <a:pPr lvl="0" algn="ctr">
                        <a:buNone/>
                      </a:pPr>
                      <a:r>
                        <a:rPr lang="en-US" sz="1100"/>
                        <a:t>0 - 99 </a:t>
                      </a:r>
                    </a:p>
                  </a:txBody>
                  <a:tcPr/>
                </a:tc>
                <a:extLst>
                  <a:ext uri="{0D108BD9-81ED-4DB2-BD59-A6C34878D82A}">
                    <a16:rowId xmlns:a16="http://schemas.microsoft.com/office/drawing/2014/main" val="2803828841"/>
                  </a:ext>
                </a:extLst>
              </a:tr>
              <a:tr h="314960">
                <a:tc>
                  <a:txBody>
                    <a:bodyPr/>
                    <a:lstStyle/>
                    <a:p>
                      <a:r>
                        <a:rPr lang="en-US" sz="1100" err="1"/>
                        <a:t>MsgSeqNo</a:t>
                      </a:r>
                    </a:p>
                  </a:txBody>
                  <a:tcPr/>
                </a:tc>
                <a:tc>
                  <a:txBody>
                    <a:bodyPr/>
                    <a:lstStyle/>
                    <a:p>
                      <a:pPr algn="ctr"/>
                      <a:r>
                        <a:rPr lang="en-US" sz="1100"/>
                        <a:t>12</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14960">
                <a:tc>
                  <a:txBody>
                    <a:bodyPr/>
                    <a:lstStyle/>
                    <a:p>
                      <a:r>
                        <a:rPr lang="en-US" sz="1100" err="1"/>
                        <a:t>GwySerNo</a:t>
                      </a:r>
                    </a:p>
                  </a:txBody>
                  <a:tcPr/>
                </a:tc>
                <a:tc>
                  <a:txBody>
                    <a:bodyPr/>
                    <a:lstStyle/>
                    <a:p>
                      <a:pPr algn="ctr"/>
                      <a:r>
                        <a:rPr lang="en-US" sz="1100"/>
                        <a:t>00001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95805513"/>
                  </a:ext>
                </a:extLst>
              </a:tr>
              <a:tr h="314960">
                <a:tc>
                  <a:txBody>
                    <a:bodyPr/>
                    <a:lstStyle/>
                    <a:p>
                      <a:r>
                        <a:rPr lang="en-US" sz="1100"/>
                        <a:t>Location</a:t>
                      </a:r>
                    </a:p>
                  </a:txBody>
                  <a:tcPr/>
                </a:tc>
                <a:tc>
                  <a:txBody>
                    <a:bodyPr/>
                    <a:lstStyle/>
                    <a:p>
                      <a:pPr algn="ctr"/>
                      <a:r>
                        <a:rPr lang="en-US" sz="1100"/>
                        <a:t>"1st floor"</a:t>
                      </a:r>
                    </a:p>
                  </a:txBody>
                  <a:tcPr/>
                </a:tc>
                <a:tc>
                  <a:txBody>
                    <a:bodyPr/>
                    <a:lstStyle/>
                    <a:p>
                      <a:pPr algn="ctr"/>
                      <a:r>
                        <a:rPr lang="en-US" sz="1100"/>
                        <a:t>String</a:t>
                      </a:r>
                    </a:p>
                  </a:txBody>
                  <a:tcPr/>
                </a:tc>
                <a:tc>
                  <a:txBody>
                    <a:bodyPr/>
                    <a:lstStyle/>
                    <a:p>
                      <a:pPr algn="ctr"/>
                      <a:r>
                        <a:rPr lang="en-US" sz="1100"/>
                        <a:t>20 char long</a:t>
                      </a:r>
                    </a:p>
                  </a:txBody>
                  <a:tcPr/>
                </a:tc>
                <a:extLst>
                  <a:ext uri="{0D108BD9-81ED-4DB2-BD59-A6C34878D82A}">
                    <a16:rowId xmlns:a16="http://schemas.microsoft.com/office/drawing/2014/main" val="4183338170"/>
                  </a:ext>
                </a:extLst>
              </a:tr>
              <a:tr h="314960">
                <a:tc>
                  <a:txBody>
                    <a:bodyPr/>
                    <a:lstStyle/>
                    <a:p>
                      <a:r>
                        <a:rPr lang="en-US" sz="1100"/>
                        <a:t>Error 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0 - 3</a:t>
                      </a:r>
                    </a:p>
                  </a:txBody>
                  <a:tcPr/>
                </a:tc>
                <a:extLst>
                  <a:ext uri="{0D108BD9-81ED-4DB2-BD59-A6C34878D82A}">
                    <a16:rowId xmlns:a16="http://schemas.microsoft.com/office/drawing/2014/main" val="2403011285"/>
                  </a:ext>
                </a:extLst>
              </a:tr>
            </a:tbl>
          </a:graphicData>
        </a:graphic>
      </p:graphicFrame>
      <p:sp>
        <p:nvSpPr>
          <p:cNvPr id="6" name="Rectangle 5">
            <a:extLst>
              <a:ext uri="{FF2B5EF4-FFF2-40B4-BE49-F238E27FC236}">
                <a16:creationId xmlns:a16="http://schemas.microsoft.com/office/drawing/2014/main" id="{AD20DFB7-A5FE-6D7B-7EE5-BB73A187978D}"/>
              </a:ext>
            </a:extLst>
          </p:cNvPr>
          <p:cNvSpPr/>
          <p:nvPr/>
        </p:nvSpPr>
        <p:spPr>
          <a:xfrm>
            <a:off x="4622013" y="3736986"/>
            <a:ext cx="3894705"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Gateway Registration Ack</a:t>
            </a:r>
            <a:endParaRPr lang="en-US" sz="1400"/>
          </a:p>
        </p:txBody>
      </p:sp>
      <p:sp>
        <p:nvSpPr>
          <p:cNvPr id="10" name="Rectangle: Rounded Corners 9">
            <a:extLst>
              <a:ext uri="{FF2B5EF4-FFF2-40B4-BE49-F238E27FC236}">
                <a16:creationId xmlns:a16="http://schemas.microsoft.com/office/drawing/2014/main" id="{76A5832B-E368-B357-9402-832DF3F17B83}"/>
              </a:ext>
            </a:extLst>
          </p:cNvPr>
          <p:cNvSpPr/>
          <p:nvPr/>
        </p:nvSpPr>
        <p:spPr>
          <a:xfrm>
            <a:off x="8852555" y="201729"/>
            <a:ext cx="3000963" cy="1554476"/>
          </a:xfrm>
          <a:prstGeom prst="roundRect">
            <a:avLst>
              <a:gd name="adj" fmla="val 4412"/>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solidFill>
                <a:srgbClr val="333333"/>
              </a:solidFill>
              <a:latin typeface="+mj-lt"/>
              <a:cs typeface="Segoe UI"/>
            </a:endParaRPr>
          </a:p>
          <a:p>
            <a:pPr algn="ctr"/>
            <a:r>
              <a:rPr lang="en-US" sz="1100" b="1">
                <a:solidFill>
                  <a:srgbClr val="333333"/>
                </a:solidFill>
                <a:latin typeface="+mj-lt"/>
                <a:cs typeface="Segoe UI"/>
              </a:rPr>
              <a:t>Json packet (Cloud -&gt; Gateway)</a:t>
            </a:r>
          </a:p>
          <a:p>
            <a:r>
              <a:rPr lang="en-US" sz="1100">
                <a:solidFill>
                  <a:srgbClr val="333333"/>
                </a:solidFill>
                <a:latin typeface="+mj-lt"/>
                <a:cs typeface="Segoe UI"/>
              </a:rPr>
              <a:t>{</a:t>
            </a:r>
            <a:endParaRPr lang="en-US" sz="1100">
              <a:latin typeface="+mj-lt"/>
              <a:cs typeface="Calibri"/>
            </a:endParaRPr>
          </a:p>
          <a:p>
            <a:r>
              <a:rPr lang="en-US" sz="1100">
                <a:solidFill>
                  <a:srgbClr val="333333"/>
                </a:solidFill>
                <a:latin typeface="+mj-lt"/>
                <a:cs typeface="Segoe UI"/>
              </a:rPr>
              <a:t>     "JsonPacketId" : 0,</a:t>
            </a:r>
          </a:p>
          <a:p>
            <a:r>
              <a:rPr lang="en-US" sz="1100">
                <a:solidFill>
                  <a:srgbClr val="333333"/>
                </a:solidFill>
                <a:latin typeface="+mj-lt"/>
                <a:cs typeface="Segoe UI"/>
              </a:rPr>
              <a:t>     "MsgSeqNo": 12,</a:t>
            </a:r>
            <a:endParaRPr lang="en-US" sz="1100">
              <a:latin typeface="+mj-lt"/>
              <a:cs typeface="Calibri" panose="020F0502020204030204"/>
            </a:endParaRPr>
          </a:p>
          <a:p>
            <a:r>
              <a:rPr lang="en-US" sz="1100">
                <a:solidFill>
                  <a:srgbClr val="333333"/>
                </a:solidFill>
                <a:latin typeface="+mj-lt"/>
                <a:cs typeface="Segoe UI"/>
              </a:rPr>
              <a:t>     "GwySerNo": "GWY00005",</a:t>
            </a:r>
            <a:endParaRPr lang="en-US" sz="1100">
              <a:latin typeface="+mj-lt"/>
              <a:cs typeface="Calibri" panose="020F0502020204030204"/>
            </a:endParaRPr>
          </a:p>
          <a:p>
            <a:r>
              <a:rPr lang="en-US" sz="1100">
                <a:solidFill>
                  <a:srgbClr val="333333"/>
                </a:solidFill>
                <a:latin typeface="+mj-lt"/>
                <a:cs typeface="Segoe UI"/>
              </a:rPr>
              <a:t>     "location": “1</a:t>
            </a:r>
            <a:r>
              <a:rPr lang="en-US" sz="1100" baseline="30000">
                <a:solidFill>
                  <a:srgbClr val="333333"/>
                </a:solidFill>
                <a:latin typeface="+mj-lt"/>
                <a:cs typeface="Segoe UI"/>
              </a:rPr>
              <a:t>st</a:t>
            </a:r>
            <a:r>
              <a:rPr lang="en-US" sz="1100">
                <a:solidFill>
                  <a:srgbClr val="333333"/>
                </a:solidFill>
                <a:latin typeface="+mj-lt"/>
                <a:cs typeface="Segoe UI"/>
              </a:rPr>
              <a:t> Floor"</a:t>
            </a:r>
            <a:endParaRPr lang="en-US" sz="1100">
              <a:latin typeface="+mj-lt"/>
              <a:cs typeface="Calibri" panose="020F0502020204030204"/>
            </a:endParaRPr>
          </a:p>
          <a:p>
            <a:r>
              <a:rPr lang="en-US" sz="1100">
                <a:solidFill>
                  <a:srgbClr val="333333"/>
                </a:solidFill>
                <a:latin typeface="+mj-lt"/>
                <a:cs typeface="Segoe UI"/>
              </a:rPr>
              <a:t>}</a:t>
            </a:r>
            <a:endParaRPr lang="en-US" sz="1100">
              <a:latin typeface="+mj-lt"/>
              <a:cs typeface="Calibri"/>
            </a:endParaRPr>
          </a:p>
        </p:txBody>
      </p:sp>
      <p:sp>
        <p:nvSpPr>
          <p:cNvPr id="11" name="Rectangle: Rounded Corners 10">
            <a:extLst>
              <a:ext uri="{FF2B5EF4-FFF2-40B4-BE49-F238E27FC236}">
                <a16:creationId xmlns:a16="http://schemas.microsoft.com/office/drawing/2014/main" id="{43595358-53CD-0B13-8A48-D731730C4DE2}"/>
              </a:ext>
            </a:extLst>
          </p:cNvPr>
          <p:cNvSpPr/>
          <p:nvPr/>
        </p:nvSpPr>
        <p:spPr>
          <a:xfrm>
            <a:off x="367057" y="87061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Cloud</a:t>
            </a:r>
          </a:p>
        </p:txBody>
      </p:sp>
      <p:sp>
        <p:nvSpPr>
          <p:cNvPr id="17" name="TextBox 16">
            <a:extLst>
              <a:ext uri="{FF2B5EF4-FFF2-40B4-BE49-F238E27FC236}">
                <a16:creationId xmlns:a16="http://schemas.microsoft.com/office/drawing/2014/main" id="{020AB4EA-D524-5D0B-790D-1301D1338205}"/>
              </a:ext>
            </a:extLst>
          </p:cNvPr>
          <p:cNvSpPr txBox="1"/>
          <p:nvPr/>
        </p:nvSpPr>
        <p:spPr>
          <a:xfrm>
            <a:off x="983586" y="1687609"/>
            <a:ext cx="2091889" cy="430887"/>
          </a:xfrm>
          <a:prstGeom prst="rect">
            <a:avLst/>
          </a:prstGeom>
          <a:noFill/>
        </p:spPr>
        <p:txBody>
          <a:bodyPr wrap="square" rtlCol="0">
            <a:spAutoFit/>
          </a:bodyPr>
          <a:lstStyle/>
          <a:p>
            <a:r>
              <a:rPr lang="en-US" sz="1100"/>
              <a:t>1. Gateway Registration packet sent from Cloud to Gwy</a:t>
            </a:r>
            <a:endParaRPr lang="en-IN" sz="1100"/>
          </a:p>
        </p:txBody>
      </p:sp>
      <p:sp>
        <p:nvSpPr>
          <p:cNvPr id="20" name="TextBox 19">
            <a:extLst>
              <a:ext uri="{FF2B5EF4-FFF2-40B4-BE49-F238E27FC236}">
                <a16:creationId xmlns:a16="http://schemas.microsoft.com/office/drawing/2014/main" id="{0ECD6667-AB48-9174-31F9-12F8BC3C999C}"/>
              </a:ext>
            </a:extLst>
          </p:cNvPr>
          <p:cNvSpPr txBox="1"/>
          <p:nvPr/>
        </p:nvSpPr>
        <p:spPr>
          <a:xfrm>
            <a:off x="983585" y="2251889"/>
            <a:ext cx="2091889" cy="430887"/>
          </a:xfrm>
          <a:prstGeom prst="rect">
            <a:avLst/>
          </a:prstGeom>
          <a:noFill/>
        </p:spPr>
        <p:txBody>
          <a:bodyPr wrap="square" rtlCol="0">
            <a:spAutoFit/>
          </a:bodyPr>
          <a:lstStyle/>
          <a:p>
            <a:r>
              <a:rPr lang="en-US" sz="1100"/>
              <a:t>2. Gwy sends back Gateway registration Ack</a:t>
            </a:r>
            <a:endParaRPr lang="en-IN" sz="1100"/>
          </a:p>
        </p:txBody>
      </p:sp>
      <p:sp>
        <p:nvSpPr>
          <p:cNvPr id="30" name="Rectangle: Rounded Corners 29">
            <a:extLst>
              <a:ext uri="{FF2B5EF4-FFF2-40B4-BE49-F238E27FC236}">
                <a16:creationId xmlns:a16="http://schemas.microsoft.com/office/drawing/2014/main" id="{4388B6F0-43A7-FAA3-43AB-25ABF5FF68A8}"/>
              </a:ext>
            </a:extLst>
          </p:cNvPr>
          <p:cNvSpPr/>
          <p:nvPr/>
        </p:nvSpPr>
        <p:spPr>
          <a:xfrm>
            <a:off x="8852554" y="1880410"/>
            <a:ext cx="3000963" cy="1656344"/>
          </a:xfrm>
          <a:prstGeom prst="roundRect">
            <a:avLst>
              <a:gd name="adj" fmla="val 57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solidFill>
                <a:srgbClr val="333333"/>
              </a:solidFill>
              <a:latin typeface="+mj-lt"/>
              <a:cs typeface="Segoe UI"/>
            </a:endParaRPr>
          </a:p>
          <a:p>
            <a:pPr algn="ctr"/>
            <a:r>
              <a:rPr lang="en-US" sz="1100" b="1">
                <a:solidFill>
                  <a:srgbClr val="333333"/>
                </a:solidFill>
                <a:latin typeface="+mj-lt"/>
                <a:cs typeface="Segoe UI"/>
              </a:rPr>
              <a:t>Json ack (Gateway -&gt; Cloud)</a:t>
            </a:r>
          </a:p>
          <a:p>
            <a:r>
              <a:rPr lang="en-US" sz="1100">
                <a:solidFill>
                  <a:srgbClr val="333333"/>
                </a:solidFill>
                <a:latin typeface="+mj-lt"/>
                <a:cs typeface="Segoe UI"/>
              </a:rPr>
              <a:t>{</a:t>
            </a:r>
            <a:endParaRPr lang="en-US" sz="1100">
              <a:latin typeface="+mj-lt"/>
              <a:cs typeface="Calibri"/>
            </a:endParaRPr>
          </a:p>
          <a:p>
            <a:r>
              <a:rPr lang="en-US" sz="1100">
                <a:solidFill>
                  <a:srgbClr val="333333"/>
                </a:solidFill>
                <a:latin typeface="+mj-lt"/>
                <a:cs typeface="Segoe UI"/>
              </a:rPr>
              <a:t>     "JsonPacketId" : 0,</a:t>
            </a:r>
          </a:p>
          <a:p>
            <a:r>
              <a:rPr lang="en-US" sz="1100">
                <a:solidFill>
                  <a:srgbClr val="333333"/>
                </a:solidFill>
                <a:latin typeface="+mj-lt"/>
                <a:cs typeface="Segoe UI"/>
              </a:rPr>
              <a:t>     "MsgSeqNo": 12,</a:t>
            </a:r>
            <a:endParaRPr lang="en-US" sz="1100">
              <a:latin typeface="+mj-lt"/>
              <a:cs typeface="Calibri" panose="020F0502020204030204"/>
            </a:endParaRPr>
          </a:p>
          <a:p>
            <a:r>
              <a:rPr lang="en-US" sz="1100">
                <a:solidFill>
                  <a:srgbClr val="333333"/>
                </a:solidFill>
                <a:latin typeface="+mj-lt"/>
                <a:cs typeface="Segoe UI"/>
              </a:rPr>
              <a:t>     "GwySerNo": "GWY00005",</a:t>
            </a:r>
            <a:endParaRPr lang="en-US" sz="1100">
              <a:latin typeface="+mj-lt"/>
              <a:cs typeface="Calibri" panose="020F0502020204030204"/>
            </a:endParaRPr>
          </a:p>
          <a:p>
            <a:r>
              <a:rPr lang="en-US" sz="1100">
                <a:solidFill>
                  <a:srgbClr val="333333"/>
                </a:solidFill>
                <a:latin typeface="+mj-lt"/>
                <a:cs typeface="Segoe UI"/>
              </a:rPr>
              <a:t>     "location": “1</a:t>
            </a:r>
            <a:r>
              <a:rPr lang="en-US" sz="1100" baseline="30000">
                <a:solidFill>
                  <a:srgbClr val="333333"/>
                </a:solidFill>
                <a:latin typeface="+mj-lt"/>
                <a:cs typeface="Segoe UI"/>
              </a:rPr>
              <a:t>st</a:t>
            </a:r>
            <a:r>
              <a:rPr lang="en-US" sz="1100">
                <a:solidFill>
                  <a:srgbClr val="333333"/>
                </a:solidFill>
                <a:latin typeface="+mj-lt"/>
                <a:cs typeface="Segoe UI"/>
              </a:rPr>
              <a:t> Floor",</a:t>
            </a:r>
          </a:p>
          <a:p>
            <a:r>
              <a:rPr lang="en-US" sz="1100">
                <a:solidFill>
                  <a:srgbClr val="333333"/>
                </a:solidFill>
                <a:latin typeface="+mj-lt"/>
                <a:cs typeface="Segoe UI"/>
              </a:rPr>
              <a:t>     "Errorcode": 0</a:t>
            </a:r>
          </a:p>
          <a:p>
            <a:r>
              <a:rPr lang="en-US" sz="1100">
                <a:solidFill>
                  <a:srgbClr val="333333"/>
                </a:solidFill>
                <a:latin typeface="+mj-lt"/>
                <a:cs typeface="Segoe UI"/>
              </a:rPr>
              <a:t>}</a:t>
            </a:r>
            <a:endParaRPr lang="en-US" sz="1100">
              <a:latin typeface="+mj-lt"/>
              <a:cs typeface="Calibri"/>
            </a:endParaRPr>
          </a:p>
        </p:txBody>
      </p:sp>
      <p:sp>
        <p:nvSpPr>
          <p:cNvPr id="7" name="TextBox 6">
            <a:extLst>
              <a:ext uri="{FF2B5EF4-FFF2-40B4-BE49-F238E27FC236}">
                <a16:creationId xmlns:a16="http://schemas.microsoft.com/office/drawing/2014/main" id="{4AFC6E87-D6E3-88DA-58E3-06B8C23E55FD}"/>
              </a:ext>
            </a:extLst>
          </p:cNvPr>
          <p:cNvSpPr txBox="1"/>
          <p:nvPr/>
        </p:nvSpPr>
        <p:spPr>
          <a:xfrm>
            <a:off x="4145872" y="305640"/>
            <a:ext cx="4369477" cy="232108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Gateway registration is the process of adding a gateway into the BLE Mesh network.</a:t>
            </a:r>
          </a:p>
          <a:p>
            <a:pPr marL="285750" indent="-285750" algn="just">
              <a:lnSpc>
                <a:spcPct val="150000"/>
              </a:lnSpc>
              <a:buFont typeface="Arial" panose="020B0604020202020204" pitchFamily="34" charset="0"/>
              <a:buChar char="•"/>
            </a:pPr>
            <a:r>
              <a:rPr lang="en-US" sz="1400">
                <a:latin typeface="+mj-lt"/>
              </a:rPr>
              <a:t>Using the Mobile app, user will scan the QR code sticker placed on the Gateway device. The app will extract necessary information from QR code and send the Gateway Registration packet to Gateway via MQTT cloud</a:t>
            </a:r>
          </a:p>
        </p:txBody>
      </p:sp>
    </p:spTree>
    <p:extLst>
      <p:ext uri="{BB962C8B-B14F-4D97-AF65-F5344CB8AC3E}">
        <p14:creationId xmlns:p14="http://schemas.microsoft.com/office/powerpoint/2010/main" val="3116336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5CDA6-7A08-A03D-17A1-0251B3A4671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24A0A59A-0245-4F8E-C304-0256F8AB670B}"/>
              </a:ext>
            </a:extLst>
          </p:cNvPr>
          <p:cNvSpPr/>
          <p:nvPr/>
        </p:nvSpPr>
        <p:spPr>
          <a:xfrm>
            <a:off x="2648198" y="736022"/>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5" name="Straight Connector 4">
            <a:extLst>
              <a:ext uri="{FF2B5EF4-FFF2-40B4-BE49-F238E27FC236}">
                <a16:creationId xmlns:a16="http://schemas.microsoft.com/office/drawing/2014/main" id="{88FB6D7A-B609-D162-D93D-F7ADEEF05490}"/>
              </a:ext>
            </a:extLst>
          </p:cNvPr>
          <p:cNvCxnSpPr>
            <a:cxnSpLocks/>
            <a:stCxn id="8" idx="2"/>
          </p:cNvCxnSpPr>
          <p:nvPr/>
        </p:nvCxnSpPr>
        <p:spPr>
          <a:xfrm>
            <a:off x="828677" y="1303288"/>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C08B1437-61C0-DE57-7490-953ABDD70693}"/>
              </a:ext>
            </a:extLst>
          </p:cNvPr>
          <p:cNvCxnSpPr>
            <a:cxnSpLocks/>
            <a:stCxn id="4" idx="2"/>
          </p:cNvCxnSpPr>
          <p:nvPr/>
        </p:nvCxnSpPr>
        <p:spPr>
          <a:xfrm>
            <a:off x="3168898" y="1303289"/>
            <a:ext cx="0" cy="2558914"/>
          </a:xfrm>
          <a:prstGeom prst="line">
            <a:avLst/>
          </a:prstGeom>
          <a:ln w="12700"/>
        </p:spPr>
        <p:style>
          <a:lnRef idx="2">
            <a:schemeClr val="dk1"/>
          </a:lnRef>
          <a:fillRef idx="0">
            <a:schemeClr val="dk1"/>
          </a:fillRef>
          <a:effectRef idx="1">
            <a:schemeClr val="dk1"/>
          </a:effectRef>
          <a:fontRef idx="minor">
            <a:schemeClr val="tx1"/>
          </a:fontRef>
        </p:style>
      </p:cxnSp>
      <p:sp>
        <p:nvSpPr>
          <p:cNvPr id="8" name="Rectangle: Rounded Corners 7">
            <a:extLst>
              <a:ext uri="{FF2B5EF4-FFF2-40B4-BE49-F238E27FC236}">
                <a16:creationId xmlns:a16="http://schemas.microsoft.com/office/drawing/2014/main" id="{AF9B60AE-4F63-AC3A-BEBE-57960505734C}"/>
              </a:ext>
            </a:extLst>
          </p:cNvPr>
          <p:cNvSpPr/>
          <p:nvPr/>
        </p:nvSpPr>
        <p:spPr>
          <a:xfrm>
            <a:off x="307977" y="73602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cxnSp>
        <p:nvCxnSpPr>
          <p:cNvPr id="10" name="Straight Arrow Connector 9">
            <a:extLst>
              <a:ext uri="{FF2B5EF4-FFF2-40B4-BE49-F238E27FC236}">
                <a16:creationId xmlns:a16="http://schemas.microsoft.com/office/drawing/2014/main" id="{F36369FB-AE8B-1BA9-3C41-09B6588C7DA5}"/>
              </a:ext>
            </a:extLst>
          </p:cNvPr>
          <p:cNvCxnSpPr>
            <a:cxnSpLocks/>
            <a:stCxn id="8" idx="3"/>
            <a:endCxn id="4" idx="1"/>
          </p:cNvCxnSpPr>
          <p:nvPr/>
        </p:nvCxnSpPr>
        <p:spPr>
          <a:xfrm>
            <a:off x="1349377" y="1019655"/>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19CD49DB-C38D-DD40-53A4-5659D8020BBD}"/>
              </a:ext>
            </a:extLst>
          </p:cNvPr>
          <p:cNvSpPr txBox="1"/>
          <p:nvPr/>
        </p:nvSpPr>
        <p:spPr>
          <a:xfrm>
            <a:off x="1606798" y="736021"/>
            <a:ext cx="766231" cy="307777"/>
          </a:xfrm>
          <a:prstGeom prst="rect">
            <a:avLst/>
          </a:prstGeom>
          <a:noFill/>
        </p:spPr>
        <p:txBody>
          <a:bodyPr wrap="square" rtlCol="0">
            <a:spAutoFit/>
          </a:bodyPr>
          <a:lstStyle/>
          <a:p>
            <a:pPr algn="ctr"/>
            <a:r>
              <a:rPr lang="en-US" sz="1400"/>
              <a:t>LTE</a:t>
            </a:r>
          </a:p>
        </p:txBody>
      </p:sp>
      <p:sp>
        <p:nvSpPr>
          <p:cNvPr id="14" name="TextBox 13">
            <a:extLst>
              <a:ext uri="{FF2B5EF4-FFF2-40B4-BE49-F238E27FC236}">
                <a16:creationId xmlns:a16="http://schemas.microsoft.com/office/drawing/2014/main" id="{4CA0215D-28E0-EC82-47EF-728C6085CED7}"/>
              </a:ext>
            </a:extLst>
          </p:cNvPr>
          <p:cNvSpPr txBox="1"/>
          <p:nvPr/>
        </p:nvSpPr>
        <p:spPr>
          <a:xfrm>
            <a:off x="346033" y="240306"/>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Gateway Configuration</a:t>
            </a:r>
          </a:p>
        </p:txBody>
      </p:sp>
      <p:cxnSp>
        <p:nvCxnSpPr>
          <p:cNvPr id="19" name="Straight Arrow Connector 18">
            <a:extLst>
              <a:ext uri="{FF2B5EF4-FFF2-40B4-BE49-F238E27FC236}">
                <a16:creationId xmlns:a16="http://schemas.microsoft.com/office/drawing/2014/main" id="{DF9F672E-2357-2623-2B97-8E4A13B907B2}"/>
              </a:ext>
            </a:extLst>
          </p:cNvPr>
          <p:cNvCxnSpPr>
            <a:cxnSpLocks/>
          </p:cNvCxnSpPr>
          <p:nvPr/>
        </p:nvCxnSpPr>
        <p:spPr>
          <a:xfrm flipH="1">
            <a:off x="840564" y="1956953"/>
            <a:ext cx="231293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50DDB142-A029-DF3A-FBC3-3639018A0D1C}"/>
              </a:ext>
            </a:extLst>
          </p:cNvPr>
          <p:cNvSpPr txBox="1"/>
          <p:nvPr/>
        </p:nvSpPr>
        <p:spPr>
          <a:xfrm>
            <a:off x="1026519" y="1500602"/>
            <a:ext cx="2091889" cy="430887"/>
          </a:xfrm>
          <a:prstGeom prst="rect">
            <a:avLst/>
          </a:prstGeom>
          <a:noFill/>
        </p:spPr>
        <p:txBody>
          <a:bodyPr wrap="square" rtlCol="0">
            <a:spAutoFit/>
          </a:bodyPr>
          <a:lstStyle/>
          <a:p>
            <a:r>
              <a:rPr lang="en-US" sz="1100"/>
              <a:t>1. Gateway sends configuration status ack to cloud</a:t>
            </a:r>
            <a:endParaRPr lang="en-IN" sz="1100"/>
          </a:p>
        </p:txBody>
      </p:sp>
      <p:graphicFrame>
        <p:nvGraphicFramePr>
          <p:cNvPr id="25" name="Table 24">
            <a:extLst>
              <a:ext uri="{FF2B5EF4-FFF2-40B4-BE49-F238E27FC236}">
                <a16:creationId xmlns:a16="http://schemas.microsoft.com/office/drawing/2014/main" id="{7CBBF7AE-968F-B3C1-3CC0-A90369D907C7}"/>
              </a:ext>
            </a:extLst>
          </p:cNvPr>
          <p:cNvGraphicFramePr>
            <a:graphicFrameLocks noGrp="1"/>
          </p:cNvGraphicFramePr>
          <p:nvPr>
            <p:extLst>
              <p:ext uri="{D42A27DB-BD31-4B8C-83A1-F6EECF244321}">
                <p14:modId xmlns:p14="http://schemas.microsoft.com/office/powerpoint/2010/main" val="295401274"/>
              </p:ext>
            </p:extLst>
          </p:nvPr>
        </p:nvGraphicFramePr>
        <p:xfrm>
          <a:off x="307977" y="4604193"/>
          <a:ext cx="4154816" cy="1649585"/>
        </p:xfrm>
        <a:graphic>
          <a:graphicData uri="http://schemas.openxmlformats.org/drawingml/2006/table">
            <a:tbl>
              <a:tblPr firstRow="1" bandRow="1">
                <a:tableStyleId>{5C22544A-7EE6-4342-B048-85BDC9FD1C3A}</a:tableStyleId>
              </a:tblPr>
              <a:tblGrid>
                <a:gridCol w="1038704">
                  <a:extLst>
                    <a:ext uri="{9D8B030D-6E8A-4147-A177-3AD203B41FA5}">
                      <a16:colId xmlns:a16="http://schemas.microsoft.com/office/drawing/2014/main" val="2839305650"/>
                    </a:ext>
                  </a:extLst>
                </a:gridCol>
                <a:gridCol w="1038704">
                  <a:extLst>
                    <a:ext uri="{9D8B030D-6E8A-4147-A177-3AD203B41FA5}">
                      <a16:colId xmlns:a16="http://schemas.microsoft.com/office/drawing/2014/main" val="3013571200"/>
                    </a:ext>
                  </a:extLst>
                </a:gridCol>
                <a:gridCol w="1038704">
                  <a:extLst>
                    <a:ext uri="{9D8B030D-6E8A-4147-A177-3AD203B41FA5}">
                      <a16:colId xmlns:a16="http://schemas.microsoft.com/office/drawing/2014/main" val="774026725"/>
                    </a:ext>
                  </a:extLst>
                </a:gridCol>
                <a:gridCol w="1038704">
                  <a:extLst>
                    <a:ext uri="{9D8B030D-6E8A-4147-A177-3AD203B41FA5}">
                      <a16:colId xmlns:a16="http://schemas.microsoft.com/office/drawing/2014/main" val="3800111035"/>
                    </a:ext>
                  </a:extLst>
                </a:gridCol>
              </a:tblGrid>
              <a:tr h="329917">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29917">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1</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329917">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r h="329917">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29917">
                <a:tc>
                  <a:txBody>
                    <a:bodyPr/>
                    <a:lstStyle/>
                    <a:p>
                      <a:r>
                        <a:rPr lang="en-US" sz="1100" err="1"/>
                        <a:t>ErrorCode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0 - 6</a:t>
                      </a:r>
                    </a:p>
                  </a:txBody>
                  <a:tcPr/>
                </a:tc>
                <a:extLst>
                  <a:ext uri="{0D108BD9-81ED-4DB2-BD59-A6C34878D82A}">
                    <a16:rowId xmlns:a16="http://schemas.microsoft.com/office/drawing/2014/main" val="4183338170"/>
                  </a:ext>
                </a:extLst>
              </a:tr>
            </a:tbl>
          </a:graphicData>
        </a:graphic>
      </p:graphicFrame>
      <p:sp>
        <p:nvSpPr>
          <p:cNvPr id="26" name="Rectangle 25">
            <a:extLst>
              <a:ext uri="{FF2B5EF4-FFF2-40B4-BE49-F238E27FC236}">
                <a16:creationId xmlns:a16="http://schemas.microsoft.com/office/drawing/2014/main" id="{42A37E76-792C-6C5A-EADC-C4FD799374A5}"/>
              </a:ext>
            </a:extLst>
          </p:cNvPr>
          <p:cNvSpPr/>
          <p:nvPr/>
        </p:nvSpPr>
        <p:spPr>
          <a:xfrm>
            <a:off x="307978" y="4264840"/>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Configuration status</a:t>
            </a:r>
            <a:endParaRPr lang="en-US" sz="1400"/>
          </a:p>
        </p:txBody>
      </p:sp>
      <p:graphicFrame>
        <p:nvGraphicFramePr>
          <p:cNvPr id="27" name="Table 26">
            <a:extLst>
              <a:ext uri="{FF2B5EF4-FFF2-40B4-BE49-F238E27FC236}">
                <a16:creationId xmlns:a16="http://schemas.microsoft.com/office/drawing/2014/main" id="{01C8304D-DFFB-4E01-D0D0-368E1965B250}"/>
              </a:ext>
            </a:extLst>
          </p:cNvPr>
          <p:cNvGraphicFramePr>
            <a:graphicFrameLocks noGrp="1"/>
          </p:cNvGraphicFramePr>
          <p:nvPr>
            <p:extLst>
              <p:ext uri="{D42A27DB-BD31-4B8C-83A1-F6EECF244321}">
                <p14:modId xmlns:p14="http://schemas.microsoft.com/office/powerpoint/2010/main" val="1226714317"/>
              </p:ext>
            </p:extLst>
          </p:nvPr>
        </p:nvGraphicFramePr>
        <p:xfrm>
          <a:off x="4646660" y="4595719"/>
          <a:ext cx="3203330" cy="1659700"/>
        </p:xfrm>
        <a:graphic>
          <a:graphicData uri="http://schemas.openxmlformats.org/drawingml/2006/table">
            <a:tbl>
              <a:tblPr firstRow="1" bandRow="1">
                <a:tableStyleId>{5C22544A-7EE6-4342-B048-85BDC9FD1C3A}</a:tableStyleId>
              </a:tblPr>
              <a:tblGrid>
                <a:gridCol w="1601665">
                  <a:extLst>
                    <a:ext uri="{9D8B030D-6E8A-4147-A177-3AD203B41FA5}">
                      <a16:colId xmlns:a16="http://schemas.microsoft.com/office/drawing/2014/main" val="2648441725"/>
                    </a:ext>
                  </a:extLst>
                </a:gridCol>
                <a:gridCol w="1601665">
                  <a:extLst>
                    <a:ext uri="{9D8B030D-6E8A-4147-A177-3AD203B41FA5}">
                      <a16:colId xmlns:a16="http://schemas.microsoft.com/office/drawing/2014/main" val="273745494"/>
                    </a:ext>
                  </a:extLst>
                </a:gridCol>
              </a:tblGrid>
              <a:tr h="414925">
                <a:tc>
                  <a:txBody>
                    <a:bodyPr/>
                    <a:lstStyle/>
                    <a:p>
                      <a:pPr algn="ctr"/>
                      <a:r>
                        <a:rPr lang="en-US" sz="1200" dirty="0"/>
                        <a:t>Error code</a:t>
                      </a:r>
                      <a:endParaRPr lang="en-IN" sz="1200" dirty="0"/>
                    </a:p>
                  </a:txBody>
                  <a:tcPr/>
                </a:tc>
                <a:tc>
                  <a:txBody>
                    <a:bodyPr/>
                    <a:lstStyle/>
                    <a:p>
                      <a:pPr algn="ctr"/>
                      <a:r>
                        <a:rPr lang="en-US" sz="1200" dirty="0"/>
                        <a:t>Meaning</a:t>
                      </a:r>
                      <a:endParaRPr lang="en-IN" sz="1200" dirty="0"/>
                    </a:p>
                  </a:txBody>
                  <a:tcPr/>
                </a:tc>
                <a:extLst>
                  <a:ext uri="{0D108BD9-81ED-4DB2-BD59-A6C34878D82A}">
                    <a16:rowId xmlns:a16="http://schemas.microsoft.com/office/drawing/2014/main" val="3230422229"/>
                  </a:ext>
                </a:extLst>
              </a:tr>
              <a:tr h="414925">
                <a:tc>
                  <a:txBody>
                    <a:bodyPr/>
                    <a:lstStyle/>
                    <a:p>
                      <a:pPr algn="ctr"/>
                      <a:r>
                        <a:rPr lang="en-US" sz="1200" dirty="0"/>
                        <a:t>0</a:t>
                      </a:r>
                      <a:endParaRPr lang="en-IN" sz="1200" dirty="0"/>
                    </a:p>
                  </a:txBody>
                  <a:tcPr/>
                </a:tc>
                <a:tc>
                  <a:txBody>
                    <a:bodyPr/>
                    <a:lstStyle/>
                    <a:p>
                      <a:pPr algn="ctr"/>
                      <a:r>
                        <a:rPr lang="en-US" sz="1200" dirty="0"/>
                        <a:t>Success</a:t>
                      </a:r>
                    </a:p>
                  </a:txBody>
                  <a:tcPr/>
                </a:tc>
                <a:extLst>
                  <a:ext uri="{0D108BD9-81ED-4DB2-BD59-A6C34878D82A}">
                    <a16:rowId xmlns:a16="http://schemas.microsoft.com/office/drawing/2014/main" val="2501104048"/>
                  </a:ext>
                </a:extLst>
              </a:tr>
              <a:tr h="414925">
                <a:tc>
                  <a:txBody>
                    <a:bodyPr/>
                    <a:lstStyle/>
                    <a:p>
                      <a:pPr algn="ctr"/>
                      <a:r>
                        <a:rPr lang="en-US" sz="1200" dirty="0"/>
                        <a:t>1</a:t>
                      </a:r>
                      <a:endParaRPr lang="en-IN" sz="1200" dirty="0"/>
                    </a:p>
                  </a:txBody>
                  <a:tcPr/>
                </a:tc>
                <a:tc>
                  <a:txBody>
                    <a:bodyPr/>
                    <a:lstStyle/>
                    <a:p>
                      <a:pPr algn="ctr"/>
                      <a:r>
                        <a:rPr lang="en-US" sz="1200" dirty="0"/>
                        <a:t>Invalid </a:t>
                      </a:r>
                      <a:r>
                        <a:rPr lang="en-US" sz="1200" dirty="0" err="1"/>
                        <a:t>GwySerNo</a:t>
                      </a:r>
                    </a:p>
                  </a:txBody>
                  <a:tcPr/>
                </a:tc>
                <a:extLst>
                  <a:ext uri="{0D108BD9-81ED-4DB2-BD59-A6C34878D82A}">
                    <a16:rowId xmlns:a16="http://schemas.microsoft.com/office/drawing/2014/main" val="3795677520"/>
                  </a:ext>
                </a:extLst>
              </a:tr>
              <a:tr h="414925">
                <a:tc>
                  <a:txBody>
                    <a:bodyPr/>
                    <a:lstStyle/>
                    <a:p>
                      <a:pPr algn="ctr"/>
                      <a:r>
                        <a:rPr lang="en-US" sz="1200" dirty="0"/>
                        <a:t>2</a:t>
                      </a:r>
                      <a:endParaRPr lang="en-IN" sz="1200" dirty="0"/>
                    </a:p>
                  </a:txBody>
                  <a:tcPr/>
                </a:tc>
                <a:tc>
                  <a:txBody>
                    <a:bodyPr/>
                    <a:lstStyle/>
                    <a:p>
                      <a:pPr algn="ctr"/>
                      <a:r>
                        <a:rPr lang="en-US" sz="1200" dirty="0"/>
                        <a:t>Invalid </a:t>
                      </a:r>
                      <a:r>
                        <a:rPr lang="en-US" sz="1200" dirty="0" err="1"/>
                        <a:t>NodeSerNo</a:t>
                      </a:r>
                    </a:p>
                  </a:txBody>
                  <a:tcPr/>
                </a:tc>
                <a:extLst>
                  <a:ext uri="{0D108BD9-81ED-4DB2-BD59-A6C34878D82A}">
                    <a16:rowId xmlns:a16="http://schemas.microsoft.com/office/drawing/2014/main" val="2270935678"/>
                  </a:ext>
                </a:extLst>
              </a:tr>
            </a:tbl>
          </a:graphicData>
        </a:graphic>
      </p:graphicFrame>
      <p:sp>
        <p:nvSpPr>
          <p:cNvPr id="28" name="Rectangle 27">
            <a:extLst>
              <a:ext uri="{FF2B5EF4-FFF2-40B4-BE49-F238E27FC236}">
                <a16:creationId xmlns:a16="http://schemas.microsoft.com/office/drawing/2014/main" id="{A98706EC-1BAD-D853-9509-D7A1B8B9EE6F}"/>
              </a:ext>
            </a:extLst>
          </p:cNvPr>
          <p:cNvSpPr/>
          <p:nvPr/>
        </p:nvSpPr>
        <p:spPr>
          <a:xfrm>
            <a:off x="4646893" y="4264256"/>
            <a:ext cx="3203329"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Error codes</a:t>
            </a:r>
            <a:endParaRPr lang="en-US" sz="1400"/>
          </a:p>
        </p:txBody>
      </p:sp>
      <p:sp>
        <p:nvSpPr>
          <p:cNvPr id="36" name="Rectangle: Rounded Corners 35">
            <a:extLst>
              <a:ext uri="{FF2B5EF4-FFF2-40B4-BE49-F238E27FC236}">
                <a16:creationId xmlns:a16="http://schemas.microsoft.com/office/drawing/2014/main" id="{A42D33D0-F042-653C-C04C-18E3125A150C}"/>
              </a:ext>
            </a:extLst>
          </p:cNvPr>
          <p:cNvSpPr/>
          <p:nvPr/>
        </p:nvSpPr>
        <p:spPr>
          <a:xfrm>
            <a:off x="8507956" y="4376444"/>
            <a:ext cx="3000963" cy="1877334"/>
          </a:xfrm>
          <a:prstGeom prst="roundRect">
            <a:avLst>
              <a:gd name="adj" fmla="val 607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en-US" sz="1100">
              <a:solidFill>
                <a:schemeClr val="tx1"/>
              </a:solidFill>
              <a:latin typeface="+mj-lt"/>
              <a:cs typeface="Segoe UI"/>
            </a:endParaRPr>
          </a:p>
          <a:p>
            <a:pPr algn="ctr"/>
            <a:r>
              <a:rPr lang="en-US" sz="1100" b="1" dirty="0">
                <a:solidFill>
                  <a:schemeClr val="tx1"/>
                </a:solidFill>
                <a:latin typeface="+mj-lt"/>
                <a:cs typeface="Calibri"/>
              </a:rPr>
              <a:t>Json</a:t>
            </a:r>
            <a:r>
              <a:rPr lang="en-US" sz="1100" dirty="0">
                <a:solidFill>
                  <a:schemeClr val="tx1"/>
                </a:solidFill>
                <a:latin typeface="+mj-lt"/>
                <a:cs typeface="Calibri"/>
              </a:rPr>
              <a:t> </a:t>
            </a:r>
            <a:r>
              <a:rPr lang="en-US" sz="1100" b="1" dirty="0">
                <a:solidFill>
                  <a:schemeClr val="tx1"/>
                </a:solidFill>
                <a:latin typeface="+mj-lt"/>
                <a:cs typeface="Calibri"/>
              </a:rPr>
              <a:t>ack (Gateway -&gt; Cloud)</a:t>
            </a:r>
          </a:p>
          <a:p>
            <a:pPr algn="just"/>
            <a:r>
              <a:rPr lang="en-US" sz="1100" dirty="0">
                <a:solidFill>
                  <a:schemeClr val="tx1"/>
                </a:solidFill>
                <a:latin typeface="+mj-lt"/>
                <a:cs typeface="Calibri"/>
              </a:rPr>
              <a:t>{    </a:t>
            </a:r>
          </a:p>
          <a:p>
            <a:pPr algn="just"/>
            <a:r>
              <a:rPr lang="en-US" sz="1100" dirty="0">
                <a:solidFill>
                  <a:schemeClr val="tx1"/>
                </a:solidFill>
                <a:latin typeface="+mj-lt"/>
                <a:cs typeface="Calibri"/>
              </a:rPr>
              <a:t>     "</a:t>
            </a:r>
            <a:r>
              <a:rPr lang="en-US" sz="1100" dirty="0" err="1">
                <a:solidFill>
                  <a:schemeClr val="tx1"/>
                </a:solidFill>
                <a:latin typeface="+mj-lt"/>
                <a:cs typeface="Calibri"/>
              </a:rPr>
              <a:t>JsonPacketID</a:t>
            </a:r>
            <a:r>
              <a:rPr lang="en-US" sz="1100" dirty="0">
                <a:solidFill>
                  <a:schemeClr val="tx1"/>
                </a:solidFill>
                <a:latin typeface="+mj-lt"/>
                <a:cs typeface="Calibri"/>
              </a:rPr>
              <a:t>": 1,</a:t>
            </a:r>
          </a:p>
          <a:p>
            <a:pPr algn="just"/>
            <a:r>
              <a:rPr lang="en-US" sz="1100" dirty="0">
                <a:solidFill>
                  <a:schemeClr val="tx1"/>
                </a:solidFill>
                <a:latin typeface="+mj-lt"/>
                <a:cs typeface="Calibri"/>
              </a:rPr>
              <a:t>     "</a:t>
            </a:r>
            <a:r>
              <a:rPr lang="en-US" sz="1100" dirty="0" err="1">
                <a:solidFill>
                  <a:schemeClr val="tx1"/>
                </a:solidFill>
                <a:latin typeface="+mj-lt"/>
                <a:cs typeface="Calibri"/>
              </a:rPr>
              <a:t>GwySerNo</a:t>
            </a:r>
            <a:r>
              <a:rPr lang="en-US" sz="1100" dirty="0">
                <a:solidFill>
                  <a:schemeClr val="tx1"/>
                </a:solidFill>
                <a:latin typeface="+mj-lt"/>
                <a:cs typeface="Calibri"/>
              </a:rPr>
              <a:t>": 2,</a:t>
            </a:r>
          </a:p>
          <a:p>
            <a:pPr algn="just"/>
            <a:r>
              <a:rPr lang="en-US" sz="1100" dirty="0">
                <a:solidFill>
                  <a:schemeClr val="tx1"/>
                </a:solidFill>
                <a:latin typeface="+mj-lt"/>
                <a:cs typeface="Calibri"/>
              </a:rPr>
              <a:t>     "</a:t>
            </a:r>
            <a:r>
              <a:rPr lang="en-US" sz="1100" dirty="0" err="1">
                <a:solidFill>
                  <a:schemeClr val="tx1"/>
                </a:solidFill>
                <a:latin typeface="+mj-lt"/>
                <a:cs typeface="Calibri"/>
              </a:rPr>
              <a:t>Errorcode</a:t>
            </a:r>
            <a:r>
              <a:rPr lang="en-US" sz="1100" dirty="0">
                <a:solidFill>
                  <a:schemeClr val="tx1"/>
                </a:solidFill>
                <a:latin typeface="+mj-lt"/>
                <a:cs typeface="Calibri"/>
              </a:rPr>
              <a:t>" : 0</a:t>
            </a:r>
          </a:p>
          <a:p>
            <a:pPr algn="just"/>
            <a:r>
              <a:rPr lang="en-US" sz="1100" dirty="0">
                <a:solidFill>
                  <a:schemeClr val="tx1"/>
                </a:solidFill>
                <a:latin typeface="+mj-lt"/>
                <a:cs typeface="Calibri"/>
              </a:rPr>
              <a:t>}</a:t>
            </a:r>
          </a:p>
          <a:p>
            <a:pPr algn="just"/>
            <a:endParaRPr lang="en-US" sz="1100">
              <a:solidFill>
                <a:schemeClr val="tx1"/>
              </a:solidFill>
              <a:latin typeface="+mj-lt"/>
              <a:cs typeface="Calibri"/>
            </a:endParaRPr>
          </a:p>
        </p:txBody>
      </p:sp>
      <p:sp>
        <p:nvSpPr>
          <p:cNvPr id="2" name="TextBox 1">
            <a:extLst>
              <a:ext uri="{FF2B5EF4-FFF2-40B4-BE49-F238E27FC236}">
                <a16:creationId xmlns:a16="http://schemas.microsoft.com/office/drawing/2014/main" id="{04D7FD28-D87F-17E8-E9AD-7859761BE2F6}"/>
              </a:ext>
            </a:extLst>
          </p:cNvPr>
          <p:cNvSpPr txBox="1"/>
          <p:nvPr/>
        </p:nvSpPr>
        <p:spPr>
          <a:xfrm>
            <a:off x="3833988" y="394194"/>
            <a:ext cx="7928923" cy="1674754"/>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Gateway Configuration is the process in which the node is set to use a specific protocol for controlling the Air conditioner.</a:t>
            </a:r>
          </a:p>
          <a:p>
            <a:pPr marL="285750" indent="-285750" algn="just">
              <a:lnSpc>
                <a:spcPct val="150000"/>
              </a:lnSpc>
              <a:buFont typeface="Arial" panose="020B0604020202020204" pitchFamily="34" charset="0"/>
              <a:buChar char="•"/>
            </a:pPr>
            <a:r>
              <a:rPr lang="en-US" sz="1400">
                <a:latin typeface="+mj-lt"/>
              </a:rPr>
              <a:t>A registered unconfigured gateway will be waiting in configuration mode until configured.</a:t>
            </a:r>
          </a:p>
          <a:p>
            <a:pPr marL="285750" indent="-285750" algn="just">
              <a:lnSpc>
                <a:spcPct val="150000"/>
              </a:lnSpc>
              <a:buFont typeface="Arial" panose="020B0604020202020204" pitchFamily="34" charset="0"/>
              <a:buChar char="•"/>
            </a:pPr>
            <a:r>
              <a:rPr lang="en-US" sz="1400">
                <a:latin typeface="+mj-lt"/>
              </a:rPr>
              <a:t>When a supported AC remote button is pressed in front of the Gateway’s receiver, the gateway will get configured to act as that AC remote.</a:t>
            </a:r>
          </a:p>
        </p:txBody>
      </p:sp>
    </p:spTree>
    <p:extLst>
      <p:ext uri="{BB962C8B-B14F-4D97-AF65-F5344CB8AC3E}">
        <p14:creationId xmlns:p14="http://schemas.microsoft.com/office/powerpoint/2010/main" val="1024772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93D40C93-9EAC-DA7C-F1AC-42FE6B7D681F}"/>
              </a:ext>
            </a:extLst>
          </p:cNvPr>
          <p:cNvSpPr txBox="1"/>
          <p:nvPr/>
        </p:nvSpPr>
        <p:spPr>
          <a:xfrm>
            <a:off x="355692" y="297142"/>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Gateway Unregistration</a:t>
            </a:r>
          </a:p>
        </p:txBody>
      </p:sp>
      <p:sp>
        <p:nvSpPr>
          <p:cNvPr id="2" name="Rectangle: Rounded Corners 1">
            <a:extLst>
              <a:ext uri="{FF2B5EF4-FFF2-40B4-BE49-F238E27FC236}">
                <a16:creationId xmlns:a16="http://schemas.microsoft.com/office/drawing/2014/main" id="{103142F4-9E07-E7C8-8EC5-08A4092B4296}"/>
              </a:ext>
            </a:extLst>
          </p:cNvPr>
          <p:cNvSpPr/>
          <p:nvPr/>
        </p:nvSpPr>
        <p:spPr>
          <a:xfrm>
            <a:off x="2616292" y="865563"/>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4" name="Straight Connector 3">
            <a:extLst>
              <a:ext uri="{FF2B5EF4-FFF2-40B4-BE49-F238E27FC236}">
                <a16:creationId xmlns:a16="http://schemas.microsoft.com/office/drawing/2014/main" id="{A4B1E2C5-9645-7E89-87D4-160F62D00334}"/>
              </a:ext>
            </a:extLst>
          </p:cNvPr>
          <p:cNvCxnSpPr>
            <a:cxnSpLocks/>
          </p:cNvCxnSpPr>
          <p:nvPr/>
        </p:nvCxnSpPr>
        <p:spPr>
          <a:xfrm>
            <a:off x="791725" y="1433396"/>
            <a:ext cx="0" cy="1888378"/>
          </a:xfrm>
          <a:prstGeom prst="line">
            <a:avLst/>
          </a:prstGeom>
          <a:ln w="12700"/>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6552F70B-97F9-DA6B-1BE4-F89C0079FCE8}"/>
              </a:ext>
            </a:extLst>
          </p:cNvPr>
          <p:cNvCxnSpPr>
            <a:cxnSpLocks/>
          </p:cNvCxnSpPr>
          <p:nvPr/>
        </p:nvCxnSpPr>
        <p:spPr>
          <a:xfrm>
            <a:off x="3136992" y="1432830"/>
            <a:ext cx="0" cy="1888944"/>
          </a:xfrm>
          <a:prstGeom prst="line">
            <a:avLst/>
          </a:prstGeom>
          <a:ln w="12700"/>
        </p:spPr>
        <p:style>
          <a:lnRef idx="2">
            <a:schemeClr val="dk1"/>
          </a:lnRef>
          <a:fillRef idx="0">
            <a:schemeClr val="dk1"/>
          </a:fillRef>
          <a:effectRef idx="1">
            <a:schemeClr val="dk1"/>
          </a:effectRef>
          <a:fontRef idx="minor">
            <a:schemeClr val="tx1"/>
          </a:fontRef>
        </p:style>
      </p:cxnSp>
      <p:cxnSp>
        <p:nvCxnSpPr>
          <p:cNvPr id="8" name="Straight Arrow Connector 7">
            <a:extLst>
              <a:ext uri="{FF2B5EF4-FFF2-40B4-BE49-F238E27FC236}">
                <a16:creationId xmlns:a16="http://schemas.microsoft.com/office/drawing/2014/main" id="{9EC50927-D2D9-A80F-70F8-818BFFE257CA}"/>
              </a:ext>
            </a:extLst>
          </p:cNvPr>
          <p:cNvCxnSpPr>
            <a:cxnSpLocks/>
          </p:cNvCxnSpPr>
          <p:nvPr/>
        </p:nvCxnSpPr>
        <p:spPr>
          <a:xfrm>
            <a:off x="794068" y="2129597"/>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593CFC24-9C6A-F9B2-F421-A8F7391F1E08}"/>
              </a:ext>
            </a:extLst>
          </p:cNvPr>
          <p:cNvCxnSpPr>
            <a:cxnSpLocks/>
          </p:cNvCxnSpPr>
          <p:nvPr/>
        </p:nvCxnSpPr>
        <p:spPr>
          <a:xfrm flipH="1">
            <a:off x="794068" y="2779118"/>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E8DD78CE-6DB1-C1D9-1B47-468750E24619}"/>
              </a:ext>
            </a:extLst>
          </p:cNvPr>
          <p:cNvGraphicFramePr>
            <a:graphicFrameLocks noGrp="1"/>
          </p:cNvGraphicFramePr>
          <p:nvPr>
            <p:extLst>
              <p:ext uri="{D42A27DB-BD31-4B8C-83A1-F6EECF244321}">
                <p14:modId xmlns:p14="http://schemas.microsoft.com/office/powerpoint/2010/main" val="374930817"/>
              </p:ext>
            </p:extLst>
          </p:nvPr>
        </p:nvGraphicFramePr>
        <p:xfrm>
          <a:off x="355692" y="4230863"/>
          <a:ext cx="4156612" cy="1554480"/>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10896">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10896">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2</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987793583"/>
                  </a:ext>
                </a:extLst>
              </a:tr>
              <a:tr h="310896">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10896">
                <a:tc>
                  <a:txBody>
                    <a:bodyPr/>
                    <a:lstStyle/>
                    <a:p>
                      <a:r>
                        <a:rPr lang="en-US" sz="1100" err="1"/>
                        <a:t>GwySerNo</a:t>
                      </a:r>
                    </a:p>
                  </a:txBody>
                  <a:tcPr/>
                </a:tc>
                <a:tc>
                  <a:txBody>
                    <a:bodyPr/>
                    <a:lstStyle/>
                    <a:p>
                      <a:pPr algn="ctr"/>
                      <a:r>
                        <a:rPr lang="en-US" sz="1100"/>
                        <a:t>00001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95805513"/>
                  </a:ext>
                </a:extLst>
              </a:tr>
              <a:tr h="310896">
                <a:tc>
                  <a:txBody>
                    <a:bodyPr/>
                    <a:lstStyle/>
                    <a:p>
                      <a:r>
                        <a:rPr lang="en-US" sz="1100"/>
                        <a:t>Location</a:t>
                      </a:r>
                    </a:p>
                  </a:txBody>
                  <a:tcPr/>
                </a:tc>
                <a:tc>
                  <a:txBody>
                    <a:bodyPr/>
                    <a:lstStyle/>
                    <a:p>
                      <a:pPr algn="ctr"/>
                      <a:r>
                        <a:rPr lang="en-US" sz="1100"/>
                        <a:t>"1st floor"</a:t>
                      </a:r>
                    </a:p>
                  </a:txBody>
                  <a:tcPr/>
                </a:tc>
                <a:tc>
                  <a:txBody>
                    <a:bodyPr/>
                    <a:lstStyle/>
                    <a:p>
                      <a:pPr algn="ctr"/>
                      <a:r>
                        <a:rPr lang="en-US" sz="1100"/>
                        <a:t>String</a:t>
                      </a:r>
                    </a:p>
                  </a:txBody>
                  <a:tcPr/>
                </a:tc>
                <a:tc>
                  <a:txBody>
                    <a:bodyPr/>
                    <a:lstStyle/>
                    <a:p>
                      <a:pPr algn="ctr"/>
                      <a:r>
                        <a:rPr lang="en-US" sz="1100"/>
                        <a:t>20 char long</a:t>
                      </a:r>
                    </a:p>
                  </a:txBody>
                  <a:tcPr/>
                </a:tc>
                <a:extLst>
                  <a:ext uri="{0D108BD9-81ED-4DB2-BD59-A6C34878D82A}">
                    <a16:rowId xmlns:a16="http://schemas.microsoft.com/office/drawing/2014/main" val="4183338170"/>
                  </a:ext>
                </a:extLst>
              </a:tr>
            </a:tbl>
          </a:graphicData>
        </a:graphic>
      </p:graphicFrame>
      <p:sp>
        <p:nvSpPr>
          <p:cNvPr id="7" name="Rectangle 6">
            <a:extLst>
              <a:ext uri="{FF2B5EF4-FFF2-40B4-BE49-F238E27FC236}">
                <a16:creationId xmlns:a16="http://schemas.microsoft.com/office/drawing/2014/main" id="{25840DEC-B883-6E5E-9096-75C61611D6B8}"/>
              </a:ext>
            </a:extLst>
          </p:cNvPr>
          <p:cNvSpPr/>
          <p:nvPr/>
        </p:nvSpPr>
        <p:spPr>
          <a:xfrm>
            <a:off x="365946" y="3914252"/>
            <a:ext cx="4143991"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Un-Registration Packet</a:t>
            </a:r>
            <a:endParaRPr lang="en-US" sz="1400"/>
          </a:p>
        </p:txBody>
      </p:sp>
      <p:graphicFrame>
        <p:nvGraphicFramePr>
          <p:cNvPr id="12" name="Table 11">
            <a:extLst>
              <a:ext uri="{FF2B5EF4-FFF2-40B4-BE49-F238E27FC236}">
                <a16:creationId xmlns:a16="http://schemas.microsoft.com/office/drawing/2014/main" id="{429D734C-A13A-E533-2543-5F852D9E249C}"/>
              </a:ext>
            </a:extLst>
          </p:cNvPr>
          <p:cNvGraphicFramePr>
            <a:graphicFrameLocks noGrp="1"/>
          </p:cNvGraphicFramePr>
          <p:nvPr>
            <p:extLst>
              <p:ext uri="{D42A27DB-BD31-4B8C-83A1-F6EECF244321}">
                <p14:modId xmlns:p14="http://schemas.microsoft.com/office/powerpoint/2010/main" val="2095100312"/>
              </p:ext>
            </p:extLst>
          </p:nvPr>
        </p:nvGraphicFramePr>
        <p:xfrm>
          <a:off x="4645326" y="4246451"/>
          <a:ext cx="4156612" cy="1554480"/>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122833">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122832">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2</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137878433"/>
                  </a:ext>
                </a:extLst>
              </a:tr>
              <a:tr h="122833">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122833">
                <a:tc>
                  <a:txBody>
                    <a:bodyPr/>
                    <a:lstStyle/>
                    <a:p>
                      <a:r>
                        <a:rPr lang="en-US" sz="1100" err="1"/>
                        <a:t>GwySerNo</a:t>
                      </a:r>
                    </a:p>
                  </a:txBody>
                  <a:tcPr/>
                </a:tc>
                <a:tc>
                  <a:txBody>
                    <a:bodyPr/>
                    <a:lstStyle/>
                    <a:p>
                      <a:pPr algn="ctr"/>
                      <a:r>
                        <a:rPr lang="en-US" sz="1100"/>
                        <a:t>00001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95805513"/>
                  </a:ext>
                </a:extLst>
              </a:tr>
              <a:tr h="122833">
                <a:tc>
                  <a:txBody>
                    <a:bodyPr/>
                    <a:lstStyle/>
                    <a:p>
                      <a:r>
                        <a:rPr lang="en-US" sz="1100"/>
                        <a:t>Location</a:t>
                      </a:r>
                    </a:p>
                  </a:txBody>
                  <a:tcPr/>
                </a:tc>
                <a:tc>
                  <a:txBody>
                    <a:bodyPr/>
                    <a:lstStyle/>
                    <a:p>
                      <a:pPr algn="ctr"/>
                      <a:r>
                        <a:rPr lang="en-US" sz="1100"/>
                        <a:t>"1st floor"</a:t>
                      </a:r>
                    </a:p>
                  </a:txBody>
                  <a:tcPr/>
                </a:tc>
                <a:tc>
                  <a:txBody>
                    <a:bodyPr/>
                    <a:lstStyle/>
                    <a:p>
                      <a:pPr algn="ctr"/>
                      <a:r>
                        <a:rPr lang="en-US" sz="1100"/>
                        <a:t>String</a:t>
                      </a:r>
                    </a:p>
                  </a:txBody>
                  <a:tcPr/>
                </a:tc>
                <a:tc>
                  <a:txBody>
                    <a:bodyPr/>
                    <a:lstStyle/>
                    <a:p>
                      <a:pPr algn="ctr"/>
                      <a:r>
                        <a:rPr lang="en-US" sz="1100"/>
                        <a:t>20 char long</a:t>
                      </a:r>
                    </a:p>
                  </a:txBody>
                  <a:tcPr/>
                </a:tc>
                <a:extLst>
                  <a:ext uri="{0D108BD9-81ED-4DB2-BD59-A6C34878D82A}">
                    <a16:rowId xmlns:a16="http://schemas.microsoft.com/office/drawing/2014/main" val="4183338170"/>
                  </a:ext>
                </a:extLst>
              </a:tr>
              <a:tr h="122833">
                <a:tc>
                  <a:txBody>
                    <a:bodyPr/>
                    <a:lstStyle/>
                    <a:p>
                      <a:r>
                        <a:rPr lang="en-US" sz="1100"/>
                        <a:t>Error 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0 - 3 </a:t>
                      </a:r>
                    </a:p>
                  </a:txBody>
                  <a:tcPr/>
                </a:tc>
                <a:extLst>
                  <a:ext uri="{0D108BD9-81ED-4DB2-BD59-A6C34878D82A}">
                    <a16:rowId xmlns:a16="http://schemas.microsoft.com/office/drawing/2014/main" val="2403011285"/>
                  </a:ext>
                </a:extLst>
              </a:tr>
            </a:tbl>
          </a:graphicData>
        </a:graphic>
      </p:graphicFrame>
      <p:sp>
        <p:nvSpPr>
          <p:cNvPr id="13" name="Rectangle 12">
            <a:extLst>
              <a:ext uri="{FF2B5EF4-FFF2-40B4-BE49-F238E27FC236}">
                <a16:creationId xmlns:a16="http://schemas.microsoft.com/office/drawing/2014/main" id="{2FD938B8-C2C6-D15D-B9F9-7A57B4591D1F}"/>
              </a:ext>
            </a:extLst>
          </p:cNvPr>
          <p:cNvSpPr/>
          <p:nvPr/>
        </p:nvSpPr>
        <p:spPr>
          <a:xfrm>
            <a:off x="4645326" y="3914252"/>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Un-Registration Packet Ack</a:t>
            </a:r>
            <a:endParaRPr lang="en-US" sz="1400"/>
          </a:p>
        </p:txBody>
      </p:sp>
      <p:sp>
        <p:nvSpPr>
          <p:cNvPr id="17" name="Rectangle: Rounded Corners 16">
            <a:extLst>
              <a:ext uri="{FF2B5EF4-FFF2-40B4-BE49-F238E27FC236}">
                <a16:creationId xmlns:a16="http://schemas.microsoft.com/office/drawing/2014/main" id="{BBF89046-C61A-98CD-A38D-4FA139D4611D}"/>
              </a:ext>
            </a:extLst>
          </p:cNvPr>
          <p:cNvSpPr/>
          <p:nvPr/>
        </p:nvSpPr>
        <p:spPr>
          <a:xfrm>
            <a:off x="311477" y="865563"/>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3" name="TextBox 2">
            <a:extLst>
              <a:ext uri="{FF2B5EF4-FFF2-40B4-BE49-F238E27FC236}">
                <a16:creationId xmlns:a16="http://schemas.microsoft.com/office/drawing/2014/main" id="{A4D78659-ACEB-CE53-AC0C-5F68CD987F75}"/>
              </a:ext>
            </a:extLst>
          </p:cNvPr>
          <p:cNvSpPr txBox="1"/>
          <p:nvPr/>
        </p:nvSpPr>
        <p:spPr>
          <a:xfrm>
            <a:off x="922518" y="1673960"/>
            <a:ext cx="2091889" cy="430887"/>
          </a:xfrm>
          <a:prstGeom prst="rect">
            <a:avLst/>
          </a:prstGeom>
          <a:noFill/>
        </p:spPr>
        <p:txBody>
          <a:bodyPr wrap="square" rtlCol="0">
            <a:spAutoFit/>
          </a:bodyPr>
          <a:lstStyle/>
          <a:p>
            <a:r>
              <a:rPr lang="en-US" sz="1100"/>
              <a:t>1. Unregistration Json packet sent from Cloud to Gwy</a:t>
            </a:r>
            <a:endParaRPr lang="en-IN" sz="1100"/>
          </a:p>
        </p:txBody>
      </p:sp>
      <p:sp>
        <p:nvSpPr>
          <p:cNvPr id="9" name="TextBox 8">
            <a:extLst>
              <a:ext uri="{FF2B5EF4-FFF2-40B4-BE49-F238E27FC236}">
                <a16:creationId xmlns:a16="http://schemas.microsoft.com/office/drawing/2014/main" id="{8705A389-94A6-9CBE-7D8C-54610C6558D2}"/>
              </a:ext>
            </a:extLst>
          </p:cNvPr>
          <p:cNvSpPr txBox="1"/>
          <p:nvPr/>
        </p:nvSpPr>
        <p:spPr>
          <a:xfrm>
            <a:off x="943944" y="2307421"/>
            <a:ext cx="2091889" cy="430887"/>
          </a:xfrm>
          <a:prstGeom prst="rect">
            <a:avLst/>
          </a:prstGeom>
          <a:noFill/>
        </p:spPr>
        <p:txBody>
          <a:bodyPr wrap="square" rtlCol="0">
            <a:spAutoFit/>
          </a:bodyPr>
          <a:lstStyle/>
          <a:p>
            <a:r>
              <a:rPr lang="en-US" sz="1100"/>
              <a:t>2. Gwy sends back UnRegistration Ack back to cloud</a:t>
            </a:r>
            <a:endParaRPr lang="en-IN" sz="1100"/>
          </a:p>
        </p:txBody>
      </p:sp>
      <p:sp>
        <p:nvSpPr>
          <p:cNvPr id="11" name="Rectangle: Rounded Corners 10">
            <a:extLst>
              <a:ext uri="{FF2B5EF4-FFF2-40B4-BE49-F238E27FC236}">
                <a16:creationId xmlns:a16="http://schemas.microsoft.com/office/drawing/2014/main" id="{CE0C8210-46E2-E167-4C22-75007CC48E28}"/>
              </a:ext>
            </a:extLst>
          </p:cNvPr>
          <p:cNvSpPr/>
          <p:nvPr/>
        </p:nvSpPr>
        <p:spPr>
          <a:xfrm>
            <a:off x="8852555" y="297142"/>
            <a:ext cx="3027968" cy="1531658"/>
          </a:xfrm>
          <a:prstGeom prst="roundRect">
            <a:avLst>
              <a:gd name="adj" fmla="val 6095"/>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rgbClr val="333333"/>
              </a:solidFill>
              <a:latin typeface="+mj-lt"/>
              <a:cs typeface="Segoe UI"/>
            </a:endParaRPr>
          </a:p>
          <a:p>
            <a:pPr algn="ctr"/>
            <a:r>
              <a:rPr lang="en-US" sz="1100" b="1">
                <a:solidFill>
                  <a:srgbClr val="333333"/>
                </a:solidFill>
                <a:latin typeface="+mj-lt"/>
                <a:cs typeface="Segoe UI"/>
              </a:rPr>
              <a:t>Json packet (Cloud -&gt; Gateway)</a:t>
            </a:r>
          </a:p>
          <a:p>
            <a:pPr algn="just"/>
            <a:r>
              <a:rPr lang="en-US" sz="1100">
                <a:solidFill>
                  <a:srgbClr val="333333"/>
                </a:solidFill>
                <a:latin typeface="+mj-lt"/>
                <a:cs typeface="Segoe UI"/>
              </a:rPr>
              <a:t>{</a:t>
            </a:r>
            <a:endParaRPr lang="en-US" sz="1100">
              <a:latin typeface="+mj-lt"/>
              <a:cs typeface="Calibri"/>
            </a:endParaRPr>
          </a:p>
          <a:p>
            <a:pPr algn="just"/>
            <a:r>
              <a:rPr lang="en-US" sz="1100">
                <a:solidFill>
                  <a:srgbClr val="333333"/>
                </a:solidFill>
                <a:latin typeface="+mj-lt"/>
                <a:cs typeface="Segoe UI"/>
              </a:rPr>
              <a:t>     "JsonPacketId" : 2,</a:t>
            </a:r>
          </a:p>
          <a:p>
            <a:pPr algn="just"/>
            <a:r>
              <a:rPr lang="en-US" sz="1100">
                <a:solidFill>
                  <a:srgbClr val="333333"/>
                </a:solidFill>
                <a:latin typeface="+mj-lt"/>
                <a:cs typeface="Segoe UI"/>
              </a:rPr>
              <a:t>     "MsgSeqNo": 12,</a:t>
            </a:r>
            <a:endParaRPr lang="en-US" sz="1100">
              <a:latin typeface="+mj-lt"/>
              <a:cs typeface="Calibri" panose="020F0502020204030204"/>
            </a:endParaRPr>
          </a:p>
          <a:p>
            <a:pPr algn="just"/>
            <a:r>
              <a:rPr lang="en-US" sz="1100">
                <a:solidFill>
                  <a:srgbClr val="333333"/>
                </a:solidFill>
                <a:latin typeface="+mj-lt"/>
                <a:cs typeface="Segoe UI"/>
              </a:rPr>
              <a:t>     "GwySerNo": "GWY00005",</a:t>
            </a:r>
            <a:endParaRPr lang="en-US" sz="1100">
              <a:latin typeface="+mj-lt"/>
              <a:cs typeface="Calibri" panose="020F0502020204030204"/>
            </a:endParaRPr>
          </a:p>
          <a:p>
            <a:pPr algn="just"/>
            <a:r>
              <a:rPr lang="en-US" sz="1100">
                <a:solidFill>
                  <a:srgbClr val="333333"/>
                </a:solidFill>
                <a:latin typeface="+mj-lt"/>
                <a:cs typeface="Segoe UI"/>
              </a:rPr>
              <a:t>     "location": "ABCD Showroom"</a:t>
            </a:r>
            <a:endParaRPr lang="en-US" sz="1100">
              <a:latin typeface="+mj-lt"/>
              <a:cs typeface="Calibri" panose="020F0502020204030204"/>
            </a:endParaRPr>
          </a:p>
          <a:p>
            <a:pPr algn="just"/>
            <a:r>
              <a:rPr lang="en-US" sz="1100">
                <a:solidFill>
                  <a:srgbClr val="333333"/>
                </a:solidFill>
                <a:latin typeface="+mj-lt"/>
                <a:cs typeface="Segoe UI"/>
              </a:rPr>
              <a:t>}</a:t>
            </a:r>
            <a:endParaRPr lang="en-US" sz="1100">
              <a:latin typeface="+mj-lt"/>
              <a:cs typeface="Calibri"/>
            </a:endParaRPr>
          </a:p>
        </p:txBody>
      </p:sp>
      <p:cxnSp>
        <p:nvCxnSpPr>
          <p:cNvPr id="21" name="Straight Arrow Connector 20">
            <a:extLst>
              <a:ext uri="{FF2B5EF4-FFF2-40B4-BE49-F238E27FC236}">
                <a16:creationId xmlns:a16="http://schemas.microsoft.com/office/drawing/2014/main" id="{9416C9C4-EE32-FF90-7A2D-8A27F3128BC1}"/>
              </a:ext>
            </a:extLst>
          </p:cNvPr>
          <p:cNvCxnSpPr>
            <a:cxnSpLocks/>
            <a:stCxn id="17" idx="3"/>
            <a:endCxn id="2" idx="1"/>
          </p:cNvCxnSpPr>
          <p:nvPr/>
        </p:nvCxnSpPr>
        <p:spPr>
          <a:xfrm>
            <a:off x="1352877" y="1149197"/>
            <a:ext cx="1263415" cy="0"/>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9FA11DB0-B700-1856-DC39-47D65C8159B9}"/>
              </a:ext>
            </a:extLst>
          </p:cNvPr>
          <p:cNvSpPr txBox="1"/>
          <p:nvPr/>
        </p:nvSpPr>
        <p:spPr>
          <a:xfrm>
            <a:off x="1628046" y="839774"/>
            <a:ext cx="766231" cy="307777"/>
          </a:xfrm>
          <a:prstGeom prst="rect">
            <a:avLst/>
          </a:prstGeom>
          <a:noFill/>
        </p:spPr>
        <p:txBody>
          <a:bodyPr wrap="square" rtlCol="0">
            <a:spAutoFit/>
          </a:bodyPr>
          <a:lstStyle/>
          <a:p>
            <a:pPr algn="ctr"/>
            <a:r>
              <a:rPr lang="en-US" sz="1400"/>
              <a:t>LTE</a:t>
            </a:r>
          </a:p>
        </p:txBody>
      </p:sp>
      <p:sp>
        <p:nvSpPr>
          <p:cNvPr id="30" name="Rectangle: Rounded Corners 29">
            <a:extLst>
              <a:ext uri="{FF2B5EF4-FFF2-40B4-BE49-F238E27FC236}">
                <a16:creationId xmlns:a16="http://schemas.microsoft.com/office/drawing/2014/main" id="{6F47E259-01F3-EFA4-D62A-A91D2F04207E}"/>
              </a:ext>
            </a:extLst>
          </p:cNvPr>
          <p:cNvSpPr/>
          <p:nvPr/>
        </p:nvSpPr>
        <p:spPr>
          <a:xfrm>
            <a:off x="8852555" y="1946915"/>
            <a:ext cx="3000963" cy="1758310"/>
          </a:xfrm>
          <a:prstGeom prst="roundRect">
            <a:avLst>
              <a:gd name="adj" fmla="val 6374"/>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solidFill>
                <a:srgbClr val="333333"/>
              </a:solidFill>
              <a:latin typeface="+mj-lt"/>
              <a:cs typeface="Segoe UI"/>
            </a:endParaRPr>
          </a:p>
          <a:p>
            <a:pPr algn="ctr"/>
            <a:r>
              <a:rPr lang="en-US" sz="1100" b="1">
                <a:solidFill>
                  <a:srgbClr val="333333"/>
                </a:solidFill>
                <a:latin typeface="+mj-lt"/>
                <a:cs typeface="Segoe UI"/>
              </a:rPr>
              <a:t>Json ack (Cloud -&gt; Gateway)</a:t>
            </a:r>
          </a:p>
          <a:p>
            <a:r>
              <a:rPr lang="en-US" sz="1100">
                <a:solidFill>
                  <a:srgbClr val="333333"/>
                </a:solidFill>
                <a:latin typeface="+mj-lt"/>
                <a:cs typeface="Segoe UI"/>
              </a:rPr>
              <a:t>{</a:t>
            </a:r>
            <a:endParaRPr lang="en-US" sz="1100">
              <a:latin typeface="+mj-lt"/>
              <a:cs typeface="Calibri"/>
            </a:endParaRPr>
          </a:p>
          <a:p>
            <a:r>
              <a:rPr lang="en-US" sz="1100">
                <a:solidFill>
                  <a:srgbClr val="333333"/>
                </a:solidFill>
                <a:latin typeface="+mj-lt"/>
                <a:cs typeface="Segoe UI"/>
              </a:rPr>
              <a:t>     "JsonPacketId" : 2,</a:t>
            </a:r>
          </a:p>
          <a:p>
            <a:r>
              <a:rPr lang="en-US" sz="1100">
                <a:solidFill>
                  <a:srgbClr val="333333"/>
                </a:solidFill>
                <a:latin typeface="+mj-lt"/>
                <a:cs typeface="Segoe UI"/>
              </a:rPr>
              <a:t>     "MsgSeqNo": 12,</a:t>
            </a:r>
            <a:endParaRPr lang="en-US" sz="1100">
              <a:latin typeface="+mj-lt"/>
              <a:cs typeface="Calibri" panose="020F0502020204030204"/>
            </a:endParaRPr>
          </a:p>
          <a:p>
            <a:r>
              <a:rPr lang="en-US" sz="1100">
                <a:solidFill>
                  <a:srgbClr val="333333"/>
                </a:solidFill>
                <a:latin typeface="+mj-lt"/>
                <a:cs typeface="Segoe UI"/>
              </a:rPr>
              <a:t>     "GwySerNo": "GWY00005",</a:t>
            </a:r>
            <a:endParaRPr lang="en-US" sz="1100">
              <a:latin typeface="+mj-lt"/>
              <a:cs typeface="Calibri" panose="020F0502020204030204"/>
            </a:endParaRPr>
          </a:p>
          <a:p>
            <a:r>
              <a:rPr lang="en-US" sz="1100">
                <a:solidFill>
                  <a:srgbClr val="333333"/>
                </a:solidFill>
                <a:latin typeface="+mj-lt"/>
                <a:cs typeface="Segoe UI"/>
              </a:rPr>
              <a:t>     "location": "ABCD Showroom",</a:t>
            </a:r>
          </a:p>
          <a:p>
            <a:r>
              <a:rPr lang="en-US" sz="1100">
                <a:solidFill>
                  <a:srgbClr val="333333"/>
                </a:solidFill>
                <a:latin typeface="+mj-lt"/>
                <a:cs typeface="Segoe UI"/>
              </a:rPr>
              <a:t>     "Errorcode": 0,</a:t>
            </a:r>
          </a:p>
          <a:p>
            <a:r>
              <a:rPr lang="en-US" sz="1100">
                <a:solidFill>
                  <a:srgbClr val="333333"/>
                </a:solidFill>
                <a:latin typeface="+mj-lt"/>
                <a:cs typeface="Segoe UI"/>
              </a:rPr>
              <a:t>}</a:t>
            </a:r>
            <a:endParaRPr lang="en-US" sz="1100">
              <a:latin typeface="+mj-lt"/>
              <a:cs typeface="Calibri"/>
            </a:endParaRPr>
          </a:p>
        </p:txBody>
      </p:sp>
      <p:sp>
        <p:nvSpPr>
          <p:cNvPr id="18" name="TextBox 17">
            <a:extLst>
              <a:ext uri="{FF2B5EF4-FFF2-40B4-BE49-F238E27FC236}">
                <a16:creationId xmlns:a16="http://schemas.microsoft.com/office/drawing/2014/main" id="{A4060A3A-129F-C129-0C2E-B451F73F5670}"/>
              </a:ext>
            </a:extLst>
          </p:cNvPr>
          <p:cNvSpPr txBox="1"/>
          <p:nvPr/>
        </p:nvSpPr>
        <p:spPr>
          <a:xfrm>
            <a:off x="4145872" y="305640"/>
            <a:ext cx="4369477" cy="70525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Gateway Unregistration is the process of removing a gateway from the Mesh network.</a:t>
            </a:r>
          </a:p>
        </p:txBody>
      </p:sp>
    </p:spTree>
    <p:extLst>
      <p:ext uri="{BB962C8B-B14F-4D97-AF65-F5344CB8AC3E}">
        <p14:creationId xmlns:p14="http://schemas.microsoft.com/office/powerpoint/2010/main" val="19434583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D301F-EFEC-6CC0-201E-A8F9FF9187A1}"/>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D7DA3F5-D38C-CE5A-457B-58F2F3AF56DD}"/>
              </a:ext>
            </a:extLst>
          </p:cNvPr>
          <p:cNvSpPr/>
          <p:nvPr/>
        </p:nvSpPr>
        <p:spPr>
          <a:xfrm>
            <a:off x="3767289" y="205306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5" name="Straight Connector 4">
            <a:extLst>
              <a:ext uri="{FF2B5EF4-FFF2-40B4-BE49-F238E27FC236}">
                <a16:creationId xmlns:a16="http://schemas.microsoft.com/office/drawing/2014/main" id="{B4064D51-0DD9-9D93-BEB9-51FA5CD6DDCB}"/>
              </a:ext>
            </a:extLst>
          </p:cNvPr>
          <p:cNvCxnSpPr>
            <a:cxnSpLocks/>
            <a:stCxn id="8" idx="2"/>
          </p:cNvCxnSpPr>
          <p:nvPr/>
        </p:nvCxnSpPr>
        <p:spPr>
          <a:xfrm>
            <a:off x="1947768" y="2620327"/>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BB50800-D7C4-09E3-8DE6-6D798549A58A}"/>
              </a:ext>
            </a:extLst>
          </p:cNvPr>
          <p:cNvCxnSpPr>
            <a:cxnSpLocks/>
            <a:stCxn id="4" idx="2"/>
          </p:cNvCxnSpPr>
          <p:nvPr/>
        </p:nvCxnSpPr>
        <p:spPr>
          <a:xfrm>
            <a:off x="4287989" y="2620328"/>
            <a:ext cx="0" cy="2558914"/>
          </a:xfrm>
          <a:prstGeom prst="line">
            <a:avLst/>
          </a:prstGeom>
          <a:ln w="12700"/>
        </p:spPr>
        <p:style>
          <a:lnRef idx="2">
            <a:schemeClr val="dk1"/>
          </a:lnRef>
          <a:fillRef idx="0">
            <a:schemeClr val="dk1"/>
          </a:fillRef>
          <a:effectRef idx="1">
            <a:schemeClr val="dk1"/>
          </a:effectRef>
          <a:fontRef idx="minor">
            <a:schemeClr val="tx1"/>
          </a:fontRef>
        </p:style>
      </p:cxnSp>
      <p:sp>
        <p:nvSpPr>
          <p:cNvPr id="8" name="Rectangle: Rounded Corners 7">
            <a:extLst>
              <a:ext uri="{FF2B5EF4-FFF2-40B4-BE49-F238E27FC236}">
                <a16:creationId xmlns:a16="http://schemas.microsoft.com/office/drawing/2014/main" id="{1F5C15BC-4F3C-5DA0-4C78-DF0B3E170E1B}"/>
              </a:ext>
            </a:extLst>
          </p:cNvPr>
          <p:cNvSpPr/>
          <p:nvPr/>
        </p:nvSpPr>
        <p:spPr>
          <a:xfrm>
            <a:off x="1427068" y="2053060"/>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cxnSp>
        <p:nvCxnSpPr>
          <p:cNvPr id="10" name="Straight Arrow Connector 9">
            <a:extLst>
              <a:ext uri="{FF2B5EF4-FFF2-40B4-BE49-F238E27FC236}">
                <a16:creationId xmlns:a16="http://schemas.microsoft.com/office/drawing/2014/main" id="{899EA28E-A14A-EC4F-1040-BB527A804C68}"/>
              </a:ext>
            </a:extLst>
          </p:cNvPr>
          <p:cNvCxnSpPr>
            <a:cxnSpLocks/>
            <a:stCxn id="8" idx="3"/>
            <a:endCxn id="4" idx="1"/>
          </p:cNvCxnSpPr>
          <p:nvPr/>
        </p:nvCxnSpPr>
        <p:spPr>
          <a:xfrm>
            <a:off x="2468468" y="2336694"/>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FD883960-CA6D-F41E-F8CC-C452528AC8F5}"/>
              </a:ext>
            </a:extLst>
          </p:cNvPr>
          <p:cNvSpPr txBox="1"/>
          <p:nvPr/>
        </p:nvSpPr>
        <p:spPr>
          <a:xfrm>
            <a:off x="2725889" y="2053060"/>
            <a:ext cx="766231" cy="307777"/>
          </a:xfrm>
          <a:prstGeom prst="rect">
            <a:avLst/>
          </a:prstGeom>
          <a:noFill/>
        </p:spPr>
        <p:txBody>
          <a:bodyPr wrap="square" rtlCol="0">
            <a:spAutoFit/>
          </a:bodyPr>
          <a:lstStyle/>
          <a:p>
            <a:pPr algn="ctr"/>
            <a:r>
              <a:rPr lang="en-US" sz="1400"/>
              <a:t>LTE</a:t>
            </a:r>
          </a:p>
        </p:txBody>
      </p:sp>
      <p:sp>
        <p:nvSpPr>
          <p:cNvPr id="14" name="TextBox 13">
            <a:extLst>
              <a:ext uri="{FF2B5EF4-FFF2-40B4-BE49-F238E27FC236}">
                <a16:creationId xmlns:a16="http://schemas.microsoft.com/office/drawing/2014/main" id="{DC18236C-CC66-BD95-7A37-9CF9396F7DDA}"/>
              </a:ext>
            </a:extLst>
          </p:cNvPr>
          <p:cNvSpPr txBox="1"/>
          <p:nvPr/>
        </p:nvSpPr>
        <p:spPr>
          <a:xfrm>
            <a:off x="1491872" y="1615538"/>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Gateway AC Control</a:t>
            </a:r>
          </a:p>
        </p:txBody>
      </p:sp>
      <p:sp>
        <p:nvSpPr>
          <p:cNvPr id="35" name="Rectangle: Rounded Corners 34">
            <a:extLst>
              <a:ext uri="{FF2B5EF4-FFF2-40B4-BE49-F238E27FC236}">
                <a16:creationId xmlns:a16="http://schemas.microsoft.com/office/drawing/2014/main" id="{E4ACBD17-8614-C5B6-B14B-6EF3DE8ECF88}"/>
              </a:ext>
            </a:extLst>
          </p:cNvPr>
          <p:cNvSpPr/>
          <p:nvPr/>
        </p:nvSpPr>
        <p:spPr>
          <a:xfrm>
            <a:off x="5651796" y="1615051"/>
            <a:ext cx="2437976" cy="3362313"/>
          </a:xfrm>
          <a:prstGeom prst="roundRect">
            <a:avLst>
              <a:gd name="adj" fmla="val 5482"/>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chemeClr val="tx1"/>
                </a:solidFill>
                <a:latin typeface="+mj-lt"/>
                <a:cs typeface="Calibri"/>
              </a:rPr>
              <a:t>Json packet (Cloud -&gt; Gateway)</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3,</a:t>
            </a:r>
          </a:p>
          <a:p>
            <a:pPr algn="just"/>
            <a:r>
              <a:rPr lang="en-US" sz="1100">
                <a:solidFill>
                  <a:schemeClr val="tx1"/>
                </a:solidFill>
                <a:latin typeface="+mj-lt"/>
                <a:cs typeface="Calibri"/>
              </a:rPr>
              <a:t>     "MsgSeqNo": 1,</a:t>
            </a:r>
          </a:p>
          <a:p>
            <a:pPr algn="just"/>
            <a:r>
              <a:rPr lang="en-US" sz="1100" dirty="0">
                <a:solidFill>
                  <a:schemeClr val="tx1"/>
                </a:solidFill>
                <a:latin typeface="+mj-lt"/>
                <a:cs typeface="Calibri"/>
              </a:rPr>
              <a:t>     "</a:t>
            </a:r>
            <a:r>
              <a:rPr lang="en-US" sz="1100" dirty="0" err="1">
                <a:solidFill>
                  <a:schemeClr val="tx1"/>
                </a:solidFill>
                <a:latin typeface="+mj-lt"/>
                <a:cs typeface="Calibri"/>
              </a:rPr>
              <a:t>GwySerNo</a:t>
            </a:r>
            <a:r>
              <a:rPr lang="en-US" sz="1100">
                <a:solidFill>
                  <a:schemeClr val="tx1"/>
                </a:solidFill>
                <a:latin typeface="+mj-lt"/>
                <a:cs typeface="Calibri"/>
              </a:rPr>
              <a:t>": 2,</a:t>
            </a:r>
          </a:p>
          <a:p>
            <a:pPr algn="just"/>
            <a:r>
              <a:rPr lang="en-US" sz="1100">
                <a:solidFill>
                  <a:schemeClr val="tx1"/>
                </a:solidFill>
                <a:latin typeface="+mj-lt"/>
                <a:cs typeface="Calibri"/>
              </a:rPr>
              <a:t>     "Power": 1,    </a:t>
            </a:r>
          </a:p>
          <a:p>
            <a:pPr algn="just"/>
            <a:r>
              <a:rPr lang="en-US" sz="1100">
                <a:solidFill>
                  <a:schemeClr val="tx1"/>
                </a:solidFill>
                <a:latin typeface="+mj-lt"/>
                <a:cs typeface="Calibri"/>
              </a:rPr>
              <a:t>     "Mode": "Cool",    </a:t>
            </a:r>
          </a:p>
          <a:p>
            <a:pPr algn="just"/>
            <a:r>
              <a:rPr lang="en-US" sz="1100">
                <a:solidFill>
                  <a:schemeClr val="tx1"/>
                </a:solidFill>
                <a:latin typeface="+mj-lt"/>
                <a:cs typeface="Calibri"/>
              </a:rPr>
              <a:t>     "Fan": 5,    </a:t>
            </a:r>
          </a:p>
          <a:p>
            <a:pPr algn="just"/>
            <a:r>
              <a:rPr lang="en-US" sz="1100">
                <a:solidFill>
                  <a:schemeClr val="tx1"/>
                </a:solidFill>
                <a:latin typeface="+mj-lt"/>
                <a:cs typeface="Calibri"/>
              </a:rPr>
              <a:t>     "Temp": 25,    </a:t>
            </a:r>
          </a:p>
          <a:p>
            <a:pPr algn="just"/>
            <a:r>
              <a:rPr lang="en-US" sz="1100">
                <a:solidFill>
                  <a:schemeClr val="tx1"/>
                </a:solidFill>
                <a:latin typeface="+mj-lt"/>
                <a:cs typeface="Calibri"/>
              </a:rPr>
              <a:t>     "SwingH": 1,    </a:t>
            </a:r>
          </a:p>
          <a:p>
            <a:pPr algn="just"/>
            <a:r>
              <a:rPr lang="en-US" sz="1100">
                <a:solidFill>
                  <a:schemeClr val="tx1"/>
                </a:solidFill>
                <a:latin typeface="+mj-lt"/>
                <a:cs typeface="Calibri"/>
              </a:rPr>
              <a:t>     "SwingV": 1,     </a:t>
            </a:r>
          </a:p>
          <a:p>
            <a:pPr algn="just"/>
            <a:r>
              <a:rPr lang="en-US" sz="1100">
                <a:solidFill>
                  <a:schemeClr val="tx1"/>
                </a:solidFill>
                <a:latin typeface="+mj-lt"/>
                <a:cs typeface="Calibri"/>
              </a:rPr>
              <a:t>     "OnTimer": 0,   </a:t>
            </a:r>
          </a:p>
          <a:p>
            <a:pPr algn="just"/>
            <a:r>
              <a:rPr lang="en-US" sz="1100">
                <a:solidFill>
                  <a:schemeClr val="tx1"/>
                </a:solidFill>
                <a:latin typeface="+mj-lt"/>
                <a:cs typeface="Calibri"/>
              </a:rPr>
              <a:t>     "OffTimer": 0,    </a:t>
            </a:r>
          </a:p>
          <a:p>
            <a:pPr algn="just"/>
            <a:r>
              <a:rPr lang="en-US" sz="1100">
                <a:solidFill>
                  <a:schemeClr val="tx1"/>
                </a:solidFill>
                <a:latin typeface="+mj-lt"/>
                <a:cs typeface="Calibri"/>
              </a:rPr>
              <a:t>     "Locking": 1</a:t>
            </a:r>
          </a:p>
          <a:p>
            <a:pPr algn="just"/>
            <a:r>
              <a:rPr lang="en-US" sz="1100">
                <a:solidFill>
                  <a:schemeClr val="tx1"/>
                </a:solidFill>
                <a:latin typeface="+mj-lt"/>
                <a:cs typeface="Calibri"/>
              </a:rPr>
              <a:t>}</a:t>
            </a:r>
          </a:p>
        </p:txBody>
      </p:sp>
      <p:sp>
        <p:nvSpPr>
          <p:cNvPr id="36" name="Rectangle: Rounded Corners 35">
            <a:extLst>
              <a:ext uri="{FF2B5EF4-FFF2-40B4-BE49-F238E27FC236}">
                <a16:creationId xmlns:a16="http://schemas.microsoft.com/office/drawing/2014/main" id="{3B2A641D-B598-35A1-D564-C23F7446E0FB}"/>
              </a:ext>
            </a:extLst>
          </p:cNvPr>
          <p:cNvSpPr/>
          <p:nvPr/>
        </p:nvSpPr>
        <p:spPr>
          <a:xfrm>
            <a:off x="8633942" y="1616026"/>
            <a:ext cx="2701813" cy="3361338"/>
          </a:xfrm>
          <a:prstGeom prst="roundRect">
            <a:avLst>
              <a:gd name="adj" fmla="val 607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en-US" sz="1100">
              <a:solidFill>
                <a:schemeClr val="tx1"/>
              </a:solidFill>
              <a:latin typeface="+mj-lt"/>
              <a:cs typeface="Segoe UI"/>
            </a:endParaRPr>
          </a:p>
          <a:p>
            <a:pPr algn="ctr"/>
            <a:r>
              <a:rPr lang="en-US" sz="1100" b="1" dirty="0">
                <a:solidFill>
                  <a:schemeClr val="tx1"/>
                </a:solidFill>
                <a:latin typeface="+mj-lt"/>
                <a:cs typeface="Calibri"/>
              </a:rPr>
              <a:t>Json ack (Gateway -&gt; Cloud)</a:t>
            </a:r>
          </a:p>
          <a:p>
            <a:pPr algn="just"/>
            <a:r>
              <a:rPr lang="en-US" sz="1100" dirty="0">
                <a:solidFill>
                  <a:schemeClr val="tx1"/>
                </a:solidFill>
                <a:latin typeface="+mj-lt"/>
                <a:cs typeface="Calibri"/>
              </a:rPr>
              <a:t>{</a:t>
            </a:r>
          </a:p>
          <a:p>
            <a:pPr algn="just"/>
            <a:r>
              <a:rPr lang="en-US" sz="1100" dirty="0">
                <a:solidFill>
                  <a:schemeClr val="tx1"/>
                </a:solidFill>
                <a:latin typeface="+mj-lt"/>
                <a:cs typeface="Calibri"/>
              </a:rPr>
              <a:t>     "</a:t>
            </a:r>
            <a:r>
              <a:rPr lang="en-US" sz="1100" dirty="0" err="1">
                <a:solidFill>
                  <a:schemeClr val="tx1"/>
                </a:solidFill>
                <a:latin typeface="+mj-lt"/>
                <a:cs typeface="Calibri"/>
              </a:rPr>
              <a:t>JsonPacketID</a:t>
            </a:r>
            <a:r>
              <a:rPr lang="en-US" sz="1100" dirty="0">
                <a:solidFill>
                  <a:schemeClr val="tx1"/>
                </a:solidFill>
                <a:latin typeface="+mj-lt"/>
                <a:cs typeface="Calibri"/>
              </a:rPr>
              <a:t>": 3,</a:t>
            </a:r>
          </a:p>
          <a:p>
            <a:pPr algn="just"/>
            <a:r>
              <a:rPr lang="en-US" sz="1100" dirty="0">
                <a:solidFill>
                  <a:schemeClr val="tx1"/>
                </a:solidFill>
                <a:latin typeface="+mj-lt"/>
                <a:cs typeface="Calibri"/>
              </a:rPr>
              <a:t>     "</a:t>
            </a:r>
            <a:r>
              <a:rPr lang="en-US" sz="1100" dirty="0" err="1">
                <a:solidFill>
                  <a:schemeClr val="tx1"/>
                </a:solidFill>
                <a:latin typeface="+mj-lt"/>
                <a:cs typeface="Calibri"/>
              </a:rPr>
              <a:t>MsgSeqNo</a:t>
            </a:r>
            <a:r>
              <a:rPr lang="en-US" sz="1100" dirty="0">
                <a:solidFill>
                  <a:schemeClr val="tx1"/>
                </a:solidFill>
                <a:latin typeface="+mj-lt"/>
                <a:cs typeface="Calibri"/>
              </a:rPr>
              <a:t>": 1,</a:t>
            </a:r>
          </a:p>
          <a:p>
            <a:pPr algn="just"/>
            <a:r>
              <a:rPr lang="en-US" sz="1100" dirty="0">
                <a:solidFill>
                  <a:schemeClr val="tx1"/>
                </a:solidFill>
                <a:latin typeface="+mj-lt"/>
                <a:cs typeface="Calibri"/>
              </a:rPr>
              <a:t>     "</a:t>
            </a:r>
            <a:r>
              <a:rPr lang="en-US" sz="1100" dirty="0" err="1">
                <a:solidFill>
                  <a:schemeClr val="tx1"/>
                </a:solidFill>
                <a:latin typeface="+mj-lt"/>
                <a:cs typeface="Calibri"/>
              </a:rPr>
              <a:t>GwySerNo</a:t>
            </a:r>
            <a:r>
              <a:rPr lang="en-US" sz="1100" dirty="0">
                <a:solidFill>
                  <a:schemeClr val="tx1"/>
                </a:solidFill>
                <a:latin typeface="+mj-lt"/>
                <a:cs typeface="Calibri"/>
              </a:rPr>
              <a:t>": 2,</a:t>
            </a:r>
          </a:p>
          <a:p>
            <a:pPr algn="just"/>
            <a:r>
              <a:rPr lang="en-US" sz="1100" dirty="0">
                <a:solidFill>
                  <a:schemeClr val="tx1"/>
                </a:solidFill>
                <a:latin typeface="+mj-lt"/>
                <a:cs typeface="Calibri"/>
              </a:rPr>
              <a:t>     "Power": 1,    </a:t>
            </a:r>
          </a:p>
          <a:p>
            <a:pPr algn="just"/>
            <a:r>
              <a:rPr lang="en-US" sz="1100" dirty="0">
                <a:solidFill>
                  <a:schemeClr val="tx1"/>
                </a:solidFill>
                <a:latin typeface="+mj-lt"/>
                <a:cs typeface="Calibri"/>
              </a:rPr>
              <a:t>     "Mode": "Cool",    </a:t>
            </a:r>
          </a:p>
          <a:p>
            <a:pPr algn="just"/>
            <a:r>
              <a:rPr lang="en-US" sz="1100" dirty="0">
                <a:solidFill>
                  <a:schemeClr val="tx1"/>
                </a:solidFill>
                <a:latin typeface="+mj-lt"/>
                <a:cs typeface="Calibri"/>
              </a:rPr>
              <a:t>     "Fan": 5,    </a:t>
            </a:r>
          </a:p>
          <a:p>
            <a:pPr algn="just"/>
            <a:r>
              <a:rPr lang="en-US" sz="1100" dirty="0">
                <a:solidFill>
                  <a:schemeClr val="tx1"/>
                </a:solidFill>
                <a:latin typeface="+mj-lt"/>
                <a:cs typeface="Calibri"/>
              </a:rPr>
              <a:t>     "Temp": 25,    </a:t>
            </a:r>
          </a:p>
          <a:p>
            <a:pPr algn="just"/>
            <a:r>
              <a:rPr lang="en-US" sz="1100" dirty="0">
                <a:solidFill>
                  <a:schemeClr val="tx1"/>
                </a:solidFill>
                <a:latin typeface="+mj-lt"/>
                <a:cs typeface="Calibri"/>
              </a:rPr>
              <a:t>     "</a:t>
            </a:r>
            <a:r>
              <a:rPr lang="en-US" sz="1100" dirty="0" err="1">
                <a:solidFill>
                  <a:schemeClr val="tx1"/>
                </a:solidFill>
                <a:latin typeface="+mj-lt"/>
                <a:cs typeface="Calibri"/>
              </a:rPr>
              <a:t>SwingH</a:t>
            </a:r>
            <a:r>
              <a:rPr lang="en-US" sz="1100" dirty="0">
                <a:solidFill>
                  <a:schemeClr val="tx1"/>
                </a:solidFill>
                <a:latin typeface="+mj-lt"/>
                <a:cs typeface="Calibri"/>
              </a:rPr>
              <a:t>": 1,    </a:t>
            </a:r>
          </a:p>
          <a:p>
            <a:pPr algn="just"/>
            <a:r>
              <a:rPr lang="en-US" sz="1100" dirty="0">
                <a:solidFill>
                  <a:schemeClr val="tx1"/>
                </a:solidFill>
                <a:latin typeface="+mj-lt"/>
                <a:cs typeface="Calibri"/>
              </a:rPr>
              <a:t>     "</a:t>
            </a:r>
            <a:r>
              <a:rPr lang="en-US" sz="1100" dirty="0" err="1">
                <a:solidFill>
                  <a:schemeClr val="tx1"/>
                </a:solidFill>
                <a:latin typeface="+mj-lt"/>
                <a:cs typeface="Calibri"/>
              </a:rPr>
              <a:t>SwingV</a:t>
            </a:r>
            <a:r>
              <a:rPr lang="en-US" sz="1100" dirty="0">
                <a:solidFill>
                  <a:schemeClr val="tx1"/>
                </a:solidFill>
                <a:latin typeface="+mj-lt"/>
                <a:cs typeface="Calibri"/>
              </a:rPr>
              <a:t>": 1,     </a:t>
            </a:r>
          </a:p>
          <a:p>
            <a:pPr algn="just"/>
            <a:r>
              <a:rPr lang="en-US" sz="1100" dirty="0">
                <a:solidFill>
                  <a:schemeClr val="tx1"/>
                </a:solidFill>
                <a:latin typeface="+mj-lt"/>
                <a:cs typeface="Calibri"/>
              </a:rPr>
              <a:t>     "</a:t>
            </a:r>
            <a:r>
              <a:rPr lang="en-US" sz="1100" dirty="0" err="1">
                <a:solidFill>
                  <a:schemeClr val="tx1"/>
                </a:solidFill>
                <a:latin typeface="+mj-lt"/>
                <a:cs typeface="Calibri"/>
              </a:rPr>
              <a:t>OnTimer</a:t>
            </a:r>
            <a:r>
              <a:rPr lang="en-US" sz="1100" dirty="0">
                <a:solidFill>
                  <a:schemeClr val="tx1"/>
                </a:solidFill>
                <a:latin typeface="+mj-lt"/>
                <a:cs typeface="Calibri"/>
              </a:rPr>
              <a:t>": 0,   </a:t>
            </a:r>
          </a:p>
          <a:p>
            <a:pPr algn="just"/>
            <a:r>
              <a:rPr lang="en-US" sz="1100" dirty="0">
                <a:solidFill>
                  <a:schemeClr val="tx1"/>
                </a:solidFill>
                <a:latin typeface="+mj-lt"/>
                <a:cs typeface="Calibri"/>
              </a:rPr>
              <a:t>     "</a:t>
            </a:r>
            <a:r>
              <a:rPr lang="en-US" sz="1100" dirty="0" err="1">
                <a:solidFill>
                  <a:schemeClr val="tx1"/>
                </a:solidFill>
                <a:latin typeface="+mj-lt"/>
                <a:cs typeface="Calibri"/>
              </a:rPr>
              <a:t>OffTimer</a:t>
            </a:r>
            <a:r>
              <a:rPr lang="en-US" sz="1100" dirty="0">
                <a:solidFill>
                  <a:schemeClr val="tx1"/>
                </a:solidFill>
                <a:latin typeface="+mj-lt"/>
                <a:cs typeface="Calibri"/>
              </a:rPr>
              <a:t>": 0,    </a:t>
            </a:r>
          </a:p>
          <a:p>
            <a:pPr algn="just"/>
            <a:r>
              <a:rPr lang="en-US" sz="1100" dirty="0">
                <a:solidFill>
                  <a:schemeClr val="tx1"/>
                </a:solidFill>
                <a:latin typeface="+mj-lt"/>
                <a:cs typeface="Calibri"/>
              </a:rPr>
              <a:t>     "Locking": 1,</a:t>
            </a:r>
          </a:p>
          <a:p>
            <a:pPr algn="just"/>
            <a:r>
              <a:rPr lang="en-US" sz="1100" dirty="0">
                <a:solidFill>
                  <a:schemeClr val="tx1"/>
                </a:solidFill>
                <a:latin typeface="+mj-lt"/>
                <a:cs typeface="Calibri"/>
              </a:rPr>
              <a:t>     "</a:t>
            </a:r>
            <a:r>
              <a:rPr lang="en-US" sz="1100" dirty="0" err="1">
                <a:solidFill>
                  <a:schemeClr val="tx1"/>
                </a:solidFill>
                <a:latin typeface="+mj-lt"/>
                <a:cs typeface="Calibri"/>
              </a:rPr>
              <a:t>Errorcode</a:t>
            </a:r>
            <a:r>
              <a:rPr lang="en-US" sz="1100" dirty="0">
                <a:solidFill>
                  <a:schemeClr val="tx1"/>
                </a:solidFill>
                <a:latin typeface="+mj-lt"/>
                <a:cs typeface="Calibri"/>
              </a:rPr>
              <a:t>": 0,</a:t>
            </a:r>
          </a:p>
          <a:p>
            <a:pPr algn="just"/>
            <a:r>
              <a:rPr lang="en-US" sz="1100" dirty="0">
                <a:solidFill>
                  <a:schemeClr val="tx1"/>
                </a:solidFill>
                <a:latin typeface="+mj-lt"/>
                <a:cs typeface="Calibri"/>
              </a:rPr>
              <a:t>}</a:t>
            </a:r>
          </a:p>
        </p:txBody>
      </p:sp>
      <p:cxnSp>
        <p:nvCxnSpPr>
          <p:cNvPr id="2" name="Straight Arrow Connector 1">
            <a:extLst>
              <a:ext uri="{FF2B5EF4-FFF2-40B4-BE49-F238E27FC236}">
                <a16:creationId xmlns:a16="http://schemas.microsoft.com/office/drawing/2014/main" id="{9EA9DC58-5DB6-883A-7606-C4361F8CA7A7}"/>
              </a:ext>
            </a:extLst>
          </p:cNvPr>
          <p:cNvCxnSpPr>
            <a:cxnSpLocks/>
          </p:cNvCxnSpPr>
          <p:nvPr/>
        </p:nvCxnSpPr>
        <p:spPr>
          <a:xfrm>
            <a:off x="1959655" y="3481265"/>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95AEA51-EC55-660D-2349-38BF0C5DA16E}"/>
              </a:ext>
            </a:extLst>
          </p:cNvPr>
          <p:cNvSpPr txBox="1"/>
          <p:nvPr/>
        </p:nvSpPr>
        <p:spPr>
          <a:xfrm>
            <a:off x="2096928" y="2984279"/>
            <a:ext cx="2091889" cy="430887"/>
          </a:xfrm>
          <a:prstGeom prst="rect">
            <a:avLst/>
          </a:prstGeom>
          <a:noFill/>
        </p:spPr>
        <p:txBody>
          <a:bodyPr wrap="square" rtlCol="0">
            <a:spAutoFit/>
          </a:bodyPr>
          <a:lstStyle/>
          <a:p>
            <a:pPr algn="just"/>
            <a:r>
              <a:rPr lang="en-US" sz="1100"/>
              <a:t>1. Control packet is sent from the cloud</a:t>
            </a:r>
            <a:endParaRPr lang="en-IN" sz="1100"/>
          </a:p>
        </p:txBody>
      </p:sp>
      <p:cxnSp>
        <p:nvCxnSpPr>
          <p:cNvPr id="31" name="Straight Arrow Connector 30">
            <a:extLst>
              <a:ext uri="{FF2B5EF4-FFF2-40B4-BE49-F238E27FC236}">
                <a16:creationId xmlns:a16="http://schemas.microsoft.com/office/drawing/2014/main" id="{2DAB1ECD-77A7-99CD-4873-5C5A6540B785}"/>
              </a:ext>
            </a:extLst>
          </p:cNvPr>
          <p:cNvCxnSpPr>
            <a:cxnSpLocks/>
          </p:cNvCxnSpPr>
          <p:nvPr/>
        </p:nvCxnSpPr>
        <p:spPr>
          <a:xfrm flipH="1">
            <a:off x="1961194" y="4390452"/>
            <a:ext cx="23267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0F4AC09-C370-62C6-B575-41E0EA960EB3}"/>
              </a:ext>
            </a:extLst>
          </p:cNvPr>
          <p:cNvSpPr txBox="1"/>
          <p:nvPr/>
        </p:nvSpPr>
        <p:spPr>
          <a:xfrm>
            <a:off x="2092409" y="3911316"/>
            <a:ext cx="2091889" cy="430887"/>
          </a:xfrm>
          <a:prstGeom prst="rect">
            <a:avLst/>
          </a:prstGeom>
          <a:noFill/>
        </p:spPr>
        <p:txBody>
          <a:bodyPr wrap="square" rtlCol="0">
            <a:spAutoFit/>
          </a:bodyPr>
          <a:lstStyle/>
          <a:p>
            <a:pPr algn="just"/>
            <a:r>
              <a:rPr lang="en-US" sz="1100"/>
              <a:t>2. Gateway sends control ack back to cloud</a:t>
            </a:r>
            <a:endParaRPr lang="en-IN" sz="1100"/>
          </a:p>
        </p:txBody>
      </p:sp>
    </p:spTree>
    <p:extLst>
      <p:ext uri="{BB962C8B-B14F-4D97-AF65-F5344CB8AC3E}">
        <p14:creationId xmlns:p14="http://schemas.microsoft.com/office/powerpoint/2010/main" val="125140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Table 22">
            <a:extLst>
              <a:ext uri="{FF2B5EF4-FFF2-40B4-BE49-F238E27FC236}">
                <a16:creationId xmlns:a16="http://schemas.microsoft.com/office/drawing/2014/main" id="{302C7FC7-9442-8434-8531-A930F5F3054B}"/>
              </a:ext>
            </a:extLst>
          </p:cNvPr>
          <p:cNvGraphicFramePr>
            <a:graphicFrameLocks noGrp="1"/>
          </p:cNvGraphicFramePr>
          <p:nvPr>
            <p:extLst>
              <p:ext uri="{D42A27DB-BD31-4B8C-83A1-F6EECF244321}">
                <p14:modId xmlns:p14="http://schemas.microsoft.com/office/powerpoint/2010/main" val="4090531410"/>
              </p:ext>
            </p:extLst>
          </p:nvPr>
        </p:nvGraphicFramePr>
        <p:xfrm>
          <a:off x="224515" y="650970"/>
          <a:ext cx="4156612" cy="5589771"/>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16402">
                <a:tc>
                  <a:txBody>
                    <a:bodyPr/>
                    <a:lstStyle/>
                    <a:p>
                      <a:pPr algn="ctr"/>
                      <a:r>
                        <a:rPr lang="en-US" sz="1200"/>
                        <a:t>Key</a:t>
                      </a:r>
                    </a:p>
                  </a:txBody>
                  <a:tcPr/>
                </a:tc>
                <a:tc>
                  <a:txBody>
                    <a:bodyPr/>
                    <a:lstStyle/>
                    <a:p>
                      <a:pPr algn="ctr"/>
                      <a:r>
                        <a:rPr lang="en-US" sz="1200"/>
                        <a:t>Value</a:t>
                      </a:r>
                    </a:p>
                  </a:txBody>
                  <a:tcPr/>
                </a:tc>
                <a:tc>
                  <a:txBody>
                    <a:bodyPr/>
                    <a:lstStyle/>
                    <a:p>
                      <a:pPr algn="ctr"/>
                      <a:r>
                        <a:rPr lang="en-US" sz="1200"/>
                        <a:t>Type</a:t>
                      </a:r>
                    </a:p>
                  </a:txBody>
                  <a:tcPr/>
                </a:tc>
                <a:tc>
                  <a:txBody>
                    <a:bodyPr/>
                    <a:lstStyle/>
                    <a:p>
                      <a:pPr algn="ctr"/>
                      <a:r>
                        <a:rPr lang="en-US" sz="1200"/>
                        <a:t>Range</a:t>
                      </a:r>
                    </a:p>
                  </a:txBody>
                  <a:tcPr/>
                </a:tc>
                <a:extLst>
                  <a:ext uri="{0D108BD9-81ED-4DB2-BD59-A6C34878D82A}">
                    <a16:rowId xmlns:a16="http://schemas.microsoft.com/office/drawing/2014/main" val="3437356583"/>
                  </a:ext>
                </a:extLst>
              </a:tr>
              <a:tr h="316402">
                <a:tc>
                  <a:txBody>
                    <a:bodyPr/>
                    <a:lstStyle/>
                    <a:p>
                      <a:pPr lvl="0">
                        <a:buNone/>
                      </a:pPr>
                      <a:r>
                        <a:rPr lang="en-US" sz="1200" err="1"/>
                        <a:t>JsonPacketId</a:t>
                      </a:r>
                    </a:p>
                  </a:txBody>
                  <a:tcPr anchor="ctr"/>
                </a:tc>
                <a:tc>
                  <a:txBody>
                    <a:bodyPr/>
                    <a:lstStyle/>
                    <a:p>
                      <a:pPr lvl="0" algn="ctr">
                        <a:buNone/>
                      </a:pPr>
                      <a:r>
                        <a:rPr lang="en-US" sz="1200"/>
                        <a:t>3</a:t>
                      </a:r>
                    </a:p>
                  </a:txBody>
                  <a:tcPr anchor="ctr"/>
                </a:tc>
                <a:tc>
                  <a:txBody>
                    <a:bodyPr/>
                    <a:lstStyle/>
                    <a:p>
                      <a:pPr lvl="0" algn="ctr">
                        <a:buNone/>
                      </a:pPr>
                      <a:r>
                        <a:rPr lang="en-US" sz="1200"/>
                        <a:t>Number</a:t>
                      </a:r>
                    </a:p>
                  </a:txBody>
                  <a:tcPr anchor="ctr"/>
                </a:tc>
                <a:tc>
                  <a:txBody>
                    <a:bodyPr/>
                    <a:lstStyle/>
                    <a:p>
                      <a:pPr lvl="0" algn="ctr">
                        <a:buNone/>
                      </a:pPr>
                      <a:r>
                        <a:rPr lang="en-US" sz="1200"/>
                        <a:t>0 - 99</a:t>
                      </a:r>
                    </a:p>
                  </a:txBody>
                  <a:tcPr anchor="ctr"/>
                </a:tc>
                <a:extLst>
                  <a:ext uri="{0D108BD9-81ED-4DB2-BD59-A6C34878D82A}">
                    <a16:rowId xmlns:a16="http://schemas.microsoft.com/office/drawing/2014/main" val="3857722587"/>
                  </a:ext>
                </a:extLst>
              </a:tr>
              <a:tr h="316402">
                <a:tc>
                  <a:txBody>
                    <a:bodyPr/>
                    <a:lstStyle/>
                    <a:p>
                      <a:r>
                        <a:rPr lang="en-US" sz="1200" err="1"/>
                        <a:t>MsgSeqNo</a:t>
                      </a:r>
                    </a:p>
                  </a:txBody>
                  <a:tcPr anchor="ctr"/>
                </a:tc>
                <a:tc>
                  <a:txBody>
                    <a:bodyPr/>
                    <a:lstStyle/>
                    <a:p>
                      <a:pPr algn="ctr"/>
                      <a:r>
                        <a:rPr lang="en-US" sz="1200"/>
                        <a:t>1</a:t>
                      </a:r>
                    </a:p>
                  </a:txBody>
                  <a:tcPr anchor="ctr"/>
                </a:tc>
                <a:tc>
                  <a:txBody>
                    <a:bodyPr/>
                    <a:lstStyle/>
                    <a:p>
                      <a:pPr algn="ctr"/>
                      <a:r>
                        <a:rPr lang="en-US" sz="1200"/>
                        <a:t>Number</a:t>
                      </a:r>
                    </a:p>
                  </a:txBody>
                  <a:tcPr anchor="ctr"/>
                </a:tc>
                <a:tc>
                  <a:txBody>
                    <a:bodyPr/>
                    <a:lstStyle/>
                    <a:p>
                      <a:pPr algn="ctr"/>
                      <a:r>
                        <a:rPr lang="en-US" sz="1200"/>
                        <a:t>0 – 65535</a:t>
                      </a:r>
                    </a:p>
                  </a:txBody>
                  <a:tcPr anchor="ctr"/>
                </a:tc>
                <a:extLst>
                  <a:ext uri="{0D108BD9-81ED-4DB2-BD59-A6C34878D82A}">
                    <a16:rowId xmlns:a16="http://schemas.microsoft.com/office/drawing/2014/main" val="4240429925"/>
                  </a:ext>
                </a:extLst>
              </a:tr>
              <a:tr h="316402">
                <a:tc>
                  <a:txBody>
                    <a:bodyPr/>
                    <a:lstStyle/>
                    <a:p>
                      <a:r>
                        <a:rPr lang="en-US" sz="1200" err="1"/>
                        <a:t>GwySerNo</a:t>
                      </a:r>
                    </a:p>
                  </a:txBody>
                  <a:tcPr anchor="ctr"/>
                </a:tc>
                <a:tc>
                  <a:txBody>
                    <a:bodyPr/>
                    <a:lstStyle/>
                    <a:p>
                      <a:pPr algn="ctr"/>
                      <a:r>
                        <a:rPr lang="en-US" sz="1200"/>
                        <a:t>1</a:t>
                      </a:r>
                    </a:p>
                  </a:txBody>
                  <a:tcPr anchor="ctr"/>
                </a:tc>
                <a:tc>
                  <a:txBody>
                    <a:bodyPr/>
                    <a:lstStyle/>
                    <a:p>
                      <a:pPr algn="ctr"/>
                      <a:r>
                        <a:rPr lang="en-US" sz="1200"/>
                        <a:t>Number</a:t>
                      </a:r>
                    </a:p>
                  </a:txBody>
                  <a:tcPr anchor="ctr"/>
                </a:tc>
                <a:tc>
                  <a:txBody>
                    <a:bodyPr/>
                    <a:lstStyle/>
                    <a:p>
                      <a:pPr algn="ctr"/>
                      <a:r>
                        <a:rPr lang="en-US" sz="1200"/>
                        <a:t>0 – 65535</a:t>
                      </a:r>
                    </a:p>
                  </a:txBody>
                  <a:tcPr anchor="ctr"/>
                </a:tc>
                <a:extLst>
                  <a:ext uri="{0D108BD9-81ED-4DB2-BD59-A6C34878D82A}">
                    <a16:rowId xmlns:a16="http://schemas.microsoft.com/office/drawing/2014/main" val="3987793583"/>
                  </a:ext>
                </a:extLst>
              </a:tr>
              <a:tr h="527337">
                <a:tc>
                  <a:txBody>
                    <a:bodyPr/>
                    <a:lstStyle/>
                    <a:p>
                      <a:r>
                        <a:rPr lang="en-US" sz="1200"/>
                        <a:t>Power</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0, 1</a:t>
                      </a:r>
                    </a:p>
                  </a:txBody>
                  <a:tcPr anchor="ctr"/>
                </a:tc>
                <a:extLst>
                  <a:ext uri="{0D108BD9-81ED-4DB2-BD59-A6C34878D82A}">
                    <a16:rowId xmlns:a16="http://schemas.microsoft.com/office/drawing/2014/main" val="4183338170"/>
                  </a:ext>
                </a:extLst>
              </a:tr>
              <a:tr h="949207">
                <a:tc>
                  <a:txBody>
                    <a:bodyPr/>
                    <a:lstStyle/>
                    <a:p>
                      <a:r>
                        <a:rPr lang="en-US" sz="1200"/>
                        <a:t>Mode</a:t>
                      </a:r>
                    </a:p>
                  </a:txBody>
                  <a:tcPr anchor="ctr"/>
                </a:tc>
                <a:tc>
                  <a:txBody>
                    <a:bodyPr/>
                    <a:lstStyle/>
                    <a:p>
                      <a:pPr algn="ctr"/>
                      <a:r>
                        <a:rPr lang="en-US" sz="1200"/>
                        <a:t>"Cool"</a:t>
                      </a:r>
                    </a:p>
                  </a:txBody>
                  <a:tcPr anchor="ctr"/>
                </a:tc>
                <a:tc>
                  <a:txBody>
                    <a:bodyPr/>
                    <a:lstStyle/>
                    <a:p>
                      <a:pPr algn="ctr"/>
                      <a:r>
                        <a:rPr lang="en-US" sz="1200"/>
                        <a:t>String</a:t>
                      </a:r>
                    </a:p>
                  </a:txBody>
                  <a:tcPr anchor="ctr"/>
                </a:tc>
                <a:tc>
                  <a:txBody>
                    <a:bodyPr/>
                    <a:lstStyle/>
                    <a:p>
                      <a:pPr algn="ctr"/>
                      <a:r>
                        <a:rPr lang="en-US" sz="1200"/>
                        <a:t>"Cool", "Hot", "Dry", "Auto", "Quiet"</a:t>
                      </a:r>
                    </a:p>
                  </a:txBody>
                  <a:tcPr anchor="ctr"/>
                </a:tc>
                <a:extLst>
                  <a:ext uri="{0D108BD9-81ED-4DB2-BD59-A6C34878D82A}">
                    <a16:rowId xmlns:a16="http://schemas.microsoft.com/office/drawing/2014/main" val="3964582046"/>
                  </a:ext>
                </a:extLst>
              </a:tr>
              <a:tr h="316402">
                <a:tc>
                  <a:txBody>
                    <a:bodyPr/>
                    <a:lstStyle/>
                    <a:p>
                      <a:r>
                        <a:rPr lang="en-US" sz="1200"/>
                        <a:t>Fan</a:t>
                      </a:r>
                    </a:p>
                  </a:txBody>
                  <a:tcPr anchor="ctr"/>
                </a:tc>
                <a:tc>
                  <a:txBody>
                    <a:bodyPr/>
                    <a:lstStyle/>
                    <a:p>
                      <a:pPr algn="ctr"/>
                      <a:r>
                        <a:rPr lang="en-US" sz="1200"/>
                        <a:t>2</a:t>
                      </a:r>
                    </a:p>
                  </a:txBody>
                  <a:tcPr anchor="ctr"/>
                </a:tc>
                <a:tc>
                  <a:txBody>
                    <a:bodyPr/>
                    <a:lstStyle/>
                    <a:p>
                      <a:pPr algn="ctr"/>
                      <a:r>
                        <a:rPr lang="en-US" sz="1200"/>
                        <a:t>Number</a:t>
                      </a:r>
                    </a:p>
                  </a:txBody>
                  <a:tcPr anchor="ctr"/>
                </a:tc>
                <a:tc>
                  <a:txBody>
                    <a:bodyPr/>
                    <a:lstStyle/>
                    <a:p>
                      <a:pPr algn="ctr"/>
                      <a:r>
                        <a:rPr lang="en-US" sz="1200"/>
                        <a:t>0 – 4</a:t>
                      </a:r>
                    </a:p>
                  </a:txBody>
                  <a:tcPr anchor="ctr"/>
                </a:tc>
                <a:extLst>
                  <a:ext uri="{0D108BD9-81ED-4DB2-BD59-A6C34878D82A}">
                    <a16:rowId xmlns:a16="http://schemas.microsoft.com/office/drawing/2014/main" val="4174325388"/>
                  </a:ext>
                </a:extLst>
              </a:tr>
              <a:tr h="316402">
                <a:tc>
                  <a:txBody>
                    <a:bodyPr/>
                    <a:lstStyle/>
                    <a:p>
                      <a:r>
                        <a:rPr lang="en-US" sz="1200"/>
                        <a:t>Temperature</a:t>
                      </a:r>
                    </a:p>
                  </a:txBody>
                  <a:tcPr anchor="ctr"/>
                </a:tc>
                <a:tc>
                  <a:txBody>
                    <a:bodyPr/>
                    <a:lstStyle/>
                    <a:p>
                      <a:pPr algn="ctr"/>
                      <a:r>
                        <a:rPr lang="en-US" sz="1200"/>
                        <a:t>25</a:t>
                      </a:r>
                    </a:p>
                  </a:txBody>
                  <a:tcPr anchor="ctr"/>
                </a:tc>
                <a:tc>
                  <a:txBody>
                    <a:bodyPr/>
                    <a:lstStyle/>
                    <a:p>
                      <a:pPr algn="ctr"/>
                      <a:r>
                        <a:rPr lang="en-US" sz="1200"/>
                        <a:t>Number</a:t>
                      </a:r>
                    </a:p>
                  </a:txBody>
                  <a:tcPr anchor="ctr"/>
                </a:tc>
                <a:tc>
                  <a:txBody>
                    <a:bodyPr/>
                    <a:lstStyle/>
                    <a:p>
                      <a:pPr algn="ctr"/>
                      <a:r>
                        <a:rPr lang="en-US" sz="1200"/>
                        <a:t>16 - 32</a:t>
                      </a:r>
                    </a:p>
                  </a:txBody>
                  <a:tcPr anchor="ctr"/>
                </a:tc>
                <a:extLst>
                  <a:ext uri="{0D108BD9-81ED-4DB2-BD59-A6C34878D82A}">
                    <a16:rowId xmlns:a16="http://schemas.microsoft.com/office/drawing/2014/main" val="1863258944"/>
                  </a:ext>
                </a:extLst>
              </a:tr>
              <a:tr h="527337">
                <a:tc>
                  <a:txBody>
                    <a:bodyPr/>
                    <a:lstStyle/>
                    <a:p>
                      <a:r>
                        <a:rPr lang="en-US" sz="1200" err="1"/>
                        <a:t>SwingH</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0, 1</a:t>
                      </a:r>
                    </a:p>
                  </a:txBody>
                  <a:tcPr anchor="ctr"/>
                </a:tc>
                <a:extLst>
                  <a:ext uri="{0D108BD9-81ED-4DB2-BD59-A6C34878D82A}">
                    <a16:rowId xmlns:a16="http://schemas.microsoft.com/office/drawing/2014/main" val="3557071958"/>
                  </a:ext>
                </a:extLst>
              </a:tr>
              <a:tr h="527337">
                <a:tc>
                  <a:txBody>
                    <a:bodyPr/>
                    <a:lstStyle/>
                    <a:p>
                      <a:r>
                        <a:rPr lang="en-US" sz="1200" err="1"/>
                        <a:t>SwingV</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0, 1</a:t>
                      </a:r>
                    </a:p>
                  </a:txBody>
                  <a:tcPr anchor="ctr"/>
                </a:tc>
                <a:extLst>
                  <a:ext uri="{0D108BD9-81ED-4DB2-BD59-A6C34878D82A}">
                    <a16:rowId xmlns:a16="http://schemas.microsoft.com/office/drawing/2014/main" val="970849882"/>
                  </a:ext>
                </a:extLst>
              </a:tr>
              <a:tr h="316402">
                <a:tc>
                  <a:txBody>
                    <a:bodyPr/>
                    <a:lstStyle/>
                    <a:p>
                      <a:r>
                        <a:rPr lang="en-US" sz="1200" err="1"/>
                        <a:t>OnTimer</a:t>
                      </a:r>
                    </a:p>
                  </a:txBody>
                  <a:tcPr anchor="ctr"/>
                </a:tc>
                <a:tc>
                  <a:txBody>
                    <a:bodyPr/>
                    <a:lstStyle/>
                    <a:p>
                      <a:pPr algn="ctr"/>
                      <a:r>
                        <a:rPr lang="en-US" sz="1200"/>
                        <a:t>4</a:t>
                      </a:r>
                    </a:p>
                  </a:txBody>
                  <a:tcPr anchor="ctr"/>
                </a:tc>
                <a:tc>
                  <a:txBody>
                    <a:bodyPr/>
                    <a:lstStyle/>
                    <a:p>
                      <a:pPr algn="ctr"/>
                      <a:r>
                        <a:rPr lang="en-US" sz="1200"/>
                        <a:t>Number</a:t>
                      </a:r>
                    </a:p>
                  </a:txBody>
                  <a:tcPr anchor="ctr"/>
                </a:tc>
                <a:tc>
                  <a:txBody>
                    <a:bodyPr/>
                    <a:lstStyle/>
                    <a:p>
                      <a:pPr algn="ctr"/>
                      <a:r>
                        <a:rPr lang="en-US" sz="1200"/>
                        <a:t>0 – 12</a:t>
                      </a:r>
                    </a:p>
                  </a:txBody>
                  <a:tcPr anchor="ctr"/>
                </a:tc>
                <a:extLst>
                  <a:ext uri="{0D108BD9-81ED-4DB2-BD59-A6C34878D82A}">
                    <a16:rowId xmlns:a16="http://schemas.microsoft.com/office/drawing/2014/main" val="3132127224"/>
                  </a:ext>
                </a:extLst>
              </a:tr>
              <a:tr h="316402">
                <a:tc>
                  <a:txBody>
                    <a:bodyPr/>
                    <a:lstStyle/>
                    <a:p>
                      <a:r>
                        <a:rPr lang="en-US" sz="1200" err="1"/>
                        <a:t>OffTimer</a:t>
                      </a:r>
                    </a:p>
                  </a:txBody>
                  <a:tcPr anchor="ctr"/>
                </a:tc>
                <a:tc>
                  <a:txBody>
                    <a:bodyPr/>
                    <a:lstStyle/>
                    <a:p>
                      <a:pPr algn="ctr"/>
                      <a:r>
                        <a:rPr lang="en-US" sz="1200"/>
                        <a:t>5</a:t>
                      </a:r>
                    </a:p>
                  </a:txBody>
                  <a:tcPr anchor="ctr"/>
                </a:tc>
                <a:tc>
                  <a:txBody>
                    <a:bodyPr/>
                    <a:lstStyle/>
                    <a:p>
                      <a:pPr algn="ctr"/>
                      <a:r>
                        <a:rPr lang="en-US" sz="1200"/>
                        <a:t>Number</a:t>
                      </a:r>
                    </a:p>
                  </a:txBody>
                  <a:tcPr anchor="ctr"/>
                </a:tc>
                <a:tc>
                  <a:txBody>
                    <a:bodyPr/>
                    <a:lstStyle/>
                    <a:p>
                      <a:pPr algn="ctr"/>
                      <a:r>
                        <a:rPr lang="en-US" sz="1200"/>
                        <a:t>0 – 12</a:t>
                      </a:r>
                    </a:p>
                  </a:txBody>
                  <a:tcPr anchor="ctr"/>
                </a:tc>
                <a:extLst>
                  <a:ext uri="{0D108BD9-81ED-4DB2-BD59-A6C34878D82A}">
                    <a16:rowId xmlns:a16="http://schemas.microsoft.com/office/drawing/2014/main" val="3842752070"/>
                  </a:ext>
                </a:extLst>
              </a:tr>
              <a:tr h="527337">
                <a:tc>
                  <a:txBody>
                    <a:bodyPr/>
                    <a:lstStyle/>
                    <a:p>
                      <a:r>
                        <a:rPr lang="en-US" sz="1200"/>
                        <a:t>Locking</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1, 0</a:t>
                      </a:r>
                    </a:p>
                  </a:txBody>
                  <a:tcPr anchor="ctr"/>
                </a:tc>
                <a:extLst>
                  <a:ext uri="{0D108BD9-81ED-4DB2-BD59-A6C34878D82A}">
                    <a16:rowId xmlns:a16="http://schemas.microsoft.com/office/drawing/2014/main" val="118625369"/>
                  </a:ext>
                </a:extLst>
              </a:tr>
            </a:tbl>
          </a:graphicData>
        </a:graphic>
      </p:graphicFrame>
      <p:sp>
        <p:nvSpPr>
          <p:cNvPr id="24" name="Rectangle 23">
            <a:extLst>
              <a:ext uri="{FF2B5EF4-FFF2-40B4-BE49-F238E27FC236}">
                <a16:creationId xmlns:a16="http://schemas.microsoft.com/office/drawing/2014/main" id="{9C2BEFE7-AD49-F3A6-8CFA-2C494CB7BA30}"/>
              </a:ext>
            </a:extLst>
          </p:cNvPr>
          <p:cNvSpPr/>
          <p:nvPr/>
        </p:nvSpPr>
        <p:spPr>
          <a:xfrm>
            <a:off x="224515" y="388324"/>
            <a:ext cx="4145452" cy="2626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Control packet</a:t>
            </a:r>
            <a:endParaRPr lang="en-US" sz="1400"/>
          </a:p>
        </p:txBody>
      </p:sp>
      <p:graphicFrame>
        <p:nvGraphicFramePr>
          <p:cNvPr id="25" name="Table 24">
            <a:extLst>
              <a:ext uri="{FF2B5EF4-FFF2-40B4-BE49-F238E27FC236}">
                <a16:creationId xmlns:a16="http://schemas.microsoft.com/office/drawing/2014/main" id="{C19C7A2E-928D-B7F8-5691-8DF7BEEB55E9}"/>
              </a:ext>
            </a:extLst>
          </p:cNvPr>
          <p:cNvGraphicFramePr>
            <a:graphicFrameLocks noGrp="1"/>
          </p:cNvGraphicFramePr>
          <p:nvPr>
            <p:extLst>
              <p:ext uri="{D42A27DB-BD31-4B8C-83A1-F6EECF244321}">
                <p14:modId xmlns:p14="http://schemas.microsoft.com/office/powerpoint/2010/main" val="4296569"/>
              </p:ext>
            </p:extLst>
          </p:nvPr>
        </p:nvGraphicFramePr>
        <p:xfrm>
          <a:off x="4496885" y="650971"/>
          <a:ext cx="4156612" cy="5605860"/>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00314">
                <a:tc>
                  <a:txBody>
                    <a:bodyPr/>
                    <a:lstStyle/>
                    <a:p>
                      <a:pPr algn="ctr"/>
                      <a:r>
                        <a:rPr lang="en-US" sz="1200"/>
                        <a:t>Key</a:t>
                      </a:r>
                    </a:p>
                  </a:txBody>
                  <a:tcPr/>
                </a:tc>
                <a:tc>
                  <a:txBody>
                    <a:bodyPr/>
                    <a:lstStyle/>
                    <a:p>
                      <a:pPr algn="ctr"/>
                      <a:r>
                        <a:rPr lang="en-US" sz="1200"/>
                        <a:t>Value</a:t>
                      </a:r>
                    </a:p>
                  </a:txBody>
                  <a:tcPr/>
                </a:tc>
                <a:tc>
                  <a:txBody>
                    <a:bodyPr/>
                    <a:lstStyle/>
                    <a:p>
                      <a:pPr algn="ctr"/>
                      <a:r>
                        <a:rPr lang="en-US" sz="1200"/>
                        <a:t>Type</a:t>
                      </a:r>
                    </a:p>
                  </a:txBody>
                  <a:tcPr/>
                </a:tc>
                <a:tc>
                  <a:txBody>
                    <a:bodyPr/>
                    <a:lstStyle/>
                    <a:p>
                      <a:pPr algn="ctr"/>
                      <a:r>
                        <a:rPr lang="en-US" sz="1200"/>
                        <a:t>Range</a:t>
                      </a:r>
                    </a:p>
                  </a:txBody>
                  <a:tcPr/>
                </a:tc>
                <a:extLst>
                  <a:ext uri="{0D108BD9-81ED-4DB2-BD59-A6C34878D82A}">
                    <a16:rowId xmlns:a16="http://schemas.microsoft.com/office/drawing/2014/main" val="3437356583"/>
                  </a:ext>
                </a:extLst>
              </a:tr>
              <a:tr h="300314">
                <a:tc>
                  <a:txBody>
                    <a:bodyPr/>
                    <a:lstStyle/>
                    <a:p>
                      <a:r>
                        <a:rPr lang="en-US" sz="1200"/>
                        <a:t>JsonPacketId</a:t>
                      </a:r>
                      <a:endParaRPr lang="en-US" sz="1200" err="1"/>
                    </a:p>
                  </a:txBody>
                  <a:tcPr anchor="ctr"/>
                </a:tc>
                <a:tc>
                  <a:txBody>
                    <a:bodyPr/>
                    <a:lstStyle/>
                    <a:p>
                      <a:pPr algn="ctr"/>
                      <a:r>
                        <a:rPr lang="en-US" sz="1200"/>
                        <a:t>3</a:t>
                      </a:r>
                    </a:p>
                  </a:txBody>
                  <a:tcPr anchor="ctr"/>
                </a:tc>
                <a:tc>
                  <a:txBody>
                    <a:bodyPr/>
                    <a:lstStyle/>
                    <a:p>
                      <a:pPr algn="ctr"/>
                      <a:r>
                        <a:rPr lang="en-US" sz="1200"/>
                        <a:t>Number</a:t>
                      </a:r>
                    </a:p>
                  </a:txBody>
                  <a:tcPr anchor="ctr"/>
                </a:tc>
                <a:tc>
                  <a:txBody>
                    <a:bodyPr/>
                    <a:lstStyle/>
                    <a:p>
                      <a:pPr algn="ctr"/>
                      <a:r>
                        <a:rPr lang="en-US" sz="1200"/>
                        <a:t>0 – 99</a:t>
                      </a:r>
                    </a:p>
                  </a:txBody>
                  <a:tcPr anchor="ctr"/>
                </a:tc>
                <a:extLst>
                  <a:ext uri="{0D108BD9-81ED-4DB2-BD59-A6C34878D82A}">
                    <a16:rowId xmlns:a16="http://schemas.microsoft.com/office/drawing/2014/main" val="3251912610"/>
                  </a:ext>
                </a:extLst>
              </a:tr>
              <a:tr h="300314">
                <a:tc>
                  <a:txBody>
                    <a:bodyPr/>
                    <a:lstStyle/>
                    <a:p>
                      <a:r>
                        <a:rPr lang="en-US" sz="1200" err="1"/>
                        <a:t>MsgSeqNo</a:t>
                      </a:r>
                    </a:p>
                  </a:txBody>
                  <a:tcPr anchor="ctr"/>
                </a:tc>
                <a:tc>
                  <a:txBody>
                    <a:bodyPr/>
                    <a:lstStyle/>
                    <a:p>
                      <a:pPr algn="ctr"/>
                      <a:r>
                        <a:rPr lang="en-US" sz="1200"/>
                        <a:t>1</a:t>
                      </a:r>
                    </a:p>
                  </a:txBody>
                  <a:tcPr anchor="ctr"/>
                </a:tc>
                <a:tc>
                  <a:txBody>
                    <a:bodyPr/>
                    <a:lstStyle/>
                    <a:p>
                      <a:pPr algn="ctr"/>
                      <a:r>
                        <a:rPr lang="en-US" sz="1200"/>
                        <a:t>Number</a:t>
                      </a:r>
                    </a:p>
                  </a:txBody>
                  <a:tcPr anchor="ctr"/>
                </a:tc>
                <a:tc>
                  <a:txBody>
                    <a:bodyPr/>
                    <a:lstStyle/>
                    <a:p>
                      <a:pPr algn="ctr"/>
                      <a:r>
                        <a:rPr lang="en-US" sz="1200"/>
                        <a:t>0 – 65535</a:t>
                      </a:r>
                    </a:p>
                  </a:txBody>
                  <a:tcPr anchor="ctr"/>
                </a:tc>
                <a:extLst>
                  <a:ext uri="{0D108BD9-81ED-4DB2-BD59-A6C34878D82A}">
                    <a16:rowId xmlns:a16="http://schemas.microsoft.com/office/drawing/2014/main" val="3752984340"/>
                  </a:ext>
                </a:extLst>
              </a:tr>
              <a:tr h="300314">
                <a:tc>
                  <a:txBody>
                    <a:bodyPr/>
                    <a:lstStyle/>
                    <a:p>
                      <a:r>
                        <a:rPr lang="en-US" sz="1200" err="1"/>
                        <a:t>GwySerNo</a:t>
                      </a:r>
                    </a:p>
                  </a:txBody>
                  <a:tcPr anchor="ctr"/>
                </a:tc>
                <a:tc>
                  <a:txBody>
                    <a:bodyPr/>
                    <a:lstStyle/>
                    <a:p>
                      <a:pPr algn="ctr"/>
                      <a:r>
                        <a:rPr lang="en-US" sz="1200"/>
                        <a:t>1</a:t>
                      </a:r>
                    </a:p>
                  </a:txBody>
                  <a:tcPr anchor="ctr"/>
                </a:tc>
                <a:tc>
                  <a:txBody>
                    <a:bodyPr/>
                    <a:lstStyle/>
                    <a:p>
                      <a:pPr algn="ctr"/>
                      <a:r>
                        <a:rPr lang="en-US" sz="1200"/>
                        <a:t>Number</a:t>
                      </a:r>
                    </a:p>
                  </a:txBody>
                  <a:tcPr anchor="ctr"/>
                </a:tc>
                <a:tc>
                  <a:txBody>
                    <a:bodyPr/>
                    <a:lstStyle/>
                    <a:p>
                      <a:pPr algn="ctr"/>
                      <a:r>
                        <a:rPr lang="en-US" sz="1200"/>
                        <a:t>0 – 65535</a:t>
                      </a:r>
                    </a:p>
                  </a:txBody>
                  <a:tcPr anchor="ctr"/>
                </a:tc>
                <a:extLst>
                  <a:ext uri="{0D108BD9-81ED-4DB2-BD59-A6C34878D82A}">
                    <a16:rowId xmlns:a16="http://schemas.microsoft.com/office/drawing/2014/main" val="1458430284"/>
                  </a:ext>
                </a:extLst>
              </a:tr>
              <a:tr h="500523">
                <a:tc>
                  <a:txBody>
                    <a:bodyPr/>
                    <a:lstStyle/>
                    <a:p>
                      <a:r>
                        <a:rPr lang="en-US" sz="1200"/>
                        <a:t>Power</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0, 1</a:t>
                      </a:r>
                    </a:p>
                  </a:txBody>
                  <a:tcPr anchor="ctr"/>
                </a:tc>
                <a:extLst>
                  <a:ext uri="{0D108BD9-81ED-4DB2-BD59-A6C34878D82A}">
                    <a16:rowId xmlns:a16="http://schemas.microsoft.com/office/drawing/2014/main" val="195805513"/>
                  </a:ext>
                </a:extLst>
              </a:tr>
              <a:tr h="900942">
                <a:tc>
                  <a:txBody>
                    <a:bodyPr/>
                    <a:lstStyle/>
                    <a:p>
                      <a:r>
                        <a:rPr lang="en-US" sz="1200"/>
                        <a:t>Mode</a:t>
                      </a:r>
                    </a:p>
                  </a:txBody>
                  <a:tcPr anchor="ctr"/>
                </a:tc>
                <a:tc>
                  <a:txBody>
                    <a:bodyPr/>
                    <a:lstStyle/>
                    <a:p>
                      <a:pPr algn="ctr"/>
                      <a:r>
                        <a:rPr lang="en-US" sz="1200"/>
                        <a:t>"Cool"</a:t>
                      </a:r>
                    </a:p>
                  </a:txBody>
                  <a:tcPr anchor="ctr"/>
                </a:tc>
                <a:tc>
                  <a:txBody>
                    <a:bodyPr/>
                    <a:lstStyle/>
                    <a:p>
                      <a:pPr algn="ctr"/>
                      <a:r>
                        <a:rPr lang="en-US" sz="1200"/>
                        <a:t>String</a:t>
                      </a:r>
                    </a:p>
                  </a:txBody>
                  <a:tcPr anchor="ctr"/>
                </a:tc>
                <a:tc>
                  <a:txBody>
                    <a:bodyPr/>
                    <a:lstStyle/>
                    <a:p>
                      <a:pPr algn="ctr"/>
                      <a:r>
                        <a:rPr lang="en-US" sz="1200"/>
                        <a:t>"Cool", "Hot", "Dry", "Auto", "Quiet"</a:t>
                      </a:r>
                    </a:p>
                  </a:txBody>
                  <a:tcPr anchor="ctr"/>
                </a:tc>
                <a:extLst>
                  <a:ext uri="{0D108BD9-81ED-4DB2-BD59-A6C34878D82A}">
                    <a16:rowId xmlns:a16="http://schemas.microsoft.com/office/drawing/2014/main" val="4183338170"/>
                  </a:ext>
                </a:extLst>
              </a:tr>
              <a:tr h="300314">
                <a:tc>
                  <a:txBody>
                    <a:bodyPr/>
                    <a:lstStyle/>
                    <a:p>
                      <a:r>
                        <a:rPr lang="en-US" sz="1200"/>
                        <a:t>Fan</a:t>
                      </a:r>
                    </a:p>
                  </a:txBody>
                  <a:tcPr anchor="ctr"/>
                </a:tc>
                <a:tc>
                  <a:txBody>
                    <a:bodyPr/>
                    <a:lstStyle/>
                    <a:p>
                      <a:pPr algn="ctr"/>
                      <a:r>
                        <a:rPr lang="en-US" sz="1200"/>
                        <a:t>2</a:t>
                      </a:r>
                    </a:p>
                  </a:txBody>
                  <a:tcPr anchor="ctr"/>
                </a:tc>
                <a:tc>
                  <a:txBody>
                    <a:bodyPr/>
                    <a:lstStyle/>
                    <a:p>
                      <a:pPr algn="ctr"/>
                      <a:r>
                        <a:rPr lang="en-US" sz="1200"/>
                        <a:t>Number</a:t>
                      </a:r>
                    </a:p>
                  </a:txBody>
                  <a:tcPr anchor="ctr"/>
                </a:tc>
                <a:tc>
                  <a:txBody>
                    <a:bodyPr/>
                    <a:lstStyle/>
                    <a:p>
                      <a:pPr algn="ctr"/>
                      <a:r>
                        <a:rPr lang="en-US" sz="1200"/>
                        <a:t>0 – 4</a:t>
                      </a:r>
                    </a:p>
                  </a:txBody>
                  <a:tcPr anchor="ctr"/>
                </a:tc>
                <a:extLst>
                  <a:ext uri="{0D108BD9-81ED-4DB2-BD59-A6C34878D82A}">
                    <a16:rowId xmlns:a16="http://schemas.microsoft.com/office/drawing/2014/main" val="2403011285"/>
                  </a:ext>
                </a:extLst>
              </a:tr>
              <a:tr h="300314">
                <a:tc>
                  <a:txBody>
                    <a:bodyPr/>
                    <a:lstStyle/>
                    <a:p>
                      <a:r>
                        <a:rPr lang="en-US" sz="1200"/>
                        <a:t>Temperature</a:t>
                      </a:r>
                    </a:p>
                  </a:txBody>
                  <a:tcPr anchor="ctr"/>
                </a:tc>
                <a:tc>
                  <a:txBody>
                    <a:bodyPr/>
                    <a:lstStyle/>
                    <a:p>
                      <a:pPr algn="ctr"/>
                      <a:r>
                        <a:rPr lang="en-US" sz="1200"/>
                        <a:t>25</a:t>
                      </a:r>
                    </a:p>
                  </a:txBody>
                  <a:tcPr anchor="ctr"/>
                </a:tc>
                <a:tc>
                  <a:txBody>
                    <a:bodyPr/>
                    <a:lstStyle/>
                    <a:p>
                      <a:pPr algn="ctr"/>
                      <a:r>
                        <a:rPr lang="en-US" sz="1200"/>
                        <a:t>Number</a:t>
                      </a:r>
                    </a:p>
                  </a:txBody>
                  <a:tcPr anchor="ctr"/>
                </a:tc>
                <a:tc>
                  <a:txBody>
                    <a:bodyPr/>
                    <a:lstStyle/>
                    <a:p>
                      <a:pPr algn="ctr"/>
                      <a:r>
                        <a:rPr lang="en-US" sz="1200"/>
                        <a:t>16 - 32</a:t>
                      </a:r>
                    </a:p>
                  </a:txBody>
                  <a:tcPr anchor="ctr"/>
                </a:tc>
                <a:extLst>
                  <a:ext uri="{0D108BD9-81ED-4DB2-BD59-A6C34878D82A}">
                    <a16:rowId xmlns:a16="http://schemas.microsoft.com/office/drawing/2014/main" val="1303283459"/>
                  </a:ext>
                </a:extLst>
              </a:tr>
              <a:tr h="500523">
                <a:tc>
                  <a:txBody>
                    <a:bodyPr/>
                    <a:lstStyle/>
                    <a:p>
                      <a:r>
                        <a:rPr lang="en-US" sz="1200"/>
                        <a:t>SwingH</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0, 1</a:t>
                      </a:r>
                    </a:p>
                  </a:txBody>
                  <a:tcPr anchor="ctr"/>
                </a:tc>
                <a:extLst>
                  <a:ext uri="{0D108BD9-81ED-4DB2-BD59-A6C34878D82A}">
                    <a16:rowId xmlns:a16="http://schemas.microsoft.com/office/drawing/2014/main" val="3583415609"/>
                  </a:ext>
                </a:extLst>
              </a:tr>
              <a:tr h="500523">
                <a:tc>
                  <a:txBody>
                    <a:bodyPr/>
                    <a:lstStyle/>
                    <a:p>
                      <a:r>
                        <a:rPr lang="en-US" sz="1200"/>
                        <a:t>SwingV</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0, 1</a:t>
                      </a:r>
                    </a:p>
                  </a:txBody>
                  <a:tcPr anchor="ctr"/>
                </a:tc>
                <a:extLst>
                  <a:ext uri="{0D108BD9-81ED-4DB2-BD59-A6C34878D82A}">
                    <a16:rowId xmlns:a16="http://schemas.microsoft.com/office/drawing/2014/main" val="2522324524"/>
                  </a:ext>
                </a:extLst>
              </a:tr>
              <a:tr h="300314">
                <a:tc>
                  <a:txBody>
                    <a:bodyPr/>
                    <a:lstStyle/>
                    <a:p>
                      <a:r>
                        <a:rPr lang="en-US" sz="1200"/>
                        <a:t>OnTimer</a:t>
                      </a:r>
                    </a:p>
                  </a:txBody>
                  <a:tcPr anchor="ctr"/>
                </a:tc>
                <a:tc>
                  <a:txBody>
                    <a:bodyPr/>
                    <a:lstStyle/>
                    <a:p>
                      <a:pPr algn="ctr"/>
                      <a:r>
                        <a:rPr lang="en-US" sz="1200"/>
                        <a:t>4</a:t>
                      </a:r>
                    </a:p>
                  </a:txBody>
                  <a:tcPr anchor="ctr"/>
                </a:tc>
                <a:tc>
                  <a:txBody>
                    <a:bodyPr/>
                    <a:lstStyle/>
                    <a:p>
                      <a:pPr algn="ctr"/>
                      <a:r>
                        <a:rPr lang="en-US" sz="1200"/>
                        <a:t>Number</a:t>
                      </a:r>
                    </a:p>
                  </a:txBody>
                  <a:tcPr anchor="ctr"/>
                </a:tc>
                <a:tc>
                  <a:txBody>
                    <a:bodyPr/>
                    <a:lstStyle/>
                    <a:p>
                      <a:pPr algn="ctr"/>
                      <a:r>
                        <a:rPr lang="en-US" sz="1200"/>
                        <a:t>0 – 12</a:t>
                      </a:r>
                    </a:p>
                  </a:txBody>
                  <a:tcPr anchor="ctr"/>
                </a:tc>
                <a:extLst>
                  <a:ext uri="{0D108BD9-81ED-4DB2-BD59-A6C34878D82A}">
                    <a16:rowId xmlns:a16="http://schemas.microsoft.com/office/drawing/2014/main" val="276419764"/>
                  </a:ext>
                </a:extLst>
              </a:tr>
              <a:tr h="300314">
                <a:tc>
                  <a:txBody>
                    <a:bodyPr/>
                    <a:lstStyle/>
                    <a:p>
                      <a:r>
                        <a:rPr lang="en-US" sz="1200"/>
                        <a:t>OffTimer</a:t>
                      </a:r>
                    </a:p>
                  </a:txBody>
                  <a:tcPr anchor="ctr"/>
                </a:tc>
                <a:tc>
                  <a:txBody>
                    <a:bodyPr/>
                    <a:lstStyle/>
                    <a:p>
                      <a:pPr algn="ctr"/>
                      <a:r>
                        <a:rPr lang="en-US" sz="1200"/>
                        <a:t>5</a:t>
                      </a:r>
                    </a:p>
                  </a:txBody>
                  <a:tcPr anchor="ctr"/>
                </a:tc>
                <a:tc>
                  <a:txBody>
                    <a:bodyPr/>
                    <a:lstStyle/>
                    <a:p>
                      <a:pPr algn="ctr"/>
                      <a:r>
                        <a:rPr lang="en-US" sz="1200"/>
                        <a:t>Number</a:t>
                      </a:r>
                    </a:p>
                  </a:txBody>
                  <a:tcPr anchor="ctr"/>
                </a:tc>
                <a:tc>
                  <a:txBody>
                    <a:bodyPr/>
                    <a:lstStyle/>
                    <a:p>
                      <a:pPr algn="ctr"/>
                      <a:r>
                        <a:rPr lang="en-US" sz="1200"/>
                        <a:t>0 – 12</a:t>
                      </a:r>
                    </a:p>
                  </a:txBody>
                  <a:tcPr anchor="ctr"/>
                </a:tc>
                <a:extLst>
                  <a:ext uri="{0D108BD9-81ED-4DB2-BD59-A6C34878D82A}">
                    <a16:rowId xmlns:a16="http://schemas.microsoft.com/office/drawing/2014/main" val="1774369420"/>
                  </a:ext>
                </a:extLst>
              </a:tr>
              <a:tr h="500523">
                <a:tc>
                  <a:txBody>
                    <a:bodyPr/>
                    <a:lstStyle/>
                    <a:p>
                      <a:r>
                        <a:rPr lang="en-US" sz="1200"/>
                        <a:t>Locking</a:t>
                      </a:r>
                    </a:p>
                  </a:txBody>
                  <a:tcPr anchor="ctr"/>
                </a:tc>
                <a:tc>
                  <a:txBody>
                    <a:bodyPr/>
                    <a:lstStyle/>
                    <a:p>
                      <a:pPr algn="ctr"/>
                      <a:r>
                        <a:rPr lang="en-US" sz="1200"/>
                        <a:t>1 = ON, 0 = OFF</a:t>
                      </a:r>
                    </a:p>
                  </a:txBody>
                  <a:tcPr anchor="ctr"/>
                </a:tc>
                <a:tc>
                  <a:txBody>
                    <a:bodyPr/>
                    <a:lstStyle/>
                    <a:p>
                      <a:pPr algn="ctr"/>
                      <a:r>
                        <a:rPr lang="en-US" sz="1200"/>
                        <a:t>Number</a:t>
                      </a:r>
                    </a:p>
                  </a:txBody>
                  <a:tcPr anchor="ctr"/>
                </a:tc>
                <a:tc>
                  <a:txBody>
                    <a:bodyPr/>
                    <a:lstStyle/>
                    <a:p>
                      <a:pPr algn="ctr"/>
                      <a:r>
                        <a:rPr lang="en-US" sz="1200"/>
                        <a:t>1, 0</a:t>
                      </a:r>
                    </a:p>
                  </a:txBody>
                  <a:tcPr anchor="ctr"/>
                </a:tc>
                <a:extLst>
                  <a:ext uri="{0D108BD9-81ED-4DB2-BD59-A6C34878D82A}">
                    <a16:rowId xmlns:a16="http://schemas.microsoft.com/office/drawing/2014/main" val="3475707185"/>
                  </a:ext>
                </a:extLst>
              </a:tr>
              <a:tr h="300314">
                <a:tc>
                  <a:txBody>
                    <a:bodyPr/>
                    <a:lstStyle/>
                    <a:p>
                      <a:r>
                        <a:rPr lang="en-US" sz="1200"/>
                        <a:t>ErrorCode</a:t>
                      </a:r>
                    </a:p>
                  </a:txBody>
                  <a:tcPr anchor="ctr"/>
                </a:tc>
                <a:tc>
                  <a:txBody>
                    <a:bodyPr/>
                    <a:lstStyle/>
                    <a:p>
                      <a:pPr algn="ctr"/>
                      <a:r>
                        <a:rPr lang="en-US" sz="1200"/>
                        <a:t>0</a:t>
                      </a:r>
                    </a:p>
                  </a:txBody>
                  <a:tcPr anchor="ctr"/>
                </a:tc>
                <a:tc>
                  <a:txBody>
                    <a:bodyPr/>
                    <a:lstStyle/>
                    <a:p>
                      <a:pPr algn="ctr"/>
                      <a:r>
                        <a:rPr lang="en-US" sz="1200"/>
                        <a:t>Number</a:t>
                      </a:r>
                    </a:p>
                  </a:txBody>
                  <a:tcPr anchor="ctr"/>
                </a:tc>
                <a:tc>
                  <a:txBody>
                    <a:bodyPr/>
                    <a:lstStyle/>
                    <a:p>
                      <a:pPr algn="ctr"/>
                      <a:r>
                        <a:rPr lang="en-US" sz="1200"/>
                        <a:t>0 - 15</a:t>
                      </a:r>
                    </a:p>
                  </a:txBody>
                  <a:tcPr anchor="ctr"/>
                </a:tc>
                <a:extLst>
                  <a:ext uri="{0D108BD9-81ED-4DB2-BD59-A6C34878D82A}">
                    <a16:rowId xmlns:a16="http://schemas.microsoft.com/office/drawing/2014/main" val="222374419"/>
                  </a:ext>
                </a:extLst>
              </a:tr>
            </a:tbl>
          </a:graphicData>
        </a:graphic>
      </p:graphicFrame>
      <p:sp>
        <p:nvSpPr>
          <p:cNvPr id="26" name="Rectangle 25">
            <a:extLst>
              <a:ext uri="{FF2B5EF4-FFF2-40B4-BE49-F238E27FC236}">
                <a16:creationId xmlns:a16="http://schemas.microsoft.com/office/drawing/2014/main" id="{816868FD-B3EF-D610-B989-8B3FCDA590C2}"/>
              </a:ext>
            </a:extLst>
          </p:cNvPr>
          <p:cNvSpPr/>
          <p:nvPr/>
        </p:nvSpPr>
        <p:spPr>
          <a:xfrm>
            <a:off x="4497784" y="388325"/>
            <a:ext cx="4154814" cy="2626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Control ack</a:t>
            </a:r>
            <a:endParaRPr lang="en-US" sz="1400"/>
          </a:p>
        </p:txBody>
      </p:sp>
      <p:graphicFrame>
        <p:nvGraphicFramePr>
          <p:cNvPr id="27" name="Table 26">
            <a:extLst>
              <a:ext uri="{FF2B5EF4-FFF2-40B4-BE49-F238E27FC236}">
                <a16:creationId xmlns:a16="http://schemas.microsoft.com/office/drawing/2014/main" id="{4B39133D-5B08-309D-A9ED-7503942F45C2}"/>
              </a:ext>
            </a:extLst>
          </p:cNvPr>
          <p:cNvGraphicFramePr>
            <a:graphicFrameLocks noGrp="1"/>
          </p:cNvGraphicFramePr>
          <p:nvPr>
            <p:extLst>
              <p:ext uri="{D42A27DB-BD31-4B8C-83A1-F6EECF244321}">
                <p14:modId xmlns:p14="http://schemas.microsoft.com/office/powerpoint/2010/main" val="4127616509"/>
              </p:ext>
            </p:extLst>
          </p:nvPr>
        </p:nvGraphicFramePr>
        <p:xfrm>
          <a:off x="8763923" y="650971"/>
          <a:ext cx="3203330" cy="5589768"/>
        </p:xfrm>
        <a:graphic>
          <a:graphicData uri="http://schemas.openxmlformats.org/drawingml/2006/table">
            <a:tbl>
              <a:tblPr firstRow="1" bandRow="1">
                <a:tableStyleId>{5C22544A-7EE6-4342-B048-85BDC9FD1C3A}</a:tableStyleId>
              </a:tblPr>
              <a:tblGrid>
                <a:gridCol w="1601665">
                  <a:extLst>
                    <a:ext uri="{9D8B030D-6E8A-4147-A177-3AD203B41FA5}">
                      <a16:colId xmlns:a16="http://schemas.microsoft.com/office/drawing/2014/main" val="2648441725"/>
                    </a:ext>
                  </a:extLst>
                </a:gridCol>
                <a:gridCol w="1601665">
                  <a:extLst>
                    <a:ext uri="{9D8B030D-6E8A-4147-A177-3AD203B41FA5}">
                      <a16:colId xmlns:a16="http://schemas.microsoft.com/office/drawing/2014/main" val="273745494"/>
                    </a:ext>
                  </a:extLst>
                </a:gridCol>
              </a:tblGrid>
              <a:tr h="465814">
                <a:tc>
                  <a:txBody>
                    <a:bodyPr/>
                    <a:lstStyle/>
                    <a:p>
                      <a:pPr algn="ctr"/>
                      <a:r>
                        <a:rPr lang="en-US" sz="1200"/>
                        <a:t>Error code</a:t>
                      </a:r>
                      <a:endParaRPr lang="en-IN" sz="1200"/>
                    </a:p>
                  </a:txBody>
                  <a:tcPr/>
                </a:tc>
                <a:tc>
                  <a:txBody>
                    <a:bodyPr/>
                    <a:lstStyle/>
                    <a:p>
                      <a:pPr algn="ctr"/>
                      <a:r>
                        <a:rPr lang="en-US" sz="1200"/>
                        <a:t>Meaning</a:t>
                      </a:r>
                      <a:endParaRPr lang="en-IN" sz="1200"/>
                    </a:p>
                  </a:txBody>
                  <a:tcPr/>
                </a:tc>
                <a:extLst>
                  <a:ext uri="{0D108BD9-81ED-4DB2-BD59-A6C34878D82A}">
                    <a16:rowId xmlns:a16="http://schemas.microsoft.com/office/drawing/2014/main" val="3230422229"/>
                  </a:ext>
                </a:extLst>
              </a:tr>
              <a:tr h="465814">
                <a:tc>
                  <a:txBody>
                    <a:bodyPr/>
                    <a:lstStyle/>
                    <a:p>
                      <a:pPr algn="ctr"/>
                      <a:r>
                        <a:rPr lang="en-US" sz="1200"/>
                        <a:t>0</a:t>
                      </a:r>
                      <a:endParaRPr lang="en-IN" sz="1200"/>
                    </a:p>
                  </a:txBody>
                  <a:tcPr anchor="ctr"/>
                </a:tc>
                <a:tc>
                  <a:txBody>
                    <a:bodyPr/>
                    <a:lstStyle/>
                    <a:p>
                      <a:pPr algn="ctr"/>
                      <a:r>
                        <a:rPr lang="en-US" sz="1200"/>
                        <a:t>Success</a:t>
                      </a:r>
                    </a:p>
                  </a:txBody>
                  <a:tcPr anchor="ctr"/>
                </a:tc>
                <a:extLst>
                  <a:ext uri="{0D108BD9-81ED-4DB2-BD59-A6C34878D82A}">
                    <a16:rowId xmlns:a16="http://schemas.microsoft.com/office/drawing/2014/main" val="2501104048"/>
                  </a:ext>
                </a:extLst>
              </a:tr>
              <a:tr h="465814">
                <a:tc>
                  <a:txBody>
                    <a:bodyPr/>
                    <a:lstStyle/>
                    <a:p>
                      <a:pPr algn="ctr"/>
                      <a:r>
                        <a:rPr lang="en-US" sz="1200"/>
                        <a:t>1</a:t>
                      </a:r>
                      <a:endParaRPr lang="en-IN" sz="1200"/>
                    </a:p>
                  </a:txBody>
                  <a:tcPr anchor="ctr"/>
                </a:tc>
                <a:tc>
                  <a:txBody>
                    <a:bodyPr/>
                    <a:lstStyle/>
                    <a:p>
                      <a:pPr algn="ctr"/>
                      <a:r>
                        <a:rPr lang="en-US" sz="1200"/>
                        <a:t>Invalid GwySerNo</a:t>
                      </a:r>
                    </a:p>
                  </a:txBody>
                  <a:tcPr anchor="ctr"/>
                </a:tc>
                <a:extLst>
                  <a:ext uri="{0D108BD9-81ED-4DB2-BD59-A6C34878D82A}">
                    <a16:rowId xmlns:a16="http://schemas.microsoft.com/office/drawing/2014/main" val="4125362428"/>
                  </a:ext>
                </a:extLst>
              </a:tr>
              <a:tr h="465814">
                <a:tc>
                  <a:txBody>
                    <a:bodyPr/>
                    <a:lstStyle/>
                    <a:p>
                      <a:pPr algn="ctr"/>
                      <a:r>
                        <a:rPr lang="en-IN" sz="1200"/>
                        <a:t>4</a:t>
                      </a:r>
                    </a:p>
                  </a:txBody>
                  <a:tcPr anchor="ctr"/>
                </a:tc>
                <a:tc>
                  <a:txBody>
                    <a:bodyPr/>
                    <a:lstStyle/>
                    <a:p>
                      <a:pPr algn="ctr"/>
                      <a:r>
                        <a:rPr lang="en-US" sz="1200"/>
                        <a:t>Invalid Power</a:t>
                      </a:r>
                    </a:p>
                  </a:txBody>
                  <a:tcPr anchor="ctr"/>
                </a:tc>
                <a:extLst>
                  <a:ext uri="{0D108BD9-81ED-4DB2-BD59-A6C34878D82A}">
                    <a16:rowId xmlns:a16="http://schemas.microsoft.com/office/drawing/2014/main" val="4256622146"/>
                  </a:ext>
                </a:extLst>
              </a:tr>
              <a:tr h="465814">
                <a:tc>
                  <a:txBody>
                    <a:bodyPr/>
                    <a:lstStyle/>
                    <a:p>
                      <a:pPr algn="ctr"/>
                      <a:r>
                        <a:rPr lang="en-IN" sz="1200"/>
                        <a:t>5</a:t>
                      </a:r>
                    </a:p>
                  </a:txBody>
                  <a:tcPr anchor="ctr"/>
                </a:tc>
                <a:tc>
                  <a:txBody>
                    <a:bodyPr/>
                    <a:lstStyle/>
                    <a:p>
                      <a:pPr algn="ctr"/>
                      <a:r>
                        <a:rPr lang="en-US" sz="1200"/>
                        <a:t>Invalid Mode</a:t>
                      </a:r>
                    </a:p>
                  </a:txBody>
                  <a:tcPr anchor="ctr"/>
                </a:tc>
                <a:extLst>
                  <a:ext uri="{0D108BD9-81ED-4DB2-BD59-A6C34878D82A}">
                    <a16:rowId xmlns:a16="http://schemas.microsoft.com/office/drawing/2014/main" val="2266131875"/>
                  </a:ext>
                </a:extLst>
              </a:tr>
              <a:tr h="465814">
                <a:tc>
                  <a:txBody>
                    <a:bodyPr/>
                    <a:lstStyle/>
                    <a:p>
                      <a:pPr algn="ctr"/>
                      <a:r>
                        <a:rPr lang="en-IN" sz="1200"/>
                        <a:t>6</a:t>
                      </a:r>
                    </a:p>
                  </a:txBody>
                  <a:tcPr anchor="ctr"/>
                </a:tc>
                <a:tc>
                  <a:txBody>
                    <a:bodyPr/>
                    <a:lstStyle/>
                    <a:p>
                      <a:pPr algn="ctr"/>
                      <a:r>
                        <a:rPr lang="en-US" sz="1200"/>
                        <a:t>Invalid Fan speed</a:t>
                      </a:r>
                    </a:p>
                  </a:txBody>
                  <a:tcPr anchor="ctr"/>
                </a:tc>
                <a:extLst>
                  <a:ext uri="{0D108BD9-81ED-4DB2-BD59-A6C34878D82A}">
                    <a16:rowId xmlns:a16="http://schemas.microsoft.com/office/drawing/2014/main" val="2162575390"/>
                  </a:ext>
                </a:extLst>
              </a:tr>
              <a:tr h="465814">
                <a:tc>
                  <a:txBody>
                    <a:bodyPr/>
                    <a:lstStyle/>
                    <a:p>
                      <a:pPr algn="ctr"/>
                      <a:r>
                        <a:rPr lang="en-IN" sz="1200"/>
                        <a:t>7</a:t>
                      </a:r>
                    </a:p>
                  </a:txBody>
                  <a:tcPr anchor="ctr"/>
                </a:tc>
                <a:tc>
                  <a:txBody>
                    <a:bodyPr/>
                    <a:lstStyle/>
                    <a:p>
                      <a:pPr algn="ctr"/>
                      <a:r>
                        <a:rPr lang="en-US" sz="1200"/>
                        <a:t>Invalid Temperature</a:t>
                      </a:r>
                    </a:p>
                  </a:txBody>
                  <a:tcPr anchor="ctr"/>
                </a:tc>
                <a:extLst>
                  <a:ext uri="{0D108BD9-81ED-4DB2-BD59-A6C34878D82A}">
                    <a16:rowId xmlns:a16="http://schemas.microsoft.com/office/drawing/2014/main" val="2241241819"/>
                  </a:ext>
                </a:extLst>
              </a:tr>
              <a:tr h="465814">
                <a:tc>
                  <a:txBody>
                    <a:bodyPr/>
                    <a:lstStyle/>
                    <a:p>
                      <a:pPr algn="ctr"/>
                      <a:r>
                        <a:rPr lang="en-IN" sz="1200"/>
                        <a:t>8</a:t>
                      </a:r>
                    </a:p>
                  </a:txBody>
                  <a:tcPr anchor="ctr"/>
                </a:tc>
                <a:tc>
                  <a:txBody>
                    <a:bodyPr/>
                    <a:lstStyle/>
                    <a:p>
                      <a:pPr algn="ctr"/>
                      <a:r>
                        <a:rPr lang="en-US" sz="1200"/>
                        <a:t>Invalid SwingH</a:t>
                      </a:r>
                    </a:p>
                  </a:txBody>
                  <a:tcPr anchor="ctr"/>
                </a:tc>
                <a:extLst>
                  <a:ext uri="{0D108BD9-81ED-4DB2-BD59-A6C34878D82A}">
                    <a16:rowId xmlns:a16="http://schemas.microsoft.com/office/drawing/2014/main" val="2895838939"/>
                  </a:ext>
                </a:extLst>
              </a:tr>
              <a:tr h="465814">
                <a:tc>
                  <a:txBody>
                    <a:bodyPr/>
                    <a:lstStyle/>
                    <a:p>
                      <a:pPr algn="ctr"/>
                      <a:r>
                        <a:rPr lang="en-IN" sz="1200"/>
                        <a:t>9</a:t>
                      </a:r>
                    </a:p>
                  </a:txBody>
                  <a:tcPr anchor="ctr"/>
                </a:tc>
                <a:tc>
                  <a:txBody>
                    <a:bodyPr/>
                    <a:lstStyle/>
                    <a:p>
                      <a:pPr algn="ctr"/>
                      <a:r>
                        <a:rPr lang="en-US" sz="1200"/>
                        <a:t>Invalid SwingV</a:t>
                      </a:r>
                    </a:p>
                  </a:txBody>
                  <a:tcPr anchor="ctr"/>
                </a:tc>
                <a:extLst>
                  <a:ext uri="{0D108BD9-81ED-4DB2-BD59-A6C34878D82A}">
                    <a16:rowId xmlns:a16="http://schemas.microsoft.com/office/drawing/2014/main" val="1871160116"/>
                  </a:ext>
                </a:extLst>
              </a:tr>
              <a:tr h="465814">
                <a:tc>
                  <a:txBody>
                    <a:bodyPr/>
                    <a:lstStyle/>
                    <a:p>
                      <a:pPr algn="ctr"/>
                      <a:r>
                        <a:rPr lang="en-IN" sz="1200"/>
                        <a:t>10</a:t>
                      </a:r>
                    </a:p>
                  </a:txBody>
                  <a:tcPr anchor="ctr"/>
                </a:tc>
                <a:tc>
                  <a:txBody>
                    <a:bodyPr/>
                    <a:lstStyle/>
                    <a:p>
                      <a:pPr algn="ctr"/>
                      <a:r>
                        <a:rPr lang="en-US" sz="1200"/>
                        <a:t>Invalid OnTimer</a:t>
                      </a:r>
                    </a:p>
                  </a:txBody>
                  <a:tcPr anchor="ctr"/>
                </a:tc>
                <a:extLst>
                  <a:ext uri="{0D108BD9-81ED-4DB2-BD59-A6C34878D82A}">
                    <a16:rowId xmlns:a16="http://schemas.microsoft.com/office/drawing/2014/main" val="3370166206"/>
                  </a:ext>
                </a:extLst>
              </a:tr>
              <a:tr h="465814">
                <a:tc>
                  <a:txBody>
                    <a:bodyPr/>
                    <a:lstStyle/>
                    <a:p>
                      <a:pPr algn="ctr"/>
                      <a:r>
                        <a:rPr lang="en-IN" sz="1200"/>
                        <a:t>11</a:t>
                      </a:r>
                    </a:p>
                  </a:txBody>
                  <a:tcPr anchor="ctr"/>
                </a:tc>
                <a:tc>
                  <a:txBody>
                    <a:bodyPr/>
                    <a:lstStyle/>
                    <a:p>
                      <a:pPr algn="ctr"/>
                      <a:r>
                        <a:rPr lang="en-US" sz="1200"/>
                        <a:t>Invalid OffTimer</a:t>
                      </a:r>
                    </a:p>
                  </a:txBody>
                  <a:tcPr anchor="ctr"/>
                </a:tc>
                <a:extLst>
                  <a:ext uri="{0D108BD9-81ED-4DB2-BD59-A6C34878D82A}">
                    <a16:rowId xmlns:a16="http://schemas.microsoft.com/office/drawing/2014/main" val="1428071891"/>
                  </a:ext>
                </a:extLst>
              </a:tr>
              <a:tr h="465814">
                <a:tc>
                  <a:txBody>
                    <a:bodyPr/>
                    <a:lstStyle/>
                    <a:p>
                      <a:pPr algn="ctr"/>
                      <a:r>
                        <a:rPr lang="en-IN" sz="1200"/>
                        <a:t>12</a:t>
                      </a:r>
                    </a:p>
                  </a:txBody>
                  <a:tcPr anchor="ctr"/>
                </a:tc>
                <a:tc>
                  <a:txBody>
                    <a:bodyPr/>
                    <a:lstStyle/>
                    <a:p>
                      <a:pPr algn="ctr"/>
                      <a:r>
                        <a:rPr lang="en-US" sz="1200"/>
                        <a:t>Invalid Locking</a:t>
                      </a:r>
                    </a:p>
                  </a:txBody>
                  <a:tcPr anchor="ctr"/>
                </a:tc>
                <a:extLst>
                  <a:ext uri="{0D108BD9-81ED-4DB2-BD59-A6C34878D82A}">
                    <a16:rowId xmlns:a16="http://schemas.microsoft.com/office/drawing/2014/main" val="1378913161"/>
                  </a:ext>
                </a:extLst>
              </a:tr>
            </a:tbl>
          </a:graphicData>
        </a:graphic>
      </p:graphicFrame>
      <p:sp>
        <p:nvSpPr>
          <p:cNvPr id="28" name="Rectangle 27">
            <a:extLst>
              <a:ext uri="{FF2B5EF4-FFF2-40B4-BE49-F238E27FC236}">
                <a16:creationId xmlns:a16="http://schemas.microsoft.com/office/drawing/2014/main" id="{611DCF5C-F592-FFF6-D459-B661E2B49CC9}"/>
              </a:ext>
            </a:extLst>
          </p:cNvPr>
          <p:cNvSpPr/>
          <p:nvPr/>
        </p:nvSpPr>
        <p:spPr>
          <a:xfrm>
            <a:off x="8763924" y="388324"/>
            <a:ext cx="3203329" cy="26264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Error codes</a:t>
            </a:r>
            <a:endParaRPr lang="en-US" sz="1400"/>
          </a:p>
        </p:txBody>
      </p:sp>
    </p:spTree>
    <p:extLst>
      <p:ext uri="{BB962C8B-B14F-4D97-AF65-F5344CB8AC3E}">
        <p14:creationId xmlns:p14="http://schemas.microsoft.com/office/powerpoint/2010/main" val="39488569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3077A4-F3A1-32DC-A80B-6582320B490A}"/>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7F4B2D36-CE9C-613B-114E-D9841B77AB85}"/>
              </a:ext>
            </a:extLst>
          </p:cNvPr>
          <p:cNvSpPr/>
          <p:nvPr/>
        </p:nvSpPr>
        <p:spPr>
          <a:xfrm>
            <a:off x="4191494" y="2018475"/>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5" name="Straight Connector 4">
            <a:extLst>
              <a:ext uri="{FF2B5EF4-FFF2-40B4-BE49-F238E27FC236}">
                <a16:creationId xmlns:a16="http://schemas.microsoft.com/office/drawing/2014/main" id="{BE4599E9-5ACF-E6E9-4ADE-91582BFAB6E0}"/>
              </a:ext>
            </a:extLst>
          </p:cNvPr>
          <p:cNvCxnSpPr>
            <a:cxnSpLocks/>
          </p:cNvCxnSpPr>
          <p:nvPr/>
        </p:nvCxnSpPr>
        <p:spPr>
          <a:xfrm>
            <a:off x="2372854" y="2580414"/>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87D7386E-25B4-CBEE-5124-5E76BEC29576}"/>
              </a:ext>
            </a:extLst>
          </p:cNvPr>
          <p:cNvCxnSpPr>
            <a:cxnSpLocks/>
            <a:stCxn id="4" idx="2"/>
          </p:cNvCxnSpPr>
          <p:nvPr/>
        </p:nvCxnSpPr>
        <p:spPr>
          <a:xfrm>
            <a:off x="4712194" y="2585742"/>
            <a:ext cx="0" cy="2558914"/>
          </a:xfrm>
          <a:prstGeom prst="line">
            <a:avLst/>
          </a:prstGeom>
          <a:ln w="12700"/>
        </p:spPr>
        <p:style>
          <a:lnRef idx="2">
            <a:schemeClr val="dk1"/>
          </a:lnRef>
          <a:fillRef idx="0">
            <a:schemeClr val="dk1"/>
          </a:fillRef>
          <a:effectRef idx="1">
            <a:schemeClr val="dk1"/>
          </a:effectRef>
          <a:fontRef idx="minor">
            <a:schemeClr val="tx1"/>
          </a:fontRef>
        </p:style>
      </p:cxnSp>
      <p:sp>
        <p:nvSpPr>
          <p:cNvPr id="8" name="Rectangle: Rounded Corners 7">
            <a:extLst>
              <a:ext uri="{FF2B5EF4-FFF2-40B4-BE49-F238E27FC236}">
                <a16:creationId xmlns:a16="http://schemas.microsoft.com/office/drawing/2014/main" id="{30D29E8F-03F2-1FCE-E5C7-8B560A82B06D}"/>
              </a:ext>
            </a:extLst>
          </p:cNvPr>
          <p:cNvSpPr/>
          <p:nvPr/>
        </p:nvSpPr>
        <p:spPr>
          <a:xfrm>
            <a:off x="1851273" y="2018474"/>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cxnSp>
        <p:nvCxnSpPr>
          <p:cNvPr id="10" name="Straight Arrow Connector 9">
            <a:extLst>
              <a:ext uri="{FF2B5EF4-FFF2-40B4-BE49-F238E27FC236}">
                <a16:creationId xmlns:a16="http://schemas.microsoft.com/office/drawing/2014/main" id="{061E1283-AC41-CA1C-1AD3-8AB082543C6C}"/>
              </a:ext>
            </a:extLst>
          </p:cNvPr>
          <p:cNvCxnSpPr>
            <a:cxnSpLocks/>
            <a:stCxn id="8" idx="3"/>
            <a:endCxn id="4" idx="1"/>
          </p:cNvCxnSpPr>
          <p:nvPr/>
        </p:nvCxnSpPr>
        <p:spPr>
          <a:xfrm>
            <a:off x="2892673" y="2302108"/>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319C8AF9-B45C-ADAF-14D5-187E7382DC7A}"/>
              </a:ext>
            </a:extLst>
          </p:cNvPr>
          <p:cNvSpPr txBox="1"/>
          <p:nvPr/>
        </p:nvSpPr>
        <p:spPr>
          <a:xfrm>
            <a:off x="3150094" y="2018474"/>
            <a:ext cx="766231" cy="307777"/>
          </a:xfrm>
          <a:prstGeom prst="rect">
            <a:avLst/>
          </a:prstGeom>
          <a:noFill/>
        </p:spPr>
        <p:txBody>
          <a:bodyPr wrap="square" rtlCol="0">
            <a:spAutoFit/>
          </a:bodyPr>
          <a:lstStyle/>
          <a:p>
            <a:pPr algn="ctr"/>
            <a:r>
              <a:rPr lang="en-US" sz="1400"/>
              <a:t>LTE</a:t>
            </a:r>
          </a:p>
        </p:txBody>
      </p:sp>
      <p:sp>
        <p:nvSpPr>
          <p:cNvPr id="14" name="TextBox 13">
            <a:extLst>
              <a:ext uri="{FF2B5EF4-FFF2-40B4-BE49-F238E27FC236}">
                <a16:creationId xmlns:a16="http://schemas.microsoft.com/office/drawing/2014/main" id="{CD8CBD66-D16F-5919-B71D-2BB510276EAE}"/>
              </a:ext>
            </a:extLst>
          </p:cNvPr>
          <p:cNvSpPr txBox="1"/>
          <p:nvPr/>
        </p:nvSpPr>
        <p:spPr>
          <a:xfrm>
            <a:off x="1860151" y="1374167"/>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Gateway AC Locking</a:t>
            </a:r>
          </a:p>
        </p:txBody>
      </p:sp>
      <p:cxnSp>
        <p:nvCxnSpPr>
          <p:cNvPr id="15" name="Straight Arrow Connector 14">
            <a:extLst>
              <a:ext uri="{FF2B5EF4-FFF2-40B4-BE49-F238E27FC236}">
                <a16:creationId xmlns:a16="http://schemas.microsoft.com/office/drawing/2014/main" id="{70C2876D-4E6B-9DF9-458B-A68C214C8C9A}"/>
              </a:ext>
            </a:extLst>
          </p:cNvPr>
          <p:cNvCxnSpPr>
            <a:cxnSpLocks/>
          </p:cNvCxnSpPr>
          <p:nvPr/>
        </p:nvCxnSpPr>
        <p:spPr>
          <a:xfrm flipH="1" flipV="1">
            <a:off x="2381148" y="3616339"/>
            <a:ext cx="2331046" cy="14882"/>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01189A89-3F09-5C95-9FAA-04F7020495E8}"/>
              </a:ext>
            </a:extLst>
          </p:cNvPr>
          <p:cNvSpPr txBox="1"/>
          <p:nvPr/>
        </p:nvSpPr>
        <p:spPr>
          <a:xfrm>
            <a:off x="2576053" y="2962674"/>
            <a:ext cx="2091889" cy="600164"/>
          </a:xfrm>
          <a:prstGeom prst="rect">
            <a:avLst/>
          </a:prstGeom>
          <a:noFill/>
        </p:spPr>
        <p:txBody>
          <a:bodyPr wrap="square" rtlCol="0">
            <a:spAutoFit/>
          </a:bodyPr>
          <a:lstStyle/>
          <a:p>
            <a:pPr algn="just"/>
            <a:r>
              <a:rPr lang="en-US" sz="1100"/>
              <a:t>1. Gateway detects that AC got controlled by its remote and Locking feature is enabled.</a:t>
            </a:r>
            <a:endParaRPr lang="en-IN" sz="1100"/>
          </a:p>
        </p:txBody>
      </p:sp>
      <p:graphicFrame>
        <p:nvGraphicFramePr>
          <p:cNvPr id="19" name="Table 18">
            <a:extLst>
              <a:ext uri="{FF2B5EF4-FFF2-40B4-BE49-F238E27FC236}">
                <a16:creationId xmlns:a16="http://schemas.microsoft.com/office/drawing/2014/main" id="{93FE349E-B45B-CEEE-0050-F6BA8435ABF2}"/>
              </a:ext>
            </a:extLst>
          </p:cNvPr>
          <p:cNvGraphicFramePr>
            <a:graphicFrameLocks noGrp="1"/>
          </p:cNvGraphicFramePr>
          <p:nvPr>
            <p:extLst>
              <p:ext uri="{D42A27DB-BD31-4B8C-83A1-F6EECF244321}">
                <p14:modId xmlns:p14="http://schemas.microsoft.com/office/powerpoint/2010/main" val="1847721346"/>
              </p:ext>
            </p:extLst>
          </p:nvPr>
        </p:nvGraphicFramePr>
        <p:xfrm>
          <a:off x="7276665" y="1501606"/>
          <a:ext cx="4156612" cy="1036320"/>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247437">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247437">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4</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247437">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458430284"/>
                  </a:ext>
                </a:extLst>
              </a:tr>
              <a:tr h="247437">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bl>
          </a:graphicData>
        </a:graphic>
      </p:graphicFrame>
      <p:sp>
        <p:nvSpPr>
          <p:cNvPr id="20" name="Rectangle 19">
            <a:extLst>
              <a:ext uri="{FF2B5EF4-FFF2-40B4-BE49-F238E27FC236}">
                <a16:creationId xmlns:a16="http://schemas.microsoft.com/office/drawing/2014/main" id="{B73947CD-948A-7392-7845-993FF41F62DB}"/>
              </a:ext>
            </a:extLst>
          </p:cNvPr>
          <p:cNvSpPr/>
          <p:nvPr/>
        </p:nvSpPr>
        <p:spPr>
          <a:xfrm>
            <a:off x="7276666" y="1162253"/>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Locking status</a:t>
            </a:r>
            <a:endParaRPr lang="en-US" sz="1400"/>
          </a:p>
        </p:txBody>
      </p:sp>
      <p:sp>
        <p:nvSpPr>
          <p:cNvPr id="21" name="Rectangle: Rounded Corners 20">
            <a:extLst>
              <a:ext uri="{FF2B5EF4-FFF2-40B4-BE49-F238E27FC236}">
                <a16:creationId xmlns:a16="http://schemas.microsoft.com/office/drawing/2014/main" id="{CEDF4E52-DEE4-443A-8C9D-BF2E61D75727}"/>
              </a:ext>
            </a:extLst>
          </p:cNvPr>
          <p:cNvSpPr/>
          <p:nvPr/>
        </p:nvSpPr>
        <p:spPr>
          <a:xfrm>
            <a:off x="8028985" y="3610156"/>
            <a:ext cx="3000963" cy="1618073"/>
          </a:xfrm>
          <a:prstGeom prst="roundRect">
            <a:avLst>
              <a:gd name="adj" fmla="val 607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a:t>
            </a:r>
            <a:r>
              <a:rPr lang="en-US" sz="1100">
                <a:solidFill>
                  <a:schemeClr val="tx1"/>
                </a:solidFill>
                <a:latin typeface="+mj-lt"/>
                <a:cs typeface="Calibri"/>
              </a:rPr>
              <a:t> </a:t>
            </a:r>
            <a:r>
              <a:rPr lang="en-US" sz="1100" b="1">
                <a:solidFill>
                  <a:schemeClr val="tx1"/>
                </a:solidFill>
                <a:latin typeface="+mj-lt"/>
                <a:cs typeface="Calibri"/>
              </a:rPr>
              <a:t>ack (Gateway -&gt; Cloud)</a:t>
            </a:r>
          </a:p>
          <a:p>
            <a:pPr algn="just"/>
            <a:r>
              <a:rPr lang="en-US" sz="1100">
                <a:solidFill>
                  <a:schemeClr val="tx1"/>
                </a:solidFill>
                <a:latin typeface="+mj-lt"/>
                <a:cs typeface="Calibri"/>
              </a:rPr>
              <a:t>{</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a:solidFill>
                  <a:schemeClr val="tx1"/>
                </a:solidFill>
                <a:latin typeface="+mj-lt"/>
                <a:cs typeface="Calibri"/>
              </a:rPr>
              <a:t>     "JsonPacketID": 4,</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a:solidFill>
                  <a:schemeClr val="tx1"/>
                </a:solidFill>
                <a:latin typeface="+mj-lt"/>
                <a:cs typeface="Calibri"/>
              </a:rPr>
              <a:t>     "MsgSeqNo": 1,</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a:solidFill>
                  <a:schemeClr val="tx1"/>
                </a:solidFill>
                <a:latin typeface="+mj-lt"/>
                <a:cs typeface="Calibri"/>
              </a:rPr>
              <a:t>     "GwySerNo": 2,</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a:solidFill>
                  <a:schemeClr val="tx1"/>
                </a:solidFill>
                <a:latin typeface="+mj-lt"/>
                <a:cs typeface="Calibri"/>
              </a:rPr>
              <a:t>}</a:t>
            </a:r>
          </a:p>
        </p:txBody>
      </p:sp>
      <p:sp>
        <p:nvSpPr>
          <p:cNvPr id="22" name="TextBox 21">
            <a:extLst>
              <a:ext uri="{FF2B5EF4-FFF2-40B4-BE49-F238E27FC236}">
                <a16:creationId xmlns:a16="http://schemas.microsoft.com/office/drawing/2014/main" id="{B0C1576D-C3B4-E806-404F-9F038D1A2B64}"/>
              </a:ext>
            </a:extLst>
          </p:cNvPr>
          <p:cNvSpPr txBox="1"/>
          <p:nvPr/>
        </p:nvSpPr>
        <p:spPr>
          <a:xfrm>
            <a:off x="2576053" y="3631221"/>
            <a:ext cx="2091889" cy="938719"/>
          </a:xfrm>
          <a:prstGeom prst="rect">
            <a:avLst/>
          </a:prstGeom>
          <a:noFill/>
        </p:spPr>
        <p:txBody>
          <a:bodyPr wrap="square" rtlCol="0">
            <a:spAutoFit/>
          </a:bodyPr>
          <a:lstStyle/>
          <a:p>
            <a:pPr algn="just"/>
            <a:r>
              <a:rPr lang="en-IN" sz="1100"/>
              <a:t>Gateway sends back previous IR command to bring AC back to previous state and send ack to cloud to notify regarding this behaviour</a:t>
            </a:r>
          </a:p>
        </p:txBody>
      </p:sp>
    </p:spTree>
    <p:extLst>
      <p:ext uri="{BB962C8B-B14F-4D97-AF65-F5344CB8AC3E}">
        <p14:creationId xmlns:p14="http://schemas.microsoft.com/office/powerpoint/2010/main" val="3893652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794CA-E64A-D55C-6B53-59B74BAD3AD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CB2B6CD-CDEA-6B1E-289B-13EF15A2F910}"/>
              </a:ext>
            </a:extLst>
          </p:cNvPr>
          <p:cNvGraphicFramePr>
            <a:graphicFrameLocks noGrp="1"/>
          </p:cNvGraphicFramePr>
          <p:nvPr>
            <p:extLst>
              <p:ext uri="{D42A27DB-BD31-4B8C-83A1-F6EECF244321}">
                <p14:modId xmlns:p14="http://schemas.microsoft.com/office/powerpoint/2010/main" val="3439399282"/>
              </p:ext>
            </p:extLst>
          </p:nvPr>
        </p:nvGraphicFramePr>
        <p:xfrm>
          <a:off x="269246" y="4389633"/>
          <a:ext cx="4156612" cy="1360704"/>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40176">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40176">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5</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857722587"/>
                  </a:ext>
                </a:extLst>
              </a:tr>
              <a:tr h="340176">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4240429925"/>
                  </a:ext>
                </a:extLst>
              </a:tr>
              <a:tr h="340176">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987793583"/>
                  </a:ext>
                </a:extLst>
              </a:tr>
            </a:tbl>
          </a:graphicData>
        </a:graphic>
      </p:graphicFrame>
      <p:sp>
        <p:nvSpPr>
          <p:cNvPr id="5" name="Rectangle 4">
            <a:extLst>
              <a:ext uri="{FF2B5EF4-FFF2-40B4-BE49-F238E27FC236}">
                <a16:creationId xmlns:a16="http://schemas.microsoft.com/office/drawing/2014/main" id="{1D987A2F-E76F-8CAD-D4E1-FF27B6CF6095}"/>
              </a:ext>
            </a:extLst>
          </p:cNvPr>
          <p:cNvSpPr/>
          <p:nvPr/>
        </p:nvSpPr>
        <p:spPr>
          <a:xfrm>
            <a:off x="267786" y="4059517"/>
            <a:ext cx="4145452"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Reconfiguration packet</a:t>
            </a:r>
            <a:endParaRPr lang="en-US" sz="1400"/>
          </a:p>
        </p:txBody>
      </p:sp>
      <p:graphicFrame>
        <p:nvGraphicFramePr>
          <p:cNvPr id="6" name="Table 5">
            <a:extLst>
              <a:ext uri="{FF2B5EF4-FFF2-40B4-BE49-F238E27FC236}">
                <a16:creationId xmlns:a16="http://schemas.microsoft.com/office/drawing/2014/main" id="{2A79CE7F-3F2B-2B38-599A-3BCC8AA70228}"/>
              </a:ext>
            </a:extLst>
          </p:cNvPr>
          <p:cNvGraphicFramePr>
            <a:graphicFrameLocks noGrp="1"/>
          </p:cNvGraphicFramePr>
          <p:nvPr>
            <p:extLst>
              <p:ext uri="{D42A27DB-BD31-4B8C-83A1-F6EECF244321}">
                <p14:modId xmlns:p14="http://schemas.microsoft.com/office/powerpoint/2010/main" val="2166004296"/>
              </p:ext>
            </p:extLst>
          </p:nvPr>
        </p:nvGraphicFramePr>
        <p:xfrm>
          <a:off x="4525460" y="4398870"/>
          <a:ext cx="4156612" cy="1371600"/>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274320">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274320">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5</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274320">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458430284"/>
                  </a:ext>
                </a:extLst>
              </a:tr>
              <a:tr h="274320">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r h="274320">
                <a:tc>
                  <a:txBody>
                    <a:bodyPr/>
                    <a:lstStyle/>
                    <a:p>
                      <a:r>
                        <a:rPr lang="en-US" sz="1100" err="1"/>
                        <a:t>ErrorCode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0 - 6</a:t>
                      </a:r>
                    </a:p>
                  </a:txBody>
                  <a:tcPr/>
                </a:tc>
                <a:extLst>
                  <a:ext uri="{0D108BD9-81ED-4DB2-BD59-A6C34878D82A}">
                    <a16:rowId xmlns:a16="http://schemas.microsoft.com/office/drawing/2014/main" val="4183338170"/>
                  </a:ext>
                </a:extLst>
              </a:tr>
            </a:tbl>
          </a:graphicData>
        </a:graphic>
      </p:graphicFrame>
      <p:sp>
        <p:nvSpPr>
          <p:cNvPr id="7" name="Rectangle 6">
            <a:extLst>
              <a:ext uri="{FF2B5EF4-FFF2-40B4-BE49-F238E27FC236}">
                <a16:creationId xmlns:a16="http://schemas.microsoft.com/office/drawing/2014/main" id="{97DA197D-76ED-8228-E1CD-F5B98AE2436C}"/>
              </a:ext>
            </a:extLst>
          </p:cNvPr>
          <p:cNvSpPr/>
          <p:nvPr/>
        </p:nvSpPr>
        <p:spPr>
          <a:xfrm>
            <a:off x="4525461" y="4059517"/>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Reconfiguration ack</a:t>
            </a:r>
            <a:endParaRPr lang="en-US" sz="1400"/>
          </a:p>
        </p:txBody>
      </p:sp>
      <p:sp>
        <p:nvSpPr>
          <p:cNvPr id="10" name="Rectangle: Rounded Corners 9">
            <a:extLst>
              <a:ext uri="{FF2B5EF4-FFF2-40B4-BE49-F238E27FC236}">
                <a16:creationId xmlns:a16="http://schemas.microsoft.com/office/drawing/2014/main" id="{EC5CDD24-CDC3-E1E4-2100-84EABA3A0DA0}"/>
              </a:ext>
            </a:extLst>
          </p:cNvPr>
          <p:cNvSpPr/>
          <p:nvPr/>
        </p:nvSpPr>
        <p:spPr>
          <a:xfrm>
            <a:off x="2608007" y="731547"/>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11" name="Straight Connector 10">
            <a:extLst>
              <a:ext uri="{FF2B5EF4-FFF2-40B4-BE49-F238E27FC236}">
                <a16:creationId xmlns:a16="http://schemas.microsoft.com/office/drawing/2014/main" id="{FE92B2B5-D758-763A-3434-2A25F7B504A3}"/>
              </a:ext>
            </a:extLst>
          </p:cNvPr>
          <p:cNvCxnSpPr>
            <a:cxnSpLocks/>
            <a:stCxn id="19" idx="2"/>
          </p:cNvCxnSpPr>
          <p:nvPr/>
        </p:nvCxnSpPr>
        <p:spPr>
          <a:xfrm>
            <a:off x="788486" y="1298813"/>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042505AC-AB20-D090-1F3E-54D81416E8B9}"/>
              </a:ext>
            </a:extLst>
          </p:cNvPr>
          <p:cNvCxnSpPr>
            <a:cxnSpLocks/>
            <a:stCxn id="10" idx="2"/>
          </p:cNvCxnSpPr>
          <p:nvPr/>
        </p:nvCxnSpPr>
        <p:spPr>
          <a:xfrm>
            <a:off x="3128707" y="1298814"/>
            <a:ext cx="0" cy="2558914"/>
          </a:xfrm>
          <a:prstGeom prst="line">
            <a:avLst/>
          </a:prstGeom>
          <a:ln w="12700"/>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4C173A13-391F-9A9E-FD63-7310EB9A8821}"/>
              </a:ext>
            </a:extLst>
          </p:cNvPr>
          <p:cNvCxnSpPr>
            <a:cxnSpLocks/>
          </p:cNvCxnSpPr>
          <p:nvPr/>
        </p:nvCxnSpPr>
        <p:spPr>
          <a:xfrm>
            <a:off x="800373" y="2055992"/>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1BF40C8-B990-B315-8DF9-19AA518C3C0F}"/>
              </a:ext>
            </a:extLst>
          </p:cNvPr>
          <p:cNvCxnSpPr>
            <a:cxnSpLocks/>
          </p:cNvCxnSpPr>
          <p:nvPr/>
        </p:nvCxnSpPr>
        <p:spPr>
          <a:xfrm flipH="1">
            <a:off x="801912" y="2864750"/>
            <a:ext cx="23267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5D1A3AF4-72F5-4F50-4ACE-5BD643762625}"/>
              </a:ext>
            </a:extLst>
          </p:cNvPr>
          <p:cNvSpPr/>
          <p:nvPr/>
        </p:nvSpPr>
        <p:spPr>
          <a:xfrm>
            <a:off x="267786" y="73154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21" name="TextBox 20">
            <a:extLst>
              <a:ext uri="{FF2B5EF4-FFF2-40B4-BE49-F238E27FC236}">
                <a16:creationId xmlns:a16="http://schemas.microsoft.com/office/drawing/2014/main" id="{A2B5ECB2-549F-0ABB-102E-AB2F1DF7A20D}"/>
              </a:ext>
            </a:extLst>
          </p:cNvPr>
          <p:cNvSpPr txBox="1"/>
          <p:nvPr/>
        </p:nvSpPr>
        <p:spPr>
          <a:xfrm>
            <a:off x="930330" y="1574467"/>
            <a:ext cx="2091889" cy="430887"/>
          </a:xfrm>
          <a:prstGeom prst="rect">
            <a:avLst/>
          </a:prstGeom>
          <a:noFill/>
        </p:spPr>
        <p:txBody>
          <a:bodyPr wrap="square" rtlCol="0">
            <a:spAutoFit/>
          </a:bodyPr>
          <a:lstStyle/>
          <a:p>
            <a:pPr algn="just"/>
            <a:r>
              <a:rPr lang="en-US" sz="1100"/>
              <a:t>1. Reconfiguration packet is sent from Cloud to Gateway</a:t>
            </a:r>
            <a:endParaRPr lang="en-IN" sz="1100"/>
          </a:p>
        </p:txBody>
      </p:sp>
      <p:cxnSp>
        <p:nvCxnSpPr>
          <p:cNvPr id="23" name="Straight Arrow Connector 22">
            <a:extLst>
              <a:ext uri="{FF2B5EF4-FFF2-40B4-BE49-F238E27FC236}">
                <a16:creationId xmlns:a16="http://schemas.microsoft.com/office/drawing/2014/main" id="{CA95779A-45C0-CAD7-13DF-64016321C0C0}"/>
              </a:ext>
            </a:extLst>
          </p:cNvPr>
          <p:cNvCxnSpPr>
            <a:cxnSpLocks/>
            <a:stCxn id="19" idx="3"/>
            <a:endCxn id="10" idx="1"/>
          </p:cNvCxnSpPr>
          <p:nvPr/>
        </p:nvCxnSpPr>
        <p:spPr>
          <a:xfrm>
            <a:off x="1309186" y="1015180"/>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F72BED9A-559F-0D5E-3C57-B751749B0AC9}"/>
              </a:ext>
            </a:extLst>
          </p:cNvPr>
          <p:cNvSpPr txBox="1"/>
          <p:nvPr/>
        </p:nvSpPr>
        <p:spPr>
          <a:xfrm>
            <a:off x="1566607" y="731546"/>
            <a:ext cx="766231" cy="307777"/>
          </a:xfrm>
          <a:prstGeom prst="rect">
            <a:avLst/>
          </a:prstGeom>
          <a:noFill/>
        </p:spPr>
        <p:txBody>
          <a:bodyPr wrap="square" rtlCol="0">
            <a:spAutoFit/>
          </a:bodyPr>
          <a:lstStyle/>
          <a:p>
            <a:pPr algn="ctr"/>
            <a:r>
              <a:rPr lang="en-US" sz="1400"/>
              <a:t>LTE</a:t>
            </a:r>
          </a:p>
        </p:txBody>
      </p:sp>
      <p:sp>
        <p:nvSpPr>
          <p:cNvPr id="29" name="TextBox 28">
            <a:extLst>
              <a:ext uri="{FF2B5EF4-FFF2-40B4-BE49-F238E27FC236}">
                <a16:creationId xmlns:a16="http://schemas.microsoft.com/office/drawing/2014/main" id="{1CEA85EF-380D-CF3D-2CFB-5248F88D967C}"/>
              </a:ext>
            </a:extLst>
          </p:cNvPr>
          <p:cNvSpPr txBox="1"/>
          <p:nvPr/>
        </p:nvSpPr>
        <p:spPr>
          <a:xfrm>
            <a:off x="987866" y="2408793"/>
            <a:ext cx="2091889" cy="430887"/>
          </a:xfrm>
          <a:prstGeom prst="rect">
            <a:avLst/>
          </a:prstGeom>
          <a:noFill/>
        </p:spPr>
        <p:txBody>
          <a:bodyPr wrap="square" rtlCol="0">
            <a:spAutoFit/>
          </a:bodyPr>
          <a:lstStyle/>
          <a:p>
            <a:pPr algn="just"/>
            <a:r>
              <a:rPr lang="en-US" sz="1100"/>
              <a:t>2. Gateway sends reconfiguration ack to cloud </a:t>
            </a:r>
            <a:endParaRPr lang="en-IN" sz="1100"/>
          </a:p>
        </p:txBody>
      </p:sp>
      <p:sp>
        <p:nvSpPr>
          <p:cNvPr id="30" name="Rectangle: Rounded Corners 29">
            <a:extLst>
              <a:ext uri="{FF2B5EF4-FFF2-40B4-BE49-F238E27FC236}">
                <a16:creationId xmlns:a16="http://schemas.microsoft.com/office/drawing/2014/main" id="{5748340F-FFA3-FE08-7122-CFBF4C76C27A}"/>
              </a:ext>
            </a:extLst>
          </p:cNvPr>
          <p:cNvSpPr/>
          <p:nvPr/>
        </p:nvSpPr>
        <p:spPr>
          <a:xfrm>
            <a:off x="8883060" y="250108"/>
            <a:ext cx="3000963" cy="1618073"/>
          </a:xfrm>
          <a:prstGeom prst="roundRect">
            <a:avLst>
              <a:gd name="adj" fmla="val 4305"/>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packet (Cloud -&gt; Gateway)</a:t>
            </a:r>
          </a:p>
          <a:p>
            <a:pPr algn="just"/>
            <a:r>
              <a:rPr lang="en-US" sz="1100">
                <a:solidFill>
                  <a:schemeClr val="tx1"/>
                </a:solidFill>
                <a:latin typeface="+mj-lt"/>
                <a:cs typeface="Calibri"/>
              </a:rPr>
              <a:t>{</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JsonPacketID</a:t>
            </a:r>
            <a:r>
              <a:rPr lang="en-US" sz="1100">
                <a:solidFill>
                  <a:schemeClr val="tx1"/>
                </a:solidFill>
                <a:latin typeface="+mj-lt"/>
                <a:cs typeface="Calibri"/>
              </a:rPr>
              <a:t>": 5,</a:t>
            </a: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MsgSeqNo</a:t>
            </a:r>
            <a:r>
              <a:rPr lang="en-US" sz="1100">
                <a:solidFill>
                  <a:schemeClr val="tx1"/>
                </a:solidFill>
                <a:latin typeface="+mj-lt"/>
                <a:cs typeface="Calibri"/>
              </a:rPr>
              <a:t>": 1,</a:t>
            </a: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GwySerNo</a:t>
            </a:r>
            <a:r>
              <a:rPr lang="en-US" sz="1100">
                <a:solidFill>
                  <a:schemeClr val="tx1"/>
                </a:solidFill>
                <a:latin typeface="+mj-lt"/>
                <a:cs typeface="Calibri"/>
              </a:rPr>
              <a:t>": 2</a:t>
            </a:r>
          </a:p>
          <a:p>
            <a:pPr algn="just"/>
            <a:r>
              <a:rPr lang="en-US" sz="1100">
                <a:solidFill>
                  <a:schemeClr val="tx1"/>
                </a:solidFill>
                <a:latin typeface="+mj-lt"/>
                <a:cs typeface="Calibri"/>
              </a:rPr>
              <a:t>}</a:t>
            </a:r>
          </a:p>
        </p:txBody>
      </p:sp>
      <p:sp>
        <p:nvSpPr>
          <p:cNvPr id="31" name="TextBox 30">
            <a:extLst>
              <a:ext uri="{FF2B5EF4-FFF2-40B4-BE49-F238E27FC236}">
                <a16:creationId xmlns:a16="http://schemas.microsoft.com/office/drawing/2014/main" id="{1712E19B-E48C-E21D-EA47-C1E810443CB9}"/>
              </a:ext>
            </a:extLst>
          </p:cNvPr>
          <p:cNvSpPr txBox="1"/>
          <p:nvPr/>
        </p:nvSpPr>
        <p:spPr>
          <a:xfrm>
            <a:off x="298722" y="250108"/>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Gateway Reconfiguration</a:t>
            </a:r>
          </a:p>
        </p:txBody>
      </p:sp>
      <p:sp>
        <p:nvSpPr>
          <p:cNvPr id="2" name="Rectangle: Rounded Corners 1">
            <a:extLst>
              <a:ext uri="{FF2B5EF4-FFF2-40B4-BE49-F238E27FC236}">
                <a16:creationId xmlns:a16="http://schemas.microsoft.com/office/drawing/2014/main" id="{2652CDE7-CA35-1446-7997-9D31A3120EDF}"/>
              </a:ext>
            </a:extLst>
          </p:cNvPr>
          <p:cNvSpPr/>
          <p:nvPr/>
        </p:nvSpPr>
        <p:spPr>
          <a:xfrm>
            <a:off x="8883060" y="2050505"/>
            <a:ext cx="3000963" cy="1789144"/>
          </a:xfrm>
          <a:prstGeom prst="roundRect">
            <a:avLst>
              <a:gd name="adj" fmla="val 601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ack (Gateway -&gt; Cloud)</a:t>
            </a:r>
          </a:p>
          <a:p>
            <a:pPr algn="just"/>
            <a:r>
              <a:rPr lang="en-US" sz="1100">
                <a:solidFill>
                  <a:schemeClr val="tx1"/>
                </a:solidFill>
                <a:latin typeface="+mj-lt"/>
                <a:cs typeface="Calibri"/>
              </a:rPr>
              <a:t>{</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a:solidFill>
                  <a:schemeClr val="tx1"/>
                </a:solidFill>
                <a:latin typeface="+mj-lt"/>
                <a:cs typeface="Calibri"/>
              </a:rPr>
              <a:t>     "</a:t>
            </a:r>
            <a:r>
              <a:rPr lang="en-US" sz="1100" dirty="0" err="1">
                <a:solidFill>
                  <a:schemeClr val="tx1"/>
                </a:solidFill>
                <a:latin typeface="+mj-lt"/>
                <a:cs typeface="Calibri"/>
              </a:rPr>
              <a:t>JsonPacketID</a:t>
            </a:r>
            <a:r>
              <a:rPr lang="en-US" sz="1100">
                <a:solidFill>
                  <a:schemeClr val="tx1"/>
                </a:solidFill>
                <a:latin typeface="+mj-lt"/>
                <a:cs typeface="Calibri"/>
              </a:rPr>
              <a:t>": 5,</a:t>
            </a:r>
          </a:p>
          <a:p>
            <a:pPr algn="just"/>
            <a:r>
              <a:rPr lang="en-US" sz="1100">
                <a:solidFill>
                  <a:schemeClr val="tx1"/>
                </a:solidFill>
                <a:latin typeface="+mj-lt"/>
                <a:cs typeface="Calibri"/>
              </a:rPr>
              <a:t>     "</a:t>
            </a:r>
            <a:r>
              <a:rPr lang="en-US" sz="1100" dirty="0" err="1">
                <a:solidFill>
                  <a:schemeClr val="tx1"/>
                </a:solidFill>
                <a:latin typeface="+mj-lt"/>
                <a:cs typeface="Calibri"/>
              </a:rPr>
              <a:t>MsgSeqNo</a:t>
            </a:r>
            <a:r>
              <a:rPr lang="en-US" sz="1100">
                <a:solidFill>
                  <a:schemeClr val="tx1"/>
                </a:solidFill>
                <a:latin typeface="+mj-lt"/>
                <a:cs typeface="Calibri"/>
              </a:rPr>
              <a:t>": 1,</a:t>
            </a:r>
          </a:p>
          <a:p>
            <a:pPr algn="just"/>
            <a:r>
              <a:rPr lang="en-US" sz="1100">
                <a:solidFill>
                  <a:schemeClr val="tx1"/>
                </a:solidFill>
                <a:latin typeface="+mj-lt"/>
                <a:cs typeface="Calibri"/>
              </a:rPr>
              <a:t>     "</a:t>
            </a:r>
            <a:r>
              <a:rPr lang="en-US" sz="1100" dirty="0" err="1">
                <a:solidFill>
                  <a:schemeClr val="tx1"/>
                </a:solidFill>
                <a:latin typeface="+mj-lt"/>
                <a:cs typeface="Calibri"/>
              </a:rPr>
              <a:t>GwySerNo</a:t>
            </a:r>
            <a:r>
              <a:rPr lang="en-US" sz="1100">
                <a:solidFill>
                  <a:schemeClr val="tx1"/>
                </a:solidFill>
                <a:latin typeface="+mj-lt"/>
                <a:cs typeface="Calibri"/>
              </a:rPr>
              <a:t>": 2,</a:t>
            </a:r>
          </a:p>
          <a:p>
            <a:pPr algn="just"/>
            <a:r>
              <a:rPr lang="en-US" sz="1100">
                <a:solidFill>
                  <a:schemeClr val="tx1"/>
                </a:solidFill>
                <a:latin typeface="+mj-lt"/>
                <a:cs typeface="Calibri"/>
              </a:rPr>
              <a:t>     "</a:t>
            </a:r>
            <a:r>
              <a:rPr lang="en-US" sz="1100" dirty="0" err="1">
                <a:solidFill>
                  <a:schemeClr val="tx1"/>
                </a:solidFill>
                <a:latin typeface="+mj-lt"/>
                <a:cs typeface="Calibri"/>
              </a:rPr>
              <a:t>ErrorCode</a:t>
            </a:r>
            <a:r>
              <a:rPr lang="en-US" sz="1100">
                <a:solidFill>
                  <a:schemeClr val="tx1"/>
                </a:solidFill>
                <a:latin typeface="+mj-lt"/>
                <a:cs typeface="Calibri"/>
              </a:rPr>
              <a:t>": 0</a:t>
            </a:r>
          </a:p>
          <a:p>
            <a:pPr algn="just"/>
            <a:r>
              <a:rPr lang="en-US" sz="1100">
                <a:solidFill>
                  <a:schemeClr val="tx1"/>
                </a:solidFill>
                <a:latin typeface="+mj-lt"/>
                <a:cs typeface="Calibri"/>
              </a:rPr>
              <a:t>}</a:t>
            </a:r>
          </a:p>
        </p:txBody>
      </p:sp>
      <p:sp>
        <p:nvSpPr>
          <p:cNvPr id="33" name="TextBox 32">
            <a:extLst>
              <a:ext uri="{FF2B5EF4-FFF2-40B4-BE49-F238E27FC236}">
                <a16:creationId xmlns:a16="http://schemas.microsoft.com/office/drawing/2014/main" id="{6CB196EB-233C-C33B-4C51-4223FAFA3E49}"/>
              </a:ext>
            </a:extLst>
          </p:cNvPr>
          <p:cNvSpPr txBox="1"/>
          <p:nvPr/>
        </p:nvSpPr>
        <p:spPr>
          <a:xfrm>
            <a:off x="3862225" y="250108"/>
            <a:ext cx="4641382" cy="1028423"/>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Gateway reconfiguration is the process in which user can configure the gateway to use a different protocol from the one it was using before.</a:t>
            </a:r>
          </a:p>
        </p:txBody>
      </p:sp>
    </p:spTree>
    <p:extLst>
      <p:ext uri="{BB962C8B-B14F-4D97-AF65-F5344CB8AC3E}">
        <p14:creationId xmlns:p14="http://schemas.microsoft.com/office/powerpoint/2010/main" val="68005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C5412-705F-4C8E-AC88-B870CE6DBD82}"/>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1C29A8E7-177C-8FD6-8D45-339E4597FCDE}"/>
              </a:ext>
            </a:extLst>
          </p:cNvPr>
          <p:cNvSpPr/>
          <p:nvPr/>
        </p:nvSpPr>
        <p:spPr>
          <a:xfrm>
            <a:off x="2697507" y="870798"/>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sp>
        <p:nvSpPr>
          <p:cNvPr id="16" name="TextBox 15">
            <a:extLst>
              <a:ext uri="{FF2B5EF4-FFF2-40B4-BE49-F238E27FC236}">
                <a16:creationId xmlns:a16="http://schemas.microsoft.com/office/drawing/2014/main" id="{D233CC87-56A8-9668-09DD-FE12B051896B}"/>
              </a:ext>
            </a:extLst>
          </p:cNvPr>
          <p:cNvSpPr txBox="1"/>
          <p:nvPr/>
        </p:nvSpPr>
        <p:spPr>
          <a:xfrm>
            <a:off x="424206" y="305640"/>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Reset MQTT configuration</a:t>
            </a:r>
          </a:p>
        </p:txBody>
      </p:sp>
      <p:cxnSp>
        <p:nvCxnSpPr>
          <p:cNvPr id="18" name="Straight Connector 17">
            <a:extLst>
              <a:ext uri="{FF2B5EF4-FFF2-40B4-BE49-F238E27FC236}">
                <a16:creationId xmlns:a16="http://schemas.microsoft.com/office/drawing/2014/main" id="{6E0D79A6-5F85-09B1-A193-B96E622DBDE9}"/>
              </a:ext>
            </a:extLst>
          </p:cNvPr>
          <p:cNvCxnSpPr>
            <a:cxnSpLocks/>
            <a:stCxn id="11" idx="2"/>
          </p:cNvCxnSpPr>
          <p:nvPr/>
        </p:nvCxnSpPr>
        <p:spPr>
          <a:xfrm>
            <a:off x="887757" y="1437883"/>
            <a:ext cx="0" cy="2006851"/>
          </a:xfrm>
          <a:prstGeom prst="line">
            <a:avLst/>
          </a:prstGeom>
          <a:ln w="12700"/>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9CC1A185-F152-4B9C-01D9-F2D123B8F8EE}"/>
              </a:ext>
            </a:extLst>
          </p:cNvPr>
          <p:cNvCxnSpPr>
            <a:cxnSpLocks/>
          </p:cNvCxnSpPr>
          <p:nvPr/>
        </p:nvCxnSpPr>
        <p:spPr>
          <a:xfrm>
            <a:off x="3218207" y="1438065"/>
            <a:ext cx="17930" cy="2006669"/>
          </a:xfrm>
          <a:prstGeom prst="line">
            <a:avLst/>
          </a:prstGeom>
          <a:ln w="12700"/>
        </p:spPr>
        <p:style>
          <a:lnRef idx="2">
            <a:schemeClr val="dk1"/>
          </a:lnRef>
          <a:fillRef idx="0">
            <a:schemeClr val="dk1"/>
          </a:fillRef>
          <a:effectRef idx="1">
            <a:schemeClr val="dk1"/>
          </a:effectRef>
          <a:fontRef idx="minor">
            <a:schemeClr val="tx1"/>
          </a:fontRef>
        </p:style>
      </p:cxnSp>
      <p:cxnSp>
        <p:nvCxnSpPr>
          <p:cNvPr id="22" name="Straight Arrow Connector 21">
            <a:extLst>
              <a:ext uri="{FF2B5EF4-FFF2-40B4-BE49-F238E27FC236}">
                <a16:creationId xmlns:a16="http://schemas.microsoft.com/office/drawing/2014/main" id="{01092E52-D45C-7B4A-DBD7-BCFBCF8AC295}"/>
              </a:ext>
            </a:extLst>
          </p:cNvPr>
          <p:cNvCxnSpPr>
            <a:cxnSpLocks/>
            <a:stCxn id="11" idx="3"/>
            <a:endCxn id="5" idx="1"/>
          </p:cNvCxnSpPr>
          <p:nvPr/>
        </p:nvCxnSpPr>
        <p:spPr>
          <a:xfrm>
            <a:off x="1408457" y="1154250"/>
            <a:ext cx="1289050" cy="182"/>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3" name="TextBox 22">
            <a:extLst>
              <a:ext uri="{FF2B5EF4-FFF2-40B4-BE49-F238E27FC236}">
                <a16:creationId xmlns:a16="http://schemas.microsoft.com/office/drawing/2014/main" id="{9E294553-6B78-997D-B7EE-75E3C71635EA}"/>
              </a:ext>
            </a:extLst>
          </p:cNvPr>
          <p:cNvSpPr txBox="1"/>
          <p:nvPr/>
        </p:nvSpPr>
        <p:spPr>
          <a:xfrm>
            <a:off x="1692090" y="892651"/>
            <a:ext cx="766231" cy="307777"/>
          </a:xfrm>
          <a:prstGeom prst="rect">
            <a:avLst/>
          </a:prstGeom>
          <a:noFill/>
        </p:spPr>
        <p:txBody>
          <a:bodyPr wrap="square" rtlCol="0">
            <a:spAutoFit/>
          </a:bodyPr>
          <a:lstStyle/>
          <a:p>
            <a:pPr algn="ctr"/>
            <a:r>
              <a:rPr lang="en-US" sz="1400"/>
              <a:t>LTE</a:t>
            </a:r>
          </a:p>
        </p:txBody>
      </p:sp>
      <p:cxnSp>
        <p:nvCxnSpPr>
          <p:cNvPr id="24" name="Straight Arrow Connector 23">
            <a:extLst>
              <a:ext uri="{FF2B5EF4-FFF2-40B4-BE49-F238E27FC236}">
                <a16:creationId xmlns:a16="http://schemas.microsoft.com/office/drawing/2014/main" id="{FC050509-BAF4-AC3F-6DAA-41FFDCBFBA0D}"/>
              </a:ext>
            </a:extLst>
          </p:cNvPr>
          <p:cNvCxnSpPr>
            <a:cxnSpLocks/>
          </p:cNvCxnSpPr>
          <p:nvPr/>
        </p:nvCxnSpPr>
        <p:spPr>
          <a:xfrm>
            <a:off x="884333" y="2100749"/>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6D5F672-4E69-5DC8-3BD6-FD7E3DA5D486}"/>
              </a:ext>
            </a:extLst>
          </p:cNvPr>
          <p:cNvCxnSpPr>
            <a:cxnSpLocks/>
          </p:cNvCxnSpPr>
          <p:nvPr/>
        </p:nvCxnSpPr>
        <p:spPr>
          <a:xfrm flipH="1">
            <a:off x="884333" y="2665603"/>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F30AF6ED-71BE-8392-02B1-C407B766F588}"/>
              </a:ext>
            </a:extLst>
          </p:cNvPr>
          <p:cNvGraphicFramePr>
            <a:graphicFrameLocks noGrp="1"/>
          </p:cNvGraphicFramePr>
          <p:nvPr>
            <p:extLst>
              <p:ext uri="{D42A27DB-BD31-4B8C-83A1-F6EECF244321}">
                <p14:modId xmlns:p14="http://schemas.microsoft.com/office/powerpoint/2010/main" val="3203292934"/>
              </p:ext>
            </p:extLst>
          </p:nvPr>
        </p:nvGraphicFramePr>
        <p:xfrm>
          <a:off x="267020" y="4442765"/>
          <a:ext cx="4153468" cy="1920960"/>
        </p:xfrm>
        <a:graphic>
          <a:graphicData uri="http://schemas.openxmlformats.org/drawingml/2006/table">
            <a:tbl>
              <a:tblPr firstRow="1" bandRow="1">
                <a:tableStyleId>{5C22544A-7EE6-4342-B048-85BDC9FD1C3A}</a:tableStyleId>
              </a:tblPr>
              <a:tblGrid>
                <a:gridCol w="1038367">
                  <a:extLst>
                    <a:ext uri="{9D8B030D-6E8A-4147-A177-3AD203B41FA5}">
                      <a16:colId xmlns:a16="http://schemas.microsoft.com/office/drawing/2014/main" val="2839305650"/>
                    </a:ext>
                  </a:extLst>
                </a:gridCol>
                <a:gridCol w="1038367">
                  <a:extLst>
                    <a:ext uri="{9D8B030D-6E8A-4147-A177-3AD203B41FA5}">
                      <a16:colId xmlns:a16="http://schemas.microsoft.com/office/drawing/2014/main" val="3013571200"/>
                    </a:ext>
                  </a:extLst>
                </a:gridCol>
                <a:gridCol w="1038367">
                  <a:extLst>
                    <a:ext uri="{9D8B030D-6E8A-4147-A177-3AD203B41FA5}">
                      <a16:colId xmlns:a16="http://schemas.microsoft.com/office/drawing/2014/main" val="774026725"/>
                    </a:ext>
                  </a:extLst>
                </a:gridCol>
                <a:gridCol w="1038367">
                  <a:extLst>
                    <a:ext uri="{9D8B030D-6E8A-4147-A177-3AD203B41FA5}">
                      <a16:colId xmlns:a16="http://schemas.microsoft.com/office/drawing/2014/main" val="3800111035"/>
                    </a:ext>
                  </a:extLst>
                </a:gridCol>
              </a:tblGrid>
              <a:tr h="480240">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480240">
                <a:tc>
                  <a:txBody>
                    <a:bodyPr/>
                    <a:lstStyle/>
                    <a:p>
                      <a:pPr lvl="0">
                        <a:buNone/>
                      </a:pPr>
                      <a:r>
                        <a:rPr lang="en-US" sz="1100"/>
                        <a:t>JsonPacketId</a:t>
                      </a:r>
                      <a:endParaRPr lang="en-US" sz="1100" err="1"/>
                    </a:p>
                  </a:txBody>
                  <a:tcPr/>
                </a:tc>
                <a:tc>
                  <a:txBody>
                    <a:bodyPr/>
                    <a:lstStyle/>
                    <a:p>
                      <a:pPr lvl="0" algn="ctr">
                        <a:buNone/>
                      </a:pPr>
                      <a:r>
                        <a:rPr lang="en-US" sz="1100"/>
                        <a:t>9</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8868695"/>
                  </a:ext>
                </a:extLst>
              </a:tr>
              <a:tr h="480240">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480240">
                <a:tc>
                  <a:txBody>
                    <a:bodyPr/>
                    <a:lstStyle/>
                    <a:p>
                      <a:r>
                        <a:rPr lang="en-US" sz="1100" err="1"/>
                        <a:t>GwySerNo</a:t>
                      </a:r>
                    </a:p>
                  </a:txBody>
                  <a:tcPr/>
                </a:tc>
                <a:tc>
                  <a:txBody>
                    <a:bodyPr/>
                    <a:lstStyle/>
                    <a:p>
                      <a:pPr algn="ctr"/>
                      <a:r>
                        <a:rPr lang="en-US" sz="1100"/>
                        <a:t>00001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95805513"/>
                  </a:ext>
                </a:extLst>
              </a:tr>
            </a:tbl>
          </a:graphicData>
        </a:graphic>
      </p:graphicFrame>
      <p:sp>
        <p:nvSpPr>
          <p:cNvPr id="4" name="Rectangle 3">
            <a:extLst>
              <a:ext uri="{FF2B5EF4-FFF2-40B4-BE49-F238E27FC236}">
                <a16:creationId xmlns:a16="http://schemas.microsoft.com/office/drawing/2014/main" id="{94E16E81-E8FD-1AA0-33CC-EF781BE5AF9D}"/>
              </a:ext>
            </a:extLst>
          </p:cNvPr>
          <p:cNvSpPr/>
          <p:nvPr/>
        </p:nvSpPr>
        <p:spPr>
          <a:xfrm>
            <a:off x="267022" y="4113506"/>
            <a:ext cx="4137792"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MQTT configuration packet</a:t>
            </a:r>
            <a:endParaRPr lang="en-US" sz="1400"/>
          </a:p>
        </p:txBody>
      </p:sp>
      <p:graphicFrame>
        <p:nvGraphicFramePr>
          <p:cNvPr id="2" name="Table 1">
            <a:extLst>
              <a:ext uri="{FF2B5EF4-FFF2-40B4-BE49-F238E27FC236}">
                <a16:creationId xmlns:a16="http://schemas.microsoft.com/office/drawing/2014/main" id="{F503B7D6-E6F4-D512-CCF0-454F4E6E7C03}"/>
              </a:ext>
            </a:extLst>
          </p:cNvPr>
          <p:cNvGraphicFramePr>
            <a:graphicFrameLocks noGrp="1"/>
          </p:cNvGraphicFramePr>
          <p:nvPr>
            <p:extLst>
              <p:ext uri="{D42A27DB-BD31-4B8C-83A1-F6EECF244321}">
                <p14:modId xmlns:p14="http://schemas.microsoft.com/office/powerpoint/2010/main" val="2283016285"/>
              </p:ext>
            </p:extLst>
          </p:nvPr>
        </p:nvGraphicFramePr>
        <p:xfrm>
          <a:off x="4622013" y="4442764"/>
          <a:ext cx="3893336" cy="1920960"/>
        </p:xfrm>
        <a:graphic>
          <a:graphicData uri="http://schemas.openxmlformats.org/drawingml/2006/table">
            <a:tbl>
              <a:tblPr firstRow="1" bandRow="1">
                <a:tableStyleId>{5C22544A-7EE6-4342-B048-85BDC9FD1C3A}</a:tableStyleId>
              </a:tblPr>
              <a:tblGrid>
                <a:gridCol w="973334">
                  <a:extLst>
                    <a:ext uri="{9D8B030D-6E8A-4147-A177-3AD203B41FA5}">
                      <a16:colId xmlns:a16="http://schemas.microsoft.com/office/drawing/2014/main" val="2839305650"/>
                    </a:ext>
                  </a:extLst>
                </a:gridCol>
                <a:gridCol w="973334">
                  <a:extLst>
                    <a:ext uri="{9D8B030D-6E8A-4147-A177-3AD203B41FA5}">
                      <a16:colId xmlns:a16="http://schemas.microsoft.com/office/drawing/2014/main" val="3013571200"/>
                    </a:ext>
                  </a:extLst>
                </a:gridCol>
                <a:gridCol w="973334">
                  <a:extLst>
                    <a:ext uri="{9D8B030D-6E8A-4147-A177-3AD203B41FA5}">
                      <a16:colId xmlns:a16="http://schemas.microsoft.com/office/drawing/2014/main" val="774026725"/>
                    </a:ext>
                  </a:extLst>
                </a:gridCol>
                <a:gridCol w="973334">
                  <a:extLst>
                    <a:ext uri="{9D8B030D-6E8A-4147-A177-3AD203B41FA5}">
                      <a16:colId xmlns:a16="http://schemas.microsoft.com/office/drawing/2014/main" val="3800111035"/>
                    </a:ext>
                  </a:extLst>
                </a:gridCol>
              </a:tblGrid>
              <a:tr h="384192">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84192">
                <a:tc>
                  <a:txBody>
                    <a:bodyPr/>
                    <a:lstStyle/>
                    <a:p>
                      <a:pPr lvl="0">
                        <a:buNone/>
                      </a:pPr>
                      <a:r>
                        <a:rPr lang="en-US" sz="1100" b="0" i="0" u="none" strike="noStrike" noProof="0">
                          <a:solidFill>
                            <a:srgbClr val="000000"/>
                          </a:solidFill>
                          <a:latin typeface="Calibri"/>
                        </a:rPr>
                        <a:t>JsonPacketId</a:t>
                      </a:r>
                      <a:endParaRPr lang="en-US" sz="1100" err="1"/>
                    </a:p>
                  </a:txBody>
                  <a:tcPr/>
                </a:tc>
                <a:tc>
                  <a:txBody>
                    <a:bodyPr/>
                    <a:lstStyle/>
                    <a:p>
                      <a:pPr lvl="0" algn="ctr">
                        <a:buNone/>
                      </a:pPr>
                      <a:r>
                        <a:rPr lang="en-US" sz="1100"/>
                        <a:t>9</a:t>
                      </a:r>
                    </a:p>
                  </a:txBody>
                  <a:tcPr/>
                </a:tc>
                <a:tc>
                  <a:txBody>
                    <a:bodyPr/>
                    <a:lstStyle/>
                    <a:p>
                      <a:pPr lvl="0" algn="ctr">
                        <a:buNone/>
                      </a:pPr>
                      <a:r>
                        <a:rPr lang="en-US" sz="1100"/>
                        <a:t>Number</a:t>
                      </a:r>
                    </a:p>
                  </a:txBody>
                  <a:tcPr/>
                </a:tc>
                <a:tc>
                  <a:txBody>
                    <a:bodyPr/>
                    <a:lstStyle/>
                    <a:p>
                      <a:pPr lvl="0" algn="ctr">
                        <a:buNone/>
                      </a:pPr>
                      <a:r>
                        <a:rPr lang="en-US" sz="1100"/>
                        <a:t>0 - 99 </a:t>
                      </a:r>
                    </a:p>
                  </a:txBody>
                  <a:tcPr/>
                </a:tc>
                <a:extLst>
                  <a:ext uri="{0D108BD9-81ED-4DB2-BD59-A6C34878D82A}">
                    <a16:rowId xmlns:a16="http://schemas.microsoft.com/office/drawing/2014/main" val="2803828841"/>
                  </a:ext>
                </a:extLst>
              </a:tr>
              <a:tr h="384192">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84192">
                <a:tc>
                  <a:txBody>
                    <a:bodyPr/>
                    <a:lstStyle/>
                    <a:p>
                      <a:r>
                        <a:rPr lang="en-US" sz="1100" err="1"/>
                        <a:t>GwySerNo</a:t>
                      </a:r>
                    </a:p>
                  </a:txBody>
                  <a:tcPr/>
                </a:tc>
                <a:tc>
                  <a:txBody>
                    <a:bodyPr/>
                    <a:lstStyle/>
                    <a:p>
                      <a:pPr algn="ctr"/>
                      <a:r>
                        <a:rPr lang="en-US" sz="1100"/>
                        <a:t>00001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95805513"/>
                  </a:ext>
                </a:extLst>
              </a:tr>
              <a:tr h="384192">
                <a:tc>
                  <a:txBody>
                    <a:bodyPr/>
                    <a:lstStyle/>
                    <a:p>
                      <a:r>
                        <a:rPr lang="en-US" sz="1100"/>
                        <a:t>Error 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0 - 3</a:t>
                      </a:r>
                    </a:p>
                  </a:txBody>
                  <a:tcPr/>
                </a:tc>
                <a:extLst>
                  <a:ext uri="{0D108BD9-81ED-4DB2-BD59-A6C34878D82A}">
                    <a16:rowId xmlns:a16="http://schemas.microsoft.com/office/drawing/2014/main" val="2403011285"/>
                  </a:ext>
                </a:extLst>
              </a:tr>
            </a:tbl>
          </a:graphicData>
        </a:graphic>
      </p:graphicFrame>
      <p:sp>
        <p:nvSpPr>
          <p:cNvPr id="6" name="Rectangle 5">
            <a:extLst>
              <a:ext uri="{FF2B5EF4-FFF2-40B4-BE49-F238E27FC236}">
                <a16:creationId xmlns:a16="http://schemas.microsoft.com/office/drawing/2014/main" id="{0A689CDF-72F7-C6A0-9D0F-0411F3C6ED70}"/>
              </a:ext>
            </a:extLst>
          </p:cNvPr>
          <p:cNvSpPr/>
          <p:nvPr/>
        </p:nvSpPr>
        <p:spPr>
          <a:xfrm>
            <a:off x="4622013" y="4113507"/>
            <a:ext cx="3894705"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MQTT Configuration Ack</a:t>
            </a:r>
            <a:endParaRPr lang="en-US" sz="1400"/>
          </a:p>
        </p:txBody>
      </p:sp>
      <p:sp>
        <p:nvSpPr>
          <p:cNvPr id="10" name="Rectangle: Rounded Corners 9">
            <a:extLst>
              <a:ext uri="{FF2B5EF4-FFF2-40B4-BE49-F238E27FC236}">
                <a16:creationId xmlns:a16="http://schemas.microsoft.com/office/drawing/2014/main" id="{4EABFFD0-3A10-E202-CD95-B472FF558042}"/>
              </a:ext>
            </a:extLst>
          </p:cNvPr>
          <p:cNvSpPr/>
          <p:nvPr/>
        </p:nvSpPr>
        <p:spPr>
          <a:xfrm>
            <a:off x="8852555" y="201729"/>
            <a:ext cx="3000963" cy="1554476"/>
          </a:xfrm>
          <a:prstGeom prst="roundRect">
            <a:avLst>
              <a:gd name="adj" fmla="val 4412"/>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solidFill>
                <a:srgbClr val="333333"/>
              </a:solidFill>
              <a:latin typeface="+mj-lt"/>
              <a:cs typeface="Segoe UI"/>
            </a:endParaRPr>
          </a:p>
          <a:p>
            <a:pPr algn="ctr"/>
            <a:r>
              <a:rPr lang="en-US" sz="1100" b="1">
                <a:solidFill>
                  <a:srgbClr val="333333"/>
                </a:solidFill>
                <a:latin typeface="+mj-lt"/>
                <a:cs typeface="Segoe UI"/>
              </a:rPr>
              <a:t>Json packet (Cloud -&gt; Gateway)</a:t>
            </a:r>
          </a:p>
          <a:p>
            <a:r>
              <a:rPr lang="en-US" sz="1100">
                <a:solidFill>
                  <a:srgbClr val="333333"/>
                </a:solidFill>
                <a:latin typeface="+mj-lt"/>
                <a:cs typeface="Segoe UI"/>
              </a:rPr>
              <a:t>{</a:t>
            </a:r>
            <a:endParaRPr lang="en-US" sz="1100">
              <a:latin typeface="+mj-lt"/>
              <a:cs typeface="Calibri"/>
            </a:endParaRPr>
          </a:p>
          <a:p>
            <a:r>
              <a:rPr lang="en-US" sz="1100">
                <a:solidFill>
                  <a:srgbClr val="333333"/>
                </a:solidFill>
                <a:latin typeface="+mj-lt"/>
                <a:cs typeface="Segoe UI"/>
              </a:rPr>
              <a:t>     "JsonPacketId" : 9,</a:t>
            </a:r>
          </a:p>
          <a:p>
            <a:r>
              <a:rPr lang="en-US" sz="1100">
                <a:solidFill>
                  <a:srgbClr val="333333"/>
                </a:solidFill>
                <a:latin typeface="+mj-lt"/>
                <a:cs typeface="Segoe UI"/>
              </a:rPr>
              <a:t>     "MsgSeqNo": 12,</a:t>
            </a:r>
            <a:endParaRPr lang="en-US" sz="1100">
              <a:latin typeface="+mj-lt"/>
              <a:cs typeface="Calibri" panose="020F0502020204030204"/>
            </a:endParaRPr>
          </a:p>
          <a:p>
            <a:r>
              <a:rPr lang="en-US" sz="1100">
                <a:solidFill>
                  <a:srgbClr val="333333"/>
                </a:solidFill>
                <a:latin typeface="+mj-lt"/>
                <a:cs typeface="Segoe UI"/>
              </a:rPr>
              <a:t>     "GwySerNo": "GWY00005",</a:t>
            </a:r>
            <a:endParaRPr lang="en-US" sz="1100">
              <a:latin typeface="+mj-lt"/>
              <a:cs typeface="Calibri" panose="020F0502020204030204"/>
            </a:endParaRPr>
          </a:p>
          <a:p>
            <a:r>
              <a:rPr lang="en-US" sz="1100">
                <a:solidFill>
                  <a:srgbClr val="333333"/>
                </a:solidFill>
                <a:latin typeface="+mj-lt"/>
                <a:cs typeface="Segoe UI"/>
              </a:rPr>
              <a:t>}</a:t>
            </a:r>
            <a:endParaRPr lang="en-US" sz="1100">
              <a:latin typeface="+mj-lt"/>
              <a:cs typeface="Calibri"/>
            </a:endParaRPr>
          </a:p>
        </p:txBody>
      </p:sp>
      <p:sp>
        <p:nvSpPr>
          <p:cNvPr id="11" name="Rectangle: Rounded Corners 10">
            <a:extLst>
              <a:ext uri="{FF2B5EF4-FFF2-40B4-BE49-F238E27FC236}">
                <a16:creationId xmlns:a16="http://schemas.microsoft.com/office/drawing/2014/main" id="{B1439E30-BA11-D709-6497-D514C909B091}"/>
              </a:ext>
            </a:extLst>
          </p:cNvPr>
          <p:cNvSpPr/>
          <p:nvPr/>
        </p:nvSpPr>
        <p:spPr>
          <a:xfrm>
            <a:off x="367057" y="87061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Cloud</a:t>
            </a:r>
          </a:p>
        </p:txBody>
      </p:sp>
      <p:sp>
        <p:nvSpPr>
          <p:cNvPr id="17" name="TextBox 16">
            <a:extLst>
              <a:ext uri="{FF2B5EF4-FFF2-40B4-BE49-F238E27FC236}">
                <a16:creationId xmlns:a16="http://schemas.microsoft.com/office/drawing/2014/main" id="{CA5AE7D2-7ADA-1C99-972E-F0424F32A1AB}"/>
              </a:ext>
            </a:extLst>
          </p:cNvPr>
          <p:cNvSpPr txBox="1"/>
          <p:nvPr/>
        </p:nvSpPr>
        <p:spPr>
          <a:xfrm>
            <a:off x="983586" y="1687609"/>
            <a:ext cx="2091889" cy="430887"/>
          </a:xfrm>
          <a:prstGeom prst="rect">
            <a:avLst/>
          </a:prstGeom>
          <a:noFill/>
        </p:spPr>
        <p:txBody>
          <a:bodyPr wrap="square" rtlCol="0">
            <a:spAutoFit/>
          </a:bodyPr>
          <a:lstStyle/>
          <a:p>
            <a:r>
              <a:rPr lang="en-US" sz="1100"/>
              <a:t>1. Reset MQTT configuration Json packet sent from Cloud to Gwy</a:t>
            </a:r>
            <a:endParaRPr lang="en-IN" sz="1100"/>
          </a:p>
        </p:txBody>
      </p:sp>
      <p:sp>
        <p:nvSpPr>
          <p:cNvPr id="20" name="TextBox 19">
            <a:extLst>
              <a:ext uri="{FF2B5EF4-FFF2-40B4-BE49-F238E27FC236}">
                <a16:creationId xmlns:a16="http://schemas.microsoft.com/office/drawing/2014/main" id="{48770EBA-5744-CD57-394A-A73373A8D526}"/>
              </a:ext>
            </a:extLst>
          </p:cNvPr>
          <p:cNvSpPr txBox="1"/>
          <p:nvPr/>
        </p:nvSpPr>
        <p:spPr>
          <a:xfrm>
            <a:off x="983585" y="2251889"/>
            <a:ext cx="2091889" cy="430887"/>
          </a:xfrm>
          <a:prstGeom prst="rect">
            <a:avLst/>
          </a:prstGeom>
          <a:noFill/>
        </p:spPr>
        <p:txBody>
          <a:bodyPr wrap="square" rtlCol="0">
            <a:spAutoFit/>
          </a:bodyPr>
          <a:lstStyle/>
          <a:p>
            <a:r>
              <a:rPr lang="en-US" sz="1100"/>
              <a:t>2. Gwy sends back Reset MQTT configuration Ack</a:t>
            </a:r>
            <a:endParaRPr lang="en-IN" sz="1100"/>
          </a:p>
        </p:txBody>
      </p:sp>
      <p:sp>
        <p:nvSpPr>
          <p:cNvPr id="30" name="Rectangle: Rounded Corners 29">
            <a:extLst>
              <a:ext uri="{FF2B5EF4-FFF2-40B4-BE49-F238E27FC236}">
                <a16:creationId xmlns:a16="http://schemas.microsoft.com/office/drawing/2014/main" id="{CC2AD29E-E6D6-12E5-D028-B32565C855D4}"/>
              </a:ext>
            </a:extLst>
          </p:cNvPr>
          <p:cNvSpPr/>
          <p:nvPr/>
        </p:nvSpPr>
        <p:spPr>
          <a:xfrm>
            <a:off x="8852554" y="1880410"/>
            <a:ext cx="3000963" cy="1656344"/>
          </a:xfrm>
          <a:prstGeom prst="roundRect">
            <a:avLst>
              <a:gd name="adj" fmla="val 574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100">
              <a:solidFill>
                <a:srgbClr val="333333"/>
              </a:solidFill>
              <a:latin typeface="+mj-lt"/>
              <a:cs typeface="Segoe UI"/>
            </a:endParaRPr>
          </a:p>
          <a:p>
            <a:pPr algn="ctr"/>
            <a:r>
              <a:rPr lang="en-US" sz="1100" b="1">
                <a:solidFill>
                  <a:srgbClr val="333333"/>
                </a:solidFill>
                <a:latin typeface="+mj-lt"/>
                <a:cs typeface="Segoe UI"/>
              </a:rPr>
              <a:t>Json ack (Gateway -&gt; Cloud)</a:t>
            </a:r>
          </a:p>
          <a:p>
            <a:r>
              <a:rPr lang="en-US" sz="1100">
                <a:solidFill>
                  <a:srgbClr val="333333"/>
                </a:solidFill>
                <a:latin typeface="+mj-lt"/>
                <a:cs typeface="Segoe UI"/>
              </a:rPr>
              <a:t>{</a:t>
            </a:r>
            <a:endParaRPr lang="en-US" sz="1100">
              <a:latin typeface="+mj-lt"/>
              <a:cs typeface="Calibri"/>
            </a:endParaRPr>
          </a:p>
          <a:p>
            <a:r>
              <a:rPr lang="en-US" sz="1100">
                <a:solidFill>
                  <a:srgbClr val="333333"/>
                </a:solidFill>
                <a:latin typeface="+mj-lt"/>
                <a:cs typeface="Segoe UI"/>
              </a:rPr>
              <a:t>     "JsonPacketId" : 12,</a:t>
            </a:r>
          </a:p>
          <a:p>
            <a:r>
              <a:rPr lang="en-US" sz="1100">
                <a:solidFill>
                  <a:srgbClr val="333333"/>
                </a:solidFill>
                <a:latin typeface="+mj-lt"/>
                <a:cs typeface="Segoe UI"/>
              </a:rPr>
              <a:t>     "MsgSeqNo": 12,</a:t>
            </a:r>
            <a:endParaRPr lang="en-US" sz="1100">
              <a:latin typeface="+mj-lt"/>
              <a:cs typeface="Calibri" panose="020F0502020204030204"/>
            </a:endParaRPr>
          </a:p>
          <a:p>
            <a:r>
              <a:rPr lang="en-US" sz="1100">
                <a:solidFill>
                  <a:srgbClr val="333333"/>
                </a:solidFill>
                <a:latin typeface="+mj-lt"/>
                <a:cs typeface="Segoe UI"/>
              </a:rPr>
              <a:t>     "GwySerNo": "GWY00005",</a:t>
            </a:r>
            <a:endParaRPr lang="en-US" sz="1100">
              <a:latin typeface="+mj-lt"/>
              <a:cs typeface="Calibri" panose="020F0502020204030204"/>
            </a:endParaRPr>
          </a:p>
          <a:p>
            <a:r>
              <a:rPr lang="en-US" sz="1100">
                <a:solidFill>
                  <a:srgbClr val="333333"/>
                </a:solidFill>
                <a:latin typeface="+mj-lt"/>
                <a:cs typeface="Segoe UI"/>
              </a:rPr>
              <a:t>     "Errorcode": 0</a:t>
            </a:r>
          </a:p>
          <a:p>
            <a:r>
              <a:rPr lang="en-US" sz="1100">
                <a:solidFill>
                  <a:srgbClr val="333333"/>
                </a:solidFill>
                <a:latin typeface="+mj-lt"/>
                <a:cs typeface="Segoe UI"/>
              </a:rPr>
              <a:t>}</a:t>
            </a:r>
            <a:endParaRPr lang="en-US" sz="1100">
              <a:latin typeface="+mj-lt"/>
              <a:cs typeface="Calibri"/>
            </a:endParaRPr>
          </a:p>
        </p:txBody>
      </p:sp>
      <p:sp>
        <p:nvSpPr>
          <p:cNvPr id="7" name="TextBox 6">
            <a:extLst>
              <a:ext uri="{FF2B5EF4-FFF2-40B4-BE49-F238E27FC236}">
                <a16:creationId xmlns:a16="http://schemas.microsoft.com/office/drawing/2014/main" id="{9AF3B61A-CF9C-469C-F578-307C77C50F2E}"/>
              </a:ext>
            </a:extLst>
          </p:cNvPr>
          <p:cNvSpPr txBox="1"/>
          <p:nvPr/>
        </p:nvSpPr>
        <p:spPr>
          <a:xfrm>
            <a:off x="4110473" y="109232"/>
            <a:ext cx="4369477" cy="361374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Upon receiving this packet, the Gateway will enter MQTT configuration mode. User will be able to connect with the Gateway’s Wifi hotspot. </a:t>
            </a:r>
          </a:p>
          <a:p>
            <a:pPr marL="285750" indent="-285750" algn="just">
              <a:lnSpc>
                <a:spcPct val="150000"/>
              </a:lnSpc>
              <a:buFont typeface="Arial" panose="020B0604020202020204" pitchFamily="34" charset="0"/>
              <a:buChar char="•"/>
            </a:pPr>
            <a:r>
              <a:rPr lang="en-US" sz="1400">
                <a:latin typeface="+mj-lt"/>
              </a:rPr>
              <a:t>After connecting to Gateway’s Wifi, at the IP 192.168.1.1, Gateway MQTT configuration site will be loaded, wherein user can enter the MQTT parameter details and press ‘Submit’.</a:t>
            </a:r>
          </a:p>
          <a:p>
            <a:pPr marL="285750" indent="-285750" algn="just">
              <a:lnSpc>
                <a:spcPct val="150000"/>
              </a:lnSpc>
              <a:buFont typeface="Arial" panose="020B0604020202020204" pitchFamily="34" charset="0"/>
              <a:buChar char="•"/>
            </a:pPr>
            <a:r>
              <a:rPr lang="en-US" sz="1400">
                <a:latin typeface="+mj-lt"/>
              </a:rPr>
              <a:t>Gateway will fetch the values and try to establish MQTT connection. If successful, then it will exit MQTT configuration mode, if not, it will stay in the MQTT configuration mode</a:t>
            </a:r>
          </a:p>
        </p:txBody>
      </p:sp>
    </p:spTree>
    <p:extLst>
      <p:ext uri="{BB962C8B-B14F-4D97-AF65-F5344CB8AC3E}">
        <p14:creationId xmlns:p14="http://schemas.microsoft.com/office/powerpoint/2010/main" val="317031907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77BDD16-D759-A9CA-F8CE-66F23D49A8E1}"/>
              </a:ext>
            </a:extLst>
          </p:cNvPr>
          <p:cNvGraphicFramePr>
            <a:graphicFrameLocks noGrp="1"/>
          </p:cNvGraphicFramePr>
          <p:nvPr>
            <p:extLst>
              <p:ext uri="{D42A27DB-BD31-4B8C-83A1-F6EECF244321}">
                <p14:modId xmlns:p14="http://schemas.microsoft.com/office/powerpoint/2010/main" val="3067389207"/>
              </p:ext>
            </p:extLst>
          </p:nvPr>
        </p:nvGraphicFramePr>
        <p:xfrm>
          <a:off x="269246" y="4389634"/>
          <a:ext cx="4156612" cy="2245002"/>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270674">
                <a:tc>
                  <a:txBody>
                    <a:bodyPr/>
                    <a:lstStyle/>
                    <a:p>
                      <a:pPr algn="ctr"/>
                      <a:r>
                        <a:rPr lang="en-US" sz="1100"/>
                        <a:t>Key</a:t>
                      </a:r>
                    </a:p>
                  </a:txBody>
                  <a:tcPr anchor="ctr"/>
                </a:tc>
                <a:tc>
                  <a:txBody>
                    <a:bodyPr/>
                    <a:lstStyle/>
                    <a:p>
                      <a:pPr algn="ctr"/>
                      <a:r>
                        <a:rPr lang="en-US" sz="1100"/>
                        <a:t>Value</a:t>
                      </a:r>
                    </a:p>
                  </a:txBody>
                  <a:tcPr anchor="ctr"/>
                </a:tc>
                <a:tc>
                  <a:txBody>
                    <a:bodyPr/>
                    <a:lstStyle/>
                    <a:p>
                      <a:pPr algn="ctr"/>
                      <a:r>
                        <a:rPr lang="en-US" sz="1100"/>
                        <a:t>Type</a:t>
                      </a:r>
                    </a:p>
                  </a:txBody>
                  <a:tcPr anchor="ctr"/>
                </a:tc>
                <a:tc>
                  <a:txBody>
                    <a:bodyPr/>
                    <a:lstStyle/>
                    <a:p>
                      <a:pPr algn="ctr"/>
                      <a:r>
                        <a:rPr lang="en-US" sz="1100"/>
                        <a:t>Range</a:t>
                      </a:r>
                    </a:p>
                  </a:txBody>
                  <a:tcPr anchor="ctr"/>
                </a:tc>
                <a:extLst>
                  <a:ext uri="{0D108BD9-81ED-4DB2-BD59-A6C34878D82A}">
                    <a16:rowId xmlns:a16="http://schemas.microsoft.com/office/drawing/2014/main" val="3437356583"/>
                  </a:ext>
                </a:extLst>
              </a:tr>
              <a:tr h="270674">
                <a:tc>
                  <a:txBody>
                    <a:bodyPr/>
                    <a:lstStyle/>
                    <a:p>
                      <a:pPr lvl="0">
                        <a:buNone/>
                      </a:pPr>
                      <a:r>
                        <a:rPr lang="en-US" sz="1100" b="0" i="0" u="none" strike="noStrike" noProof="0" err="1">
                          <a:solidFill>
                            <a:srgbClr val="000000"/>
                          </a:solidFill>
                          <a:latin typeface="Calibri"/>
                        </a:rPr>
                        <a:t>JsonPacketId</a:t>
                      </a:r>
                      <a:endParaRPr lang="en-US" sz="1100" err="1"/>
                    </a:p>
                  </a:txBody>
                  <a:tcPr anchor="ctr"/>
                </a:tc>
                <a:tc>
                  <a:txBody>
                    <a:bodyPr/>
                    <a:lstStyle/>
                    <a:p>
                      <a:pPr lvl="0" algn="ctr">
                        <a:buNone/>
                      </a:pPr>
                      <a:r>
                        <a:rPr lang="en-US" sz="1100"/>
                        <a:t>6</a:t>
                      </a:r>
                    </a:p>
                  </a:txBody>
                  <a:tcPr anchor="ctr"/>
                </a:tc>
                <a:tc>
                  <a:txBody>
                    <a:bodyPr/>
                    <a:lstStyle/>
                    <a:p>
                      <a:pPr lvl="0" algn="ctr">
                        <a:buNone/>
                      </a:pPr>
                      <a:r>
                        <a:rPr lang="en-US" sz="1100"/>
                        <a:t>Number</a:t>
                      </a:r>
                    </a:p>
                  </a:txBody>
                  <a:tcPr anchor="ctr"/>
                </a:tc>
                <a:tc>
                  <a:txBody>
                    <a:bodyPr/>
                    <a:lstStyle/>
                    <a:p>
                      <a:pPr lvl="0" algn="ctr">
                        <a:buNone/>
                      </a:pPr>
                      <a:r>
                        <a:rPr lang="en-US" sz="1100"/>
                        <a:t>0 - 99</a:t>
                      </a:r>
                    </a:p>
                  </a:txBody>
                  <a:tcPr anchor="ctr"/>
                </a:tc>
                <a:extLst>
                  <a:ext uri="{0D108BD9-81ED-4DB2-BD59-A6C34878D82A}">
                    <a16:rowId xmlns:a16="http://schemas.microsoft.com/office/drawing/2014/main" val="3857722587"/>
                  </a:ext>
                </a:extLst>
              </a:tr>
              <a:tr h="270674">
                <a:tc>
                  <a:txBody>
                    <a:bodyPr/>
                    <a:lstStyle/>
                    <a:p>
                      <a:r>
                        <a:rPr lang="en-US" sz="1100" err="1"/>
                        <a:t>MsgSeqNo</a:t>
                      </a:r>
                    </a:p>
                  </a:txBody>
                  <a:tcPr anchor="ctr"/>
                </a:tc>
                <a:tc>
                  <a:txBody>
                    <a:bodyPr/>
                    <a:lstStyle/>
                    <a:p>
                      <a:pPr algn="ctr"/>
                      <a:r>
                        <a:rPr lang="en-US" sz="1100"/>
                        <a:t>1</a:t>
                      </a:r>
                    </a:p>
                  </a:txBody>
                  <a:tcPr anchor="ctr"/>
                </a:tc>
                <a:tc>
                  <a:txBody>
                    <a:bodyPr/>
                    <a:lstStyle/>
                    <a:p>
                      <a:pPr algn="ctr"/>
                      <a:r>
                        <a:rPr lang="en-US" sz="1100"/>
                        <a:t>Number</a:t>
                      </a:r>
                    </a:p>
                  </a:txBody>
                  <a:tcPr anchor="ctr"/>
                </a:tc>
                <a:tc>
                  <a:txBody>
                    <a:bodyPr/>
                    <a:lstStyle/>
                    <a:p>
                      <a:pPr algn="ctr"/>
                      <a:r>
                        <a:rPr lang="en-US" sz="1100"/>
                        <a:t>0 - 65535</a:t>
                      </a:r>
                    </a:p>
                  </a:txBody>
                  <a:tcPr anchor="ctr"/>
                </a:tc>
                <a:extLst>
                  <a:ext uri="{0D108BD9-81ED-4DB2-BD59-A6C34878D82A}">
                    <a16:rowId xmlns:a16="http://schemas.microsoft.com/office/drawing/2014/main" val="4240429925"/>
                  </a:ext>
                </a:extLst>
              </a:tr>
              <a:tr h="270674">
                <a:tc>
                  <a:txBody>
                    <a:bodyPr/>
                    <a:lstStyle/>
                    <a:p>
                      <a:r>
                        <a:rPr lang="en-US" sz="1100" err="1"/>
                        <a:t>GwySerNo</a:t>
                      </a:r>
                    </a:p>
                  </a:txBody>
                  <a:tcPr anchor="ctr"/>
                </a:tc>
                <a:tc>
                  <a:txBody>
                    <a:bodyPr/>
                    <a:lstStyle/>
                    <a:p>
                      <a:pPr algn="ctr"/>
                      <a:r>
                        <a:rPr lang="en-US" sz="1100"/>
                        <a:t>1</a:t>
                      </a:r>
                    </a:p>
                  </a:txBody>
                  <a:tcPr anchor="ctr"/>
                </a:tc>
                <a:tc>
                  <a:txBody>
                    <a:bodyPr/>
                    <a:lstStyle/>
                    <a:p>
                      <a:pPr algn="ctr"/>
                      <a:r>
                        <a:rPr lang="en-US" sz="1100"/>
                        <a:t>Number</a:t>
                      </a:r>
                    </a:p>
                  </a:txBody>
                  <a:tcPr anchor="ctr"/>
                </a:tc>
                <a:tc>
                  <a:txBody>
                    <a:bodyPr/>
                    <a:lstStyle/>
                    <a:p>
                      <a:pPr algn="ctr"/>
                      <a:r>
                        <a:rPr lang="en-US" sz="1100"/>
                        <a:t>0 - 65535</a:t>
                      </a:r>
                    </a:p>
                  </a:txBody>
                  <a:tcPr anchor="ctr"/>
                </a:tc>
                <a:extLst>
                  <a:ext uri="{0D108BD9-81ED-4DB2-BD59-A6C34878D82A}">
                    <a16:rowId xmlns:a16="http://schemas.microsoft.com/office/drawing/2014/main" val="3987793583"/>
                  </a:ext>
                </a:extLst>
              </a:tr>
              <a:tr h="270674">
                <a:tc>
                  <a:txBody>
                    <a:bodyPr/>
                    <a:lstStyle/>
                    <a:p>
                      <a:r>
                        <a:rPr lang="en-US" sz="1100" err="1"/>
                        <a:t>NodeSerNo</a:t>
                      </a:r>
                    </a:p>
                  </a:txBody>
                  <a:tcPr anchor="ctr"/>
                </a:tc>
                <a:tc>
                  <a:txBody>
                    <a:bodyPr/>
                    <a:lstStyle/>
                    <a:p>
                      <a:pPr algn="ctr"/>
                      <a:r>
                        <a:rPr lang="en-US" sz="1100"/>
                        <a:t>1</a:t>
                      </a:r>
                    </a:p>
                  </a:txBody>
                  <a:tcPr anchor="ctr"/>
                </a:tc>
                <a:tc>
                  <a:txBody>
                    <a:bodyPr/>
                    <a:lstStyle/>
                    <a:p>
                      <a:pPr algn="ctr"/>
                      <a:r>
                        <a:rPr lang="en-US" sz="1100"/>
                        <a:t>Number</a:t>
                      </a:r>
                    </a:p>
                  </a:txBody>
                  <a:tcPr anchor="ctr"/>
                </a:tc>
                <a:tc>
                  <a:txBody>
                    <a:bodyPr/>
                    <a:lstStyle/>
                    <a:p>
                      <a:pPr algn="ctr"/>
                      <a:r>
                        <a:rPr lang="en-US" sz="1100"/>
                        <a:t>0 – 65535</a:t>
                      </a:r>
                    </a:p>
                  </a:txBody>
                  <a:tcPr anchor="ctr"/>
                </a:tc>
                <a:extLst>
                  <a:ext uri="{0D108BD9-81ED-4DB2-BD59-A6C34878D82A}">
                    <a16:rowId xmlns:a16="http://schemas.microsoft.com/office/drawing/2014/main" val="3861820679"/>
                  </a:ext>
                </a:extLst>
              </a:tr>
              <a:tr h="445816">
                <a:tc>
                  <a:txBody>
                    <a:bodyPr/>
                    <a:lstStyle/>
                    <a:p>
                      <a:r>
                        <a:rPr lang="en-US" sz="1100"/>
                        <a:t>MacId</a:t>
                      </a:r>
                    </a:p>
                  </a:txBody>
                  <a:tcPr anchor="ctr"/>
                </a:tc>
                <a:tc>
                  <a:txBody>
                    <a:bodyPr/>
                    <a:lstStyle/>
                    <a:p>
                      <a:pPr algn="ctr"/>
                      <a:r>
                        <a:rPr lang="en-US" sz="1100"/>
                        <a:t>"b0:b2:1c:8f:a7:be"</a:t>
                      </a:r>
                    </a:p>
                  </a:txBody>
                  <a:tcPr anchor="ctr"/>
                </a:tc>
                <a:tc>
                  <a:txBody>
                    <a:bodyPr/>
                    <a:lstStyle/>
                    <a:p>
                      <a:pPr algn="ctr"/>
                      <a:r>
                        <a:rPr lang="en-US" sz="1100"/>
                        <a:t>String</a:t>
                      </a:r>
                    </a:p>
                  </a:txBody>
                  <a:tcPr anchor="ctr"/>
                </a:tc>
                <a:tc>
                  <a:txBody>
                    <a:bodyPr/>
                    <a:lstStyle/>
                    <a:p>
                      <a:pPr algn="ctr"/>
                      <a:r>
                        <a:rPr lang="en-US" sz="1100"/>
                        <a:t>17 char long</a:t>
                      </a:r>
                    </a:p>
                  </a:txBody>
                  <a:tcPr anchor="ctr"/>
                </a:tc>
                <a:extLst>
                  <a:ext uri="{0D108BD9-81ED-4DB2-BD59-A6C34878D82A}">
                    <a16:rowId xmlns:a16="http://schemas.microsoft.com/office/drawing/2014/main" val="195805513"/>
                  </a:ext>
                </a:extLst>
              </a:tr>
              <a:tr h="445816">
                <a:tc>
                  <a:txBody>
                    <a:bodyPr/>
                    <a:lstStyle/>
                    <a:p>
                      <a:r>
                        <a:rPr lang="en-US" sz="1100"/>
                        <a:t>Location</a:t>
                      </a:r>
                    </a:p>
                  </a:txBody>
                  <a:tcPr anchor="ctr"/>
                </a:tc>
                <a:tc>
                  <a:txBody>
                    <a:bodyPr/>
                    <a:lstStyle/>
                    <a:p>
                      <a:pPr algn="ctr"/>
                      <a:r>
                        <a:rPr lang="en-US" sz="1100"/>
                        <a:t>"1</a:t>
                      </a:r>
                      <a:r>
                        <a:rPr lang="en-US" sz="1100" baseline="30000"/>
                        <a:t>st</a:t>
                      </a:r>
                      <a:r>
                        <a:rPr lang="en-US" sz="1100"/>
                        <a:t> Floor"</a:t>
                      </a:r>
                    </a:p>
                  </a:txBody>
                  <a:tcPr anchor="ctr"/>
                </a:tc>
                <a:tc>
                  <a:txBody>
                    <a:bodyPr/>
                    <a:lstStyle/>
                    <a:p>
                      <a:pPr algn="ctr"/>
                      <a:r>
                        <a:rPr lang="en-US" sz="1100"/>
                        <a:t>String</a:t>
                      </a:r>
                    </a:p>
                  </a:txBody>
                  <a:tcPr anchor="ctr"/>
                </a:tc>
                <a:tc>
                  <a:txBody>
                    <a:bodyPr/>
                    <a:lstStyle/>
                    <a:p>
                      <a:pPr algn="ctr"/>
                      <a:r>
                        <a:rPr lang="en-US" sz="1100"/>
                        <a:t>20 char long</a:t>
                      </a:r>
                    </a:p>
                  </a:txBody>
                  <a:tcPr anchor="ctr"/>
                </a:tc>
                <a:extLst>
                  <a:ext uri="{0D108BD9-81ED-4DB2-BD59-A6C34878D82A}">
                    <a16:rowId xmlns:a16="http://schemas.microsoft.com/office/drawing/2014/main" val="3642799325"/>
                  </a:ext>
                </a:extLst>
              </a:tr>
            </a:tbl>
          </a:graphicData>
        </a:graphic>
      </p:graphicFrame>
      <p:sp>
        <p:nvSpPr>
          <p:cNvPr id="5" name="Rectangle 4">
            <a:extLst>
              <a:ext uri="{FF2B5EF4-FFF2-40B4-BE49-F238E27FC236}">
                <a16:creationId xmlns:a16="http://schemas.microsoft.com/office/drawing/2014/main" id="{FC5C99F6-5B11-7A66-60E1-05B1A9C4F9E4}"/>
              </a:ext>
            </a:extLst>
          </p:cNvPr>
          <p:cNvSpPr/>
          <p:nvPr/>
        </p:nvSpPr>
        <p:spPr>
          <a:xfrm>
            <a:off x="267786" y="4059517"/>
            <a:ext cx="4145452"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Provisioning packet</a:t>
            </a:r>
            <a:endParaRPr lang="en-US" sz="1400"/>
          </a:p>
        </p:txBody>
      </p:sp>
      <p:graphicFrame>
        <p:nvGraphicFramePr>
          <p:cNvPr id="6" name="Table 5">
            <a:extLst>
              <a:ext uri="{FF2B5EF4-FFF2-40B4-BE49-F238E27FC236}">
                <a16:creationId xmlns:a16="http://schemas.microsoft.com/office/drawing/2014/main" id="{66A330D4-0C52-FEDC-33B2-A7500B1855E4}"/>
              </a:ext>
            </a:extLst>
          </p:cNvPr>
          <p:cNvGraphicFramePr>
            <a:graphicFrameLocks noGrp="1"/>
          </p:cNvGraphicFramePr>
          <p:nvPr>
            <p:extLst>
              <p:ext uri="{D42A27DB-BD31-4B8C-83A1-F6EECF244321}">
                <p14:modId xmlns:p14="http://schemas.microsoft.com/office/powerpoint/2010/main" val="1526568904"/>
              </p:ext>
            </p:extLst>
          </p:nvPr>
        </p:nvGraphicFramePr>
        <p:xfrm>
          <a:off x="4525460" y="4398870"/>
          <a:ext cx="4156612" cy="2235768"/>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279471">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279471">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6</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279471">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458430284"/>
                  </a:ext>
                </a:extLst>
              </a:tr>
              <a:tr h="279471">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r h="279471">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279471">
                <a:tc>
                  <a:txBody>
                    <a:bodyPr/>
                    <a:lstStyle/>
                    <a:p>
                      <a:r>
                        <a:rPr lang="en-US" sz="1100" err="1"/>
                        <a:t>ElementAddr</a:t>
                      </a:r>
                    </a:p>
                  </a:txBody>
                  <a:tcPr/>
                </a:tc>
                <a:tc>
                  <a:txBody>
                    <a:bodyPr/>
                    <a:lstStyle/>
                    <a:p>
                      <a:pPr algn="ctr"/>
                      <a:r>
                        <a:rPr lang="en-US" sz="1100"/>
                        <a:t>1</a:t>
                      </a:r>
                    </a:p>
                  </a:txBody>
                  <a:tcPr/>
                </a:tc>
                <a:tc>
                  <a:txBody>
                    <a:bodyPr/>
                    <a:lstStyle/>
                    <a:p>
                      <a:pPr algn="ctr"/>
                      <a:r>
                        <a:rPr lang="en-US" sz="1100"/>
                        <a:t>String</a:t>
                      </a:r>
                      <a:endParaRPr lang="en-US" sz="1100" dirty="0"/>
                    </a:p>
                  </a:txBody>
                  <a:tcPr/>
                </a:tc>
                <a:tc>
                  <a:txBody>
                    <a:bodyPr/>
                    <a:lstStyle/>
                    <a:p>
                      <a:pPr algn="ctr"/>
                      <a:r>
                        <a:rPr lang="en-US" sz="1100"/>
                        <a:t>4 Char long</a:t>
                      </a:r>
                      <a:endParaRPr lang="en-US" sz="1100" dirty="0"/>
                    </a:p>
                  </a:txBody>
                  <a:tcPr/>
                </a:tc>
                <a:extLst>
                  <a:ext uri="{0D108BD9-81ED-4DB2-BD59-A6C34878D82A}">
                    <a16:rowId xmlns:a16="http://schemas.microsoft.com/office/drawing/2014/main" val="195805513"/>
                  </a:ext>
                </a:extLst>
              </a:tr>
              <a:tr h="279471">
                <a:tc>
                  <a:txBody>
                    <a:bodyPr/>
                    <a:lstStyle/>
                    <a:p>
                      <a:r>
                        <a:rPr lang="en-US" sz="1100"/>
                        <a:t>Location</a:t>
                      </a:r>
                    </a:p>
                  </a:txBody>
                  <a:tcPr/>
                </a:tc>
                <a:tc>
                  <a:txBody>
                    <a:bodyPr/>
                    <a:lstStyle/>
                    <a:p>
                      <a:pPr algn="ctr"/>
                      <a:r>
                        <a:rPr lang="en-US" sz="1100"/>
                        <a:t>"1</a:t>
                      </a:r>
                      <a:r>
                        <a:rPr lang="en-US" sz="1100" baseline="30000"/>
                        <a:t>st</a:t>
                      </a:r>
                      <a:r>
                        <a:rPr lang="en-US" sz="1100"/>
                        <a:t> Floor"</a:t>
                      </a:r>
                    </a:p>
                  </a:txBody>
                  <a:tcPr/>
                </a:tc>
                <a:tc>
                  <a:txBody>
                    <a:bodyPr/>
                    <a:lstStyle/>
                    <a:p>
                      <a:pPr algn="ctr"/>
                      <a:r>
                        <a:rPr lang="en-US" sz="1100"/>
                        <a:t>String</a:t>
                      </a:r>
                    </a:p>
                  </a:txBody>
                  <a:tcPr/>
                </a:tc>
                <a:tc>
                  <a:txBody>
                    <a:bodyPr/>
                    <a:lstStyle/>
                    <a:p>
                      <a:pPr algn="ctr"/>
                      <a:r>
                        <a:rPr lang="en-US" sz="1100"/>
                        <a:t>20 char long</a:t>
                      </a:r>
                    </a:p>
                  </a:txBody>
                  <a:tcPr/>
                </a:tc>
                <a:extLst>
                  <a:ext uri="{0D108BD9-81ED-4DB2-BD59-A6C34878D82A}">
                    <a16:rowId xmlns:a16="http://schemas.microsoft.com/office/drawing/2014/main" val="142357986"/>
                  </a:ext>
                </a:extLst>
              </a:tr>
              <a:tr h="279471">
                <a:tc>
                  <a:txBody>
                    <a:bodyPr/>
                    <a:lstStyle/>
                    <a:p>
                      <a:r>
                        <a:rPr lang="en-US" sz="1100" err="1"/>
                        <a:t>ErrorCode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0 - 6</a:t>
                      </a:r>
                    </a:p>
                  </a:txBody>
                  <a:tcPr/>
                </a:tc>
                <a:extLst>
                  <a:ext uri="{0D108BD9-81ED-4DB2-BD59-A6C34878D82A}">
                    <a16:rowId xmlns:a16="http://schemas.microsoft.com/office/drawing/2014/main" val="4183338170"/>
                  </a:ext>
                </a:extLst>
              </a:tr>
            </a:tbl>
          </a:graphicData>
        </a:graphic>
      </p:graphicFrame>
      <p:sp>
        <p:nvSpPr>
          <p:cNvPr id="7" name="Rectangle 6">
            <a:extLst>
              <a:ext uri="{FF2B5EF4-FFF2-40B4-BE49-F238E27FC236}">
                <a16:creationId xmlns:a16="http://schemas.microsoft.com/office/drawing/2014/main" id="{9AA65614-0B08-A725-CF14-569E234BA773}"/>
              </a:ext>
            </a:extLst>
          </p:cNvPr>
          <p:cNvSpPr/>
          <p:nvPr/>
        </p:nvSpPr>
        <p:spPr>
          <a:xfrm>
            <a:off x="4525461" y="4059517"/>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Provisioning ack</a:t>
            </a:r>
            <a:endParaRPr lang="en-US" sz="1400"/>
          </a:p>
        </p:txBody>
      </p:sp>
      <p:sp>
        <p:nvSpPr>
          <p:cNvPr id="10" name="Rectangle: Rounded Corners 9">
            <a:extLst>
              <a:ext uri="{FF2B5EF4-FFF2-40B4-BE49-F238E27FC236}">
                <a16:creationId xmlns:a16="http://schemas.microsoft.com/office/drawing/2014/main" id="{F09BA1FE-E2F3-A1CF-21A5-C71F64CD7F57}"/>
              </a:ext>
            </a:extLst>
          </p:cNvPr>
          <p:cNvSpPr/>
          <p:nvPr/>
        </p:nvSpPr>
        <p:spPr>
          <a:xfrm>
            <a:off x="2648198" y="736022"/>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11" name="Straight Connector 10">
            <a:extLst>
              <a:ext uri="{FF2B5EF4-FFF2-40B4-BE49-F238E27FC236}">
                <a16:creationId xmlns:a16="http://schemas.microsoft.com/office/drawing/2014/main" id="{F5DE5403-F1ED-F89D-0681-A24229BCC632}"/>
              </a:ext>
            </a:extLst>
          </p:cNvPr>
          <p:cNvCxnSpPr>
            <a:cxnSpLocks/>
            <a:stCxn id="19" idx="2"/>
          </p:cNvCxnSpPr>
          <p:nvPr/>
        </p:nvCxnSpPr>
        <p:spPr>
          <a:xfrm>
            <a:off x="828677" y="1303288"/>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9C423368-EFCF-0C54-2657-2F188CF11488}"/>
              </a:ext>
            </a:extLst>
          </p:cNvPr>
          <p:cNvCxnSpPr>
            <a:cxnSpLocks/>
            <a:stCxn id="10" idx="2"/>
          </p:cNvCxnSpPr>
          <p:nvPr/>
        </p:nvCxnSpPr>
        <p:spPr>
          <a:xfrm>
            <a:off x="3168898" y="1303289"/>
            <a:ext cx="0" cy="2558914"/>
          </a:xfrm>
          <a:prstGeom prst="line">
            <a:avLst/>
          </a:prstGeom>
          <a:ln w="12700"/>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FDB80A69-6DC8-CD0D-B8F3-A7DA40F0A314}"/>
              </a:ext>
            </a:extLst>
          </p:cNvPr>
          <p:cNvCxnSpPr>
            <a:cxnSpLocks/>
            <a:stCxn id="20" idx="2"/>
          </p:cNvCxnSpPr>
          <p:nvPr/>
        </p:nvCxnSpPr>
        <p:spPr>
          <a:xfrm>
            <a:off x="5632699" y="1287083"/>
            <a:ext cx="0" cy="2575120"/>
          </a:xfrm>
          <a:prstGeom prst="line">
            <a:avLst/>
          </a:prstGeom>
          <a:ln w="12700"/>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6E02144E-D277-F295-5AE4-396B1F14168D}"/>
              </a:ext>
            </a:extLst>
          </p:cNvPr>
          <p:cNvCxnSpPr>
            <a:cxnSpLocks/>
          </p:cNvCxnSpPr>
          <p:nvPr/>
        </p:nvCxnSpPr>
        <p:spPr>
          <a:xfrm>
            <a:off x="840564" y="2060467"/>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3ADFCACF-6033-CB3D-9307-059FC80925F5}"/>
              </a:ext>
            </a:extLst>
          </p:cNvPr>
          <p:cNvCxnSpPr>
            <a:cxnSpLocks/>
          </p:cNvCxnSpPr>
          <p:nvPr/>
        </p:nvCxnSpPr>
        <p:spPr>
          <a:xfrm>
            <a:off x="3186799" y="2060467"/>
            <a:ext cx="24459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8983ED2-B17E-8C7E-ACB8-DBC7B81A84C5}"/>
              </a:ext>
            </a:extLst>
          </p:cNvPr>
          <p:cNvCxnSpPr>
            <a:cxnSpLocks/>
          </p:cNvCxnSpPr>
          <p:nvPr/>
        </p:nvCxnSpPr>
        <p:spPr>
          <a:xfrm flipH="1">
            <a:off x="3153502" y="3623828"/>
            <a:ext cx="24791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BF528E3-1913-9EDC-397B-ECDE98D35624}"/>
              </a:ext>
            </a:extLst>
          </p:cNvPr>
          <p:cNvCxnSpPr>
            <a:cxnSpLocks/>
          </p:cNvCxnSpPr>
          <p:nvPr/>
        </p:nvCxnSpPr>
        <p:spPr>
          <a:xfrm flipH="1">
            <a:off x="842103" y="3623828"/>
            <a:ext cx="23267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10211D6-569A-6A55-2273-766411E2C610}"/>
              </a:ext>
            </a:extLst>
          </p:cNvPr>
          <p:cNvCxnSpPr>
            <a:cxnSpLocks/>
          </p:cNvCxnSpPr>
          <p:nvPr/>
        </p:nvCxnSpPr>
        <p:spPr>
          <a:xfrm flipH="1">
            <a:off x="840564" y="2798901"/>
            <a:ext cx="232833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39F46A8A-F8DA-A939-9F84-A1BE32890896}"/>
              </a:ext>
            </a:extLst>
          </p:cNvPr>
          <p:cNvSpPr/>
          <p:nvPr/>
        </p:nvSpPr>
        <p:spPr>
          <a:xfrm>
            <a:off x="307977" y="73602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20" name="Rectangle: Rounded Corners 19">
            <a:extLst>
              <a:ext uri="{FF2B5EF4-FFF2-40B4-BE49-F238E27FC236}">
                <a16:creationId xmlns:a16="http://schemas.microsoft.com/office/drawing/2014/main" id="{DA3B4CBE-2DDB-D2FE-667A-C8CE242B5D50}"/>
              </a:ext>
            </a:extLst>
          </p:cNvPr>
          <p:cNvSpPr/>
          <p:nvPr/>
        </p:nvSpPr>
        <p:spPr>
          <a:xfrm>
            <a:off x="5111999" y="71981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Node</a:t>
            </a:r>
          </a:p>
        </p:txBody>
      </p:sp>
      <p:sp>
        <p:nvSpPr>
          <p:cNvPr id="21" name="TextBox 20">
            <a:extLst>
              <a:ext uri="{FF2B5EF4-FFF2-40B4-BE49-F238E27FC236}">
                <a16:creationId xmlns:a16="http://schemas.microsoft.com/office/drawing/2014/main" id="{E46D95B4-1897-B727-0527-5B8713195AAE}"/>
              </a:ext>
            </a:extLst>
          </p:cNvPr>
          <p:cNvSpPr txBox="1"/>
          <p:nvPr/>
        </p:nvSpPr>
        <p:spPr>
          <a:xfrm>
            <a:off x="1061613" y="1645126"/>
            <a:ext cx="2091889" cy="430887"/>
          </a:xfrm>
          <a:prstGeom prst="rect">
            <a:avLst/>
          </a:prstGeom>
          <a:noFill/>
        </p:spPr>
        <p:txBody>
          <a:bodyPr wrap="square" rtlCol="0">
            <a:spAutoFit/>
          </a:bodyPr>
          <a:lstStyle/>
          <a:p>
            <a:r>
              <a:rPr lang="en-US" sz="1100"/>
              <a:t>1. Provision packet is sent from cloud to gateway</a:t>
            </a:r>
            <a:endParaRPr lang="en-IN" sz="1100"/>
          </a:p>
        </p:txBody>
      </p:sp>
      <p:sp>
        <p:nvSpPr>
          <p:cNvPr id="22" name="TextBox 21">
            <a:extLst>
              <a:ext uri="{FF2B5EF4-FFF2-40B4-BE49-F238E27FC236}">
                <a16:creationId xmlns:a16="http://schemas.microsoft.com/office/drawing/2014/main" id="{665591E1-7F42-9CE9-74E6-F9CB068AA255}"/>
              </a:ext>
            </a:extLst>
          </p:cNvPr>
          <p:cNvSpPr txBox="1"/>
          <p:nvPr/>
        </p:nvSpPr>
        <p:spPr>
          <a:xfrm>
            <a:off x="3474413" y="1645126"/>
            <a:ext cx="2091889" cy="430887"/>
          </a:xfrm>
          <a:prstGeom prst="rect">
            <a:avLst/>
          </a:prstGeom>
          <a:noFill/>
        </p:spPr>
        <p:txBody>
          <a:bodyPr wrap="square" rtlCol="0">
            <a:spAutoFit/>
          </a:bodyPr>
          <a:lstStyle/>
          <a:p>
            <a:r>
              <a:rPr lang="en-US" sz="1100"/>
              <a:t>2. Provision packet is sent from cloud to gateway</a:t>
            </a:r>
            <a:endParaRPr lang="en-IN" sz="1100"/>
          </a:p>
        </p:txBody>
      </p:sp>
      <p:cxnSp>
        <p:nvCxnSpPr>
          <p:cNvPr id="23" name="Straight Arrow Connector 22">
            <a:extLst>
              <a:ext uri="{FF2B5EF4-FFF2-40B4-BE49-F238E27FC236}">
                <a16:creationId xmlns:a16="http://schemas.microsoft.com/office/drawing/2014/main" id="{4F2C6121-05C1-D927-4FE7-3A599A758C15}"/>
              </a:ext>
            </a:extLst>
          </p:cNvPr>
          <p:cNvCxnSpPr>
            <a:cxnSpLocks/>
            <a:stCxn id="19" idx="3"/>
            <a:endCxn id="10" idx="1"/>
          </p:cNvCxnSpPr>
          <p:nvPr/>
        </p:nvCxnSpPr>
        <p:spPr>
          <a:xfrm>
            <a:off x="1349377" y="1019655"/>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2B917790-8EEF-34D3-346F-53B87238B68B}"/>
              </a:ext>
            </a:extLst>
          </p:cNvPr>
          <p:cNvSpPr txBox="1"/>
          <p:nvPr/>
        </p:nvSpPr>
        <p:spPr>
          <a:xfrm>
            <a:off x="1606798" y="736021"/>
            <a:ext cx="766231" cy="307777"/>
          </a:xfrm>
          <a:prstGeom prst="rect">
            <a:avLst/>
          </a:prstGeom>
          <a:noFill/>
        </p:spPr>
        <p:txBody>
          <a:bodyPr wrap="square" rtlCol="0">
            <a:spAutoFit/>
          </a:bodyPr>
          <a:lstStyle/>
          <a:p>
            <a:pPr algn="ctr"/>
            <a:r>
              <a:rPr lang="en-US" sz="1400"/>
              <a:t>LTE</a:t>
            </a:r>
          </a:p>
        </p:txBody>
      </p:sp>
      <p:cxnSp>
        <p:nvCxnSpPr>
          <p:cNvPr id="25" name="Straight Arrow Connector 24">
            <a:extLst>
              <a:ext uri="{FF2B5EF4-FFF2-40B4-BE49-F238E27FC236}">
                <a16:creationId xmlns:a16="http://schemas.microsoft.com/office/drawing/2014/main" id="{D7D137C8-29AE-674E-D008-0EB55CA3264D}"/>
              </a:ext>
            </a:extLst>
          </p:cNvPr>
          <p:cNvCxnSpPr>
            <a:cxnSpLocks/>
            <a:stCxn id="10" idx="3"/>
            <a:endCxn id="20" idx="1"/>
          </p:cNvCxnSpPr>
          <p:nvPr/>
        </p:nvCxnSpPr>
        <p:spPr>
          <a:xfrm flipV="1">
            <a:off x="3689598" y="1003450"/>
            <a:ext cx="1422401" cy="16206"/>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86BC2A74-AFF2-724F-D3C1-80E6146EA203}"/>
              </a:ext>
            </a:extLst>
          </p:cNvPr>
          <p:cNvSpPr txBox="1"/>
          <p:nvPr/>
        </p:nvSpPr>
        <p:spPr>
          <a:xfrm>
            <a:off x="4026633" y="716845"/>
            <a:ext cx="766231" cy="307777"/>
          </a:xfrm>
          <a:prstGeom prst="rect">
            <a:avLst/>
          </a:prstGeom>
          <a:noFill/>
        </p:spPr>
        <p:txBody>
          <a:bodyPr wrap="square" rtlCol="0">
            <a:spAutoFit/>
          </a:bodyPr>
          <a:lstStyle/>
          <a:p>
            <a:pPr algn="ctr"/>
            <a:r>
              <a:rPr lang="en-US" sz="1400"/>
              <a:t>BLE</a:t>
            </a:r>
          </a:p>
        </p:txBody>
      </p:sp>
      <p:sp>
        <p:nvSpPr>
          <p:cNvPr id="27" name="TextBox 26">
            <a:extLst>
              <a:ext uri="{FF2B5EF4-FFF2-40B4-BE49-F238E27FC236}">
                <a16:creationId xmlns:a16="http://schemas.microsoft.com/office/drawing/2014/main" id="{1848455B-6002-7BC0-DF7B-4EB096058248}"/>
              </a:ext>
            </a:extLst>
          </p:cNvPr>
          <p:cNvSpPr txBox="1"/>
          <p:nvPr/>
        </p:nvSpPr>
        <p:spPr>
          <a:xfrm>
            <a:off x="1028058" y="2191272"/>
            <a:ext cx="2091889" cy="600164"/>
          </a:xfrm>
          <a:prstGeom prst="rect">
            <a:avLst/>
          </a:prstGeom>
          <a:noFill/>
        </p:spPr>
        <p:txBody>
          <a:bodyPr wrap="square" rtlCol="0">
            <a:spAutoFit/>
          </a:bodyPr>
          <a:lstStyle/>
          <a:p>
            <a:r>
              <a:rPr lang="en-US" sz="1100"/>
              <a:t>3a. If provision packet recvd from cloud has error, ack send back to cloud with error code</a:t>
            </a:r>
            <a:endParaRPr lang="en-IN" sz="1100"/>
          </a:p>
        </p:txBody>
      </p:sp>
      <p:sp>
        <p:nvSpPr>
          <p:cNvPr id="28" name="TextBox 27">
            <a:extLst>
              <a:ext uri="{FF2B5EF4-FFF2-40B4-BE49-F238E27FC236}">
                <a16:creationId xmlns:a16="http://schemas.microsoft.com/office/drawing/2014/main" id="{1A425532-A942-C2F5-706E-C0B4884E414A}"/>
              </a:ext>
            </a:extLst>
          </p:cNvPr>
          <p:cNvSpPr txBox="1"/>
          <p:nvPr/>
        </p:nvSpPr>
        <p:spPr>
          <a:xfrm>
            <a:off x="3460080" y="3167871"/>
            <a:ext cx="2091889" cy="430887"/>
          </a:xfrm>
          <a:prstGeom prst="rect">
            <a:avLst/>
          </a:prstGeom>
          <a:noFill/>
        </p:spPr>
        <p:txBody>
          <a:bodyPr wrap="square" rtlCol="0">
            <a:spAutoFit/>
          </a:bodyPr>
          <a:lstStyle/>
          <a:p>
            <a:r>
              <a:rPr lang="en-US" sz="1100"/>
              <a:t>3b. Node sends provisioning ack to Gateway</a:t>
            </a:r>
            <a:endParaRPr lang="en-IN" sz="1100"/>
          </a:p>
        </p:txBody>
      </p:sp>
      <p:sp>
        <p:nvSpPr>
          <p:cNvPr id="29" name="TextBox 28">
            <a:extLst>
              <a:ext uri="{FF2B5EF4-FFF2-40B4-BE49-F238E27FC236}">
                <a16:creationId xmlns:a16="http://schemas.microsoft.com/office/drawing/2014/main" id="{89A4020E-B10C-72CA-269E-8E6B24B0D6CC}"/>
              </a:ext>
            </a:extLst>
          </p:cNvPr>
          <p:cNvSpPr txBox="1"/>
          <p:nvPr/>
        </p:nvSpPr>
        <p:spPr>
          <a:xfrm>
            <a:off x="1028057" y="3167871"/>
            <a:ext cx="2091889" cy="430887"/>
          </a:xfrm>
          <a:prstGeom prst="rect">
            <a:avLst/>
          </a:prstGeom>
          <a:noFill/>
        </p:spPr>
        <p:txBody>
          <a:bodyPr wrap="square" rtlCol="0">
            <a:spAutoFit/>
          </a:bodyPr>
          <a:lstStyle/>
          <a:p>
            <a:r>
              <a:rPr lang="en-US" sz="1100"/>
              <a:t>4. Gateway send provisioning ack back to cloud</a:t>
            </a:r>
            <a:endParaRPr lang="en-IN" sz="1100"/>
          </a:p>
        </p:txBody>
      </p:sp>
      <p:sp>
        <p:nvSpPr>
          <p:cNvPr id="30" name="Rectangle: Rounded Corners 29">
            <a:extLst>
              <a:ext uri="{FF2B5EF4-FFF2-40B4-BE49-F238E27FC236}">
                <a16:creationId xmlns:a16="http://schemas.microsoft.com/office/drawing/2014/main" id="{20B7F450-DF20-8233-0A3E-2391B6DA3697}"/>
              </a:ext>
            </a:extLst>
          </p:cNvPr>
          <p:cNvSpPr/>
          <p:nvPr/>
        </p:nvSpPr>
        <p:spPr>
          <a:xfrm>
            <a:off x="8883060" y="202483"/>
            <a:ext cx="3000963" cy="1654892"/>
          </a:xfrm>
          <a:prstGeom prst="roundRect">
            <a:avLst>
              <a:gd name="adj" fmla="val 6307"/>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packet (Cloud -&gt; Gateway)</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6,    </a:t>
            </a:r>
          </a:p>
          <a:p>
            <a:pPr algn="just"/>
            <a:r>
              <a:rPr lang="en-US" sz="1100">
                <a:solidFill>
                  <a:schemeClr val="tx1"/>
                </a:solidFill>
                <a:latin typeface="+mj-lt"/>
                <a:cs typeface="Calibri"/>
              </a:rPr>
              <a:t>     "MsgSeqNo": 1,    </a:t>
            </a:r>
          </a:p>
          <a:p>
            <a:pPr algn="just"/>
            <a:r>
              <a:rPr lang="en-US" sz="1100">
                <a:solidFill>
                  <a:schemeClr val="tx1"/>
                </a:solidFill>
                <a:latin typeface="+mj-lt"/>
                <a:cs typeface="Calibri"/>
              </a:rPr>
              <a:t>     "GwySerNo": 2,    </a:t>
            </a:r>
          </a:p>
          <a:p>
            <a:pPr algn="just"/>
            <a:r>
              <a:rPr lang="en-US" sz="1100">
                <a:solidFill>
                  <a:schemeClr val="tx1"/>
                </a:solidFill>
                <a:latin typeface="+mj-lt"/>
                <a:cs typeface="Calibri"/>
              </a:rPr>
              <a:t>     "NodeSerNo": 3,    </a:t>
            </a:r>
          </a:p>
          <a:p>
            <a:pPr algn="just"/>
            <a:r>
              <a:rPr lang="en-US" sz="1100">
                <a:solidFill>
                  <a:schemeClr val="tx1"/>
                </a:solidFill>
                <a:latin typeface="+mj-lt"/>
                <a:cs typeface="Calibri"/>
              </a:rPr>
              <a:t>     "MacId": "b0:b2:1c:8f:a7:be",</a:t>
            </a:r>
          </a:p>
          <a:p>
            <a:pPr algn="just"/>
            <a:r>
              <a:rPr lang="en-US" sz="1100">
                <a:solidFill>
                  <a:schemeClr val="tx1"/>
                </a:solidFill>
                <a:latin typeface="+mj-lt"/>
                <a:cs typeface="Calibri"/>
              </a:rPr>
              <a:t>     "Location": "1</a:t>
            </a:r>
            <a:r>
              <a:rPr lang="en-US" sz="1100" baseline="30000">
                <a:solidFill>
                  <a:schemeClr val="tx1"/>
                </a:solidFill>
                <a:latin typeface="+mj-lt"/>
                <a:cs typeface="Calibri"/>
              </a:rPr>
              <a:t>st</a:t>
            </a:r>
            <a:r>
              <a:rPr lang="en-US" sz="1100">
                <a:solidFill>
                  <a:schemeClr val="tx1"/>
                </a:solidFill>
                <a:latin typeface="+mj-lt"/>
                <a:cs typeface="Calibri"/>
              </a:rPr>
              <a:t> floor"    </a:t>
            </a:r>
          </a:p>
          <a:p>
            <a:pPr algn="just"/>
            <a:r>
              <a:rPr lang="en-US" sz="1100">
                <a:solidFill>
                  <a:schemeClr val="tx1"/>
                </a:solidFill>
                <a:latin typeface="+mj-lt"/>
                <a:cs typeface="Calibri"/>
              </a:rPr>
              <a:t>}</a:t>
            </a:r>
          </a:p>
        </p:txBody>
      </p:sp>
      <p:sp>
        <p:nvSpPr>
          <p:cNvPr id="31" name="TextBox 30">
            <a:extLst>
              <a:ext uri="{FF2B5EF4-FFF2-40B4-BE49-F238E27FC236}">
                <a16:creationId xmlns:a16="http://schemas.microsoft.com/office/drawing/2014/main" id="{A680FCF2-94C8-1C29-6727-E38B28A36A5F}"/>
              </a:ext>
            </a:extLst>
          </p:cNvPr>
          <p:cNvSpPr txBox="1"/>
          <p:nvPr/>
        </p:nvSpPr>
        <p:spPr>
          <a:xfrm>
            <a:off x="1517898" y="221983"/>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Node Provisioning</a:t>
            </a:r>
          </a:p>
        </p:txBody>
      </p:sp>
      <p:sp>
        <p:nvSpPr>
          <p:cNvPr id="32" name="Rectangle: Rounded Corners 31">
            <a:extLst>
              <a:ext uri="{FF2B5EF4-FFF2-40B4-BE49-F238E27FC236}">
                <a16:creationId xmlns:a16="http://schemas.microsoft.com/office/drawing/2014/main" id="{7B0537C3-EF86-CE7A-3E86-4A295BF67E6E}"/>
              </a:ext>
            </a:extLst>
          </p:cNvPr>
          <p:cNvSpPr/>
          <p:nvPr/>
        </p:nvSpPr>
        <p:spPr>
          <a:xfrm>
            <a:off x="8893681" y="1989851"/>
            <a:ext cx="3000963" cy="1899658"/>
          </a:xfrm>
          <a:prstGeom prst="roundRect">
            <a:avLst>
              <a:gd name="adj" fmla="val 663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ack (Gateway -&gt; Cloud)</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6,    </a:t>
            </a:r>
          </a:p>
          <a:p>
            <a:pPr algn="just"/>
            <a:r>
              <a:rPr lang="en-US" sz="1100">
                <a:solidFill>
                  <a:schemeClr val="tx1"/>
                </a:solidFill>
                <a:latin typeface="+mj-lt"/>
                <a:cs typeface="Calibri"/>
              </a:rPr>
              <a:t>     "MsgSeqNo": 1,    </a:t>
            </a:r>
          </a:p>
          <a:p>
            <a:pPr algn="just"/>
            <a:r>
              <a:rPr lang="en-US" sz="1100">
                <a:solidFill>
                  <a:schemeClr val="tx1"/>
                </a:solidFill>
                <a:latin typeface="+mj-lt"/>
                <a:cs typeface="Calibri"/>
              </a:rPr>
              <a:t>     "GwySerNo": 2,    </a:t>
            </a:r>
          </a:p>
          <a:p>
            <a:pPr algn="just"/>
            <a:r>
              <a:rPr lang="en-US" sz="1100">
                <a:solidFill>
                  <a:schemeClr val="tx1"/>
                </a:solidFill>
                <a:latin typeface="+mj-lt"/>
                <a:cs typeface="Calibri"/>
              </a:rPr>
              <a:t>     "NodeSerNo": 3,    </a:t>
            </a:r>
          </a:p>
          <a:p>
            <a:pPr algn="just"/>
            <a:r>
              <a:rPr lang="en-US" sz="1100">
                <a:solidFill>
                  <a:schemeClr val="tx1"/>
                </a:solidFill>
                <a:latin typeface="+mj-lt"/>
                <a:cs typeface="Calibri"/>
              </a:rPr>
              <a:t>     "ElementAddr": 55,</a:t>
            </a:r>
          </a:p>
          <a:p>
            <a:pPr algn="just"/>
            <a:r>
              <a:rPr lang="en-US" sz="1100">
                <a:solidFill>
                  <a:schemeClr val="tx1"/>
                </a:solidFill>
                <a:latin typeface="+mj-lt"/>
                <a:cs typeface="Calibri"/>
              </a:rPr>
              <a:t>     "Location" : "1</a:t>
            </a:r>
            <a:r>
              <a:rPr lang="en-US" sz="1100" baseline="30000">
                <a:solidFill>
                  <a:schemeClr val="tx1"/>
                </a:solidFill>
                <a:latin typeface="+mj-lt"/>
                <a:cs typeface="Calibri"/>
              </a:rPr>
              <a:t>st</a:t>
            </a:r>
            <a:r>
              <a:rPr lang="en-US" sz="1100">
                <a:solidFill>
                  <a:schemeClr val="tx1"/>
                </a:solidFill>
                <a:latin typeface="+mj-lt"/>
                <a:cs typeface="Calibri"/>
              </a:rPr>
              <a:t> floor",</a:t>
            </a:r>
          </a:p>
          <a:p>
            <a:pPr algn="just"/>
            <a:r>
              <a:rPr lang="en-US" sz="1100">
                <a:solidFill>
                  <a:schemeClr val="tx1"/>
                </a:solidFill>
                <a:latin typeface="+mj-lt"/>
                <a:cs typeface="Calibri"/>
              </a:rPr>
              <a:t>     "ErrorCode" : 0</a:t>
            </a:r>
          </a:p>
          <a:p>
            <a:pPr algn="just"/>
            <a:r>
              <a:rPr lang="en-US" sz="1100">
                <a:solidFill>
                  <a:schemeClr val="tx1"/>
                </a:solidFill>
                <a:latin typeface="+mj-lt"/>
                <a:cs typeface="Calibri"/>
              </a:rPr>
              <a:t>}</a:t>
            </a:r>
          </a:p>
        </p:txBody>
      </p:sp>
      <p:sp>
        <p:nvSpPr>
          <p:cNvPr id="2" name="TextBox 1">
            <a:extLst>
              <a:ext uri="{FF2B5EF4-FFF2-40B4-BE49-F238E27FC236}">
                <a16:creationId xmlns:a16="http://schemas.microsoft.com/office/drawing/2014/main" id="{5A33A63D-4498-BAAA-2A85-03CFD5D3EDA2}"/>
              </a:ext>
            </a:extLst>
          </p:cNvPr>
          <p:cNvSpPr txBox="1"/>
          <p:nvPr/>
        </p:nvSpPr>
        <p:spPr>
          <a:xfrm>
            <a:off x="6380927" y="163881"/>
            <a:ext cx="2111487" cy="3613746"/>
          </a:xfrm>
          <a:prstGeom prst="rect">
            <a:avLst/>
          </a:prstGeom>
          <a:noFill/>
        </p:spPr>
        <p:txBody>
          <a:bodyPr wrap="square" lIns="91440" tIns="45720" rIns="91440" bIns="45720" rtlCol="0" anchor="t">
            <a:spAutoFit/>
          </a:bodyPr>
          <a:lstStyle/>
          <a:p>
            <a:pPr marL="285750" indent="-285750" algn="just">
              <a:lnSpc>
                <a:spcPct val="150000"/>
              </a:lnSpc>
              <a:buFont typeface="Arial" panose="020B0604020202020204" pitchFamily="34" charset="0"/>
              <a:buChar char="•"/>
            </a:pPr>
            <a:r>
              <a:rPr lang="en-US" sz="1400">
                <a:latin typeface="+mj-lt"/>
              </a:rPr>
              <a:t>Node provisioning is the process of adding a Node into the Mesh network.</a:t>
            </a:r>
          </a:p>
          <a:p>
            <a:pPr marL="285750" indent="-285750" algn="just">
              <a:lnSpc>
                <a:spcPct val="150000"/>
              </a:lnSpc>
              <a:buFont typeface="Arial" panose="020B0604020202020204" pitchFamily="34" charset="0"/>
              <a:buChar char="•"/>
            </a:pPr>
            <a:r>
              <a:rPr lang="en-US" sz="1400">
                <a:latin typeface="+mj-lt"/>
              </a:rPr>
              <a:t>Using the Mobile app, user will scan the QR code sticker placed on the Node device. The QR code contains all information related to the Node.</a:t>
            </a:r>
            <a:endParaRPr lang="en-US" sz="1400" dirty="0">
              <a:latin typeface="+mj-lt"/>
              <a:cs typeface="Calibri Light"/>
            </a:endParaRPr>
          </a:p>
        </p:txBody>
      </p:sp>
    </p:spTree>
    <p:extLst>
      <p:ext uri="{BB962C8B-B14F-4D97-AF65-F5344CB8AC3E}">
        <p14:creationId xmlns:p14="http://schemas.microsoft.com/office/powerpoint/2010/main" val="3741343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8165F5-5A6A-07FF-1A41-25769A68097B}"/>
              </a:ext>
            </a:extLst>
          </p:cNvPr>
          <p:cNvSpPr/>
          <p:nvPr/>
        </p:nvSpPr>
        <p:spPr>
          <a:xfrm>
            <a:off x="2648198" y="736022"/>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5" name="Straight Connector 4">
            <a:extLst>
              <a:ext uri="{FF2B5EF4-FFF2-40B4-BE49-F238E27FC236}">
                <a16:creationId xmlns:a16="http://schemas.microsoft.com/office/drawing/2014/main" id="{E9A21C8D-6DCF-C12C-1591-1D082E94E035}"/>
              </a:ext>
            </a:extLst>
          </p:cNvPr>
          <p:cNvCxnSpPr>
            <a:cxnSpLocks/>
            <a:stCxn id="8" idx="2"/>
          </p:cNvCxnSpPr>
          <p:nvPr/>
        </p:nvCxnSpPr>
        <p:spPr>
          <a:xfrm>
            <a:off x="828677" y="1303288"/>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C6D8B34B-0656-DFAA-CCCB-F789DA9D446C}"/>
              </a:ext>
            </a:extLst>
          </p:cNvPr>
          <p:cNvCxnSpPr>
            <a:cxnSpLocks/>
            <a:stCxn id="4" idx="2"/>
          </p:cNvCxnSpPr>
          <p:nvPr/>
        </p:nvCxnSpPr>
        <p:spPr>
          <a:xfrm>
            <a:off x="3168898" y="1303289"/>
            <a:ext cx="0" cy="2558914"/>
          </a:xfrm>
          <a:prstGeom prst="line">
            <a:avLst/>
          </a:prstGeom>
          <a:ln w="12700"/>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E0D13990-0B03-DF48-5596-1531AC07A6EE}"/>
              </a:ext>
            </a:extLst>
          </p:cNvPr>
          <p:cNvCxnSpPr>
            <a:cxnSpLocks/>
            <a:stCxn id="9" idx="2"/>
          </p:cNvCxnSpPr>
          <p:nvPr/>
        </p:nvCxnSpPr>
        <p:spPr>
          <a:xfrm>
            <a:off x="5632699" y="1287083"/>
            <a:ext cx="0" cy="2575120"/>
          </a:xfrm>
          <a:prstGeom prst="line">
            <a:avLst/>
          </a:prstGeom>
          <a:ln w="12700"/>
        </p:spPr>
        <p:style>
          <a:lnRef idx="2">
            <a:schemeClr val="dk1"/>
          </a:lnRef>
          <a:fillRef idx="0">
            <a:schemeClr val="dk1"/>
          </a:fillRef>
          <a:effectRef idx="1">
            <a:schemeClr val="dk1"/>
          </a:effectRef>
          <a:fontRef idx="minor">
            <a:schemeClr val="tx1"/>
          </a:fontRef>
        </p:style>
      </p:cxnSp>
      <p:sp>
        <p:nvSpPr>
          <p:cNvPr id="8" name="Rectangle: Rounded Corners 7">
            <a:extLst>
              <a:ext uri="{FF2B5EF4-FFF2-40B4-BE49-F238E27FC236}">
                <a16:creationId xmlns:a16="http://schemas.microsoft.com/office/drawing/2014/main" id="{9E62FC3E-1912-840C-AA40-FA7E0D8C4688}"/>
              </a:ext>
            </a:extLst>
          </p:cNvPr>
          <p:cNvSpPr/>
          <p:nvPr/>
        </p:nvSpPr>
        <p:spPr>
          <a:xfrm>
            <a:off x="307977" y="73602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9" name="Rectangle: Rounded Corners 8">
            <a:extLst>
              <a:ext uri="{FF2B5EF4-FFF2-40B4-BE49-F238E27FC236}">
                <a16:creationId xmlns:a16="http://schemas.microsoft.com/office/drawing/2014/main" id="{DB0EF95E-2B3F-B240-07F2-9AF6FEBA2181}"/>
              </a:ext>
            </a:extLst>
          </p:cNvPr>
          <p:cNvSpPr/>
          <p:nvPr/>
        </p:nvSpPr>
        <p:spPr>
          <a:xfrm>
            <a:off x="5111999" y="71981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Node</a:t>
            </a:r>
          </a:p>
        </p:txBody>
      </p:sp>
      <p:cxnSp>
        <p:nvCxnSpPr>
          <p:cNvPr id="10" name="Straight Arrow Connector 9">
            <a:extLst>
              <a:ext uri="{FF2B5EF4-FFF2-40B4-BE49-F238E27FC236}">
                <a16:creationId xmlns:a16="http://schemas.microsoft.com/office/drawing/2014/main" id="{168BE019-D407-F6D4-9C80-06CAE6F4D4E1}"/>
              </a:ext>
            </a:extLst>
          </p:cNvPr>
          <p:cNvCxnSpPr>
            <a:cxnSpLocks/>
            <a:stCxn id="8" idx="3"/>
            <a:endCxn id="4" idx="1"/>
          </p:cNvCxnSpPr>
          <p:nvPr/>
        </p:nvCxnSpPr>
        <p:spPr>
          <a:xfrm>
            <a:off x="1349377" y="1019655"/>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B9E356FF-A461-C4C9-CFD9-FEE7F1EAF1C3}"/>
              </a:ext>
            </a:extLst>
          </p:cNvPr>
          <p:cNvSpPr txBox="1"/>
          <p:nvPr/>
        </p:nvSpPr>
        <p:spPr>
          <a:xfrm>
            <a:off x="1606798" y="736021"/>
            <a:ext cx="766231" cy="307777"/>
          </a:xfrm>
          <a:prstGeom prst="rect">
            <a:avLst/>
          </a:prstGeom>
          <a:noFill/>
        </p:spPr>
        <p:txBody>
          <a:bodyPr wrap="square" rtlCol="0">
            <a:spAutoFit/>
          </a:bodyPr>
          <a:lstStyle/>
          <a:p>
            <a:pPr algn="ctr"/>
            <a:r>
              <a:rPr lang="en-US" sz="1400"/>
              <a:t>LTE</a:t>
            </a:r>
          </a:p>
        </p:txBody>
      </p:sp>
      <p:cxnSp>
        <p:nvCxnSpPr>
          <p:cNvPr id="12" name="Straight Arrow Connector 11">
            <a:extLst>
              <a:ext uri="{FF2B5EF4-FFF2-40B4-BE49-F238E27FC236}">
                <a16:creationId xmlns:a16="http://schemas.microsoft.com/office/drawing/2014/main" id="{CCCF1B18-2BA7-04E8-FF8C-3FE736E84C46}"/>
              </a:ext>
            </a:extLst>
          </p:cNvPr>
          <p:cNvCxnSpPr>
            <a:cxnSpLocks/>
            <a:stCxn id="4" idx="3"/>
            <a:endCxn id="9" idx="1"/>
          </p:cNvCxnSpPr>
          <p:nvPr/>
        </p:nvCxnSpPr>
        <p:spPr>
          <a:xfrm flipV="1">
            <a:off x="3689598" y="1003450"/>
            <a:ext cx="1422401" cy="16206"/>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923A9D6C-68BC-9328-A4C8-993B5B52C46B}"/>
              </a:ext>
            </a:extLst>
          </p:cNvPr>
          <p:cNvSpPr txBox="1"/>
          <p:nvPr/>
        </p:nvSpPr>
        <p:spPr>
          <a:xfrm>
            <a:off x="4026633" y="716845"/>
            <a:ext cx="766231" cy="307777"/>
          </a:xfrm>
          <a:prstGeom prst="rect">
            <a:avLst/>
          </a:prstGeom>
          <a:noFill/>
        </p:spPr>
        <p:txBody>
          <a:bodyPr wrap="square" rtlCol="0">
            <a:spAutoFit/>
          </a:bodyPr>
          <a:lstStyle/>
          <a:p>
            <a:pPr algn="ctr"/>
            <a:r>
              <a:rPr lang="en-US" sz="1400"/>
              <a:t>BLE</a:t>
            </a:r>
          </a:p>
        </p:txBody>
      </p:sp>
      <p:sp>
        <p:nvSpPr>
          <p:cNvPr id="14" name="TextBox 13">
            <a:extLst>
              <a:ext uri="{FF2B5EF4-FFF2-40B4-BE49-F238E27FC236}">
                <a16:creationId xmlns:a16="http://schemas.microsoft.com/office/drawing/2014/main" id="{919016DE-E639-0C93-4053-68BB17ED2777}"/>
              </a:ext>
            </a:extLst>
          </p:cNvPr>
          <p:cNvSpPr txBox="1"/>
          <p:nvPr/>
        </p:nvSpPr>
        <p:spPr>
          <a:xfrm>
            <a:off x="1517898" y="221983"/>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Node Configuration</a:t>
            </a:r>
          </a:p>
        </p:txBody>
      </p:sp>
      <p:cxnSp>
        <p:nvCxnSpPr>
          <p:cNvPr id="17" name="Straight Arrow Connector 16">
            <a:extLst>
              <a:ext uri="{FF2B5EF4-FFF2-40B4-BE49-F238E27FC236}">
                <a16:creationId xmlns:a16="http://schemas.microsoft.com/office/drawing/2014/main" id="{15F33163-76F1-EA67-4F7B-C006F2E40A8D}"/>
              </a:ext>
            </a:extLst>
          </p:cNvPr>
          <p:cNvCxnSpPr>
            <a:cxnSpLocks/>
          </p:cNvCxnSpPr>
          <p:nvPr/>
        </p:nvCxnSpPr>
        <p:spPr>
          <a:xfrm flipH="1">
            <a:off x="3168898" y="1956953"/>
            <a:ext cx="246380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D16BAF6-DE77-1C9D-8D53-3E7A8D2C71F6}"/>
              </a:ext>
            </a:extLst>
          </p:cNvPr>
          <p:cNvSpPr txBox="1"/>
          <p:nvPr/>
        </p:nvSpPr>
        <p:spPr>
          <a:xfrm>
            <a:off x="3460080" y="1500996"/>
            <a:ext cx="2091889" cy="430887"/>
          </a:xfrm>
          <a:prstGeom prst="rect">
            <a:avLst/>
          </a:prstGeom>
          <a:noFill/>
        </p:spPr>
        <p:txBody>
          <a:bodyPr wrap="square" rtlCol="0">
            <a:spAutoFit/>
          </a:bodyPr>
          <a:lstStyle/>
          <a:p>
            <a:r>
              <a:rPr lang="en-US" sz="1100"/>
              <a:t>1. Node sends configuration information to Gateway</a:t>
            </a:r>
            <a:endParaRPr lang="en-IN" sz="1100"/>
          </a:p>
        </p:txBody>
      </p:sp>
      <p:cxnSp>
        <p:nvCxnSpPr>
          <p:cNvPr id="19" name="Straight Arrow Connector 18">
            <a:extLst>
              <a:ext uri="{FF2B5EF4-FFF2-40B4-BE49-F238E27FC236}">
                <a16:creationId xmlns:a16="http://schemas.microsoft.com/office/drawing/2014/main" id="{9735CB96-2EB1-6683-BA01-CE35F74A8369}"/>
              </a:ext>
            </a:extLst>
          </p:cNvPr>
          <p:cNvCxnSpPr>
            <a:cxnSpLocks/>
          </p:cNvCxnSpPr>
          <p:nvPr/>
        </p:nvCxnSpPr>
        <p:spPr>
          <a:xfrm flipH="1">
            <a:off x="840564" y="1956953"/>
            <a:ext cx="231293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7699798-61BA-4F1F-FDDD-6B07A4CDA550}"/>
              </a:ext>
            </a:extLst>
          </p:cNvPr>
          <p:cNvSpPr txBox="1"/>
          <p:nvPr/>
        </p:nvSpPr>
        <p:spPr>
          <a:xfrm>
            <a:off x="1026519" y="1500602"/>
            <a:ext cx="2091889" cy="430887"/>
          </a:xfrm>
          <a:prstGeom prst="rect">
            <a:avLst/>
          </a:prstGeom>
          <a:noFill/>
        </p:spPr>
        <p:txBody>
          <a:bodyPr wrap="square" rtlCol="0">
            <a:spAutoFit/>
          </a:bodyPr>
          <a:lstStyle/>
          <a:p>
            <a:r>
              <a:rPr lang="en-US" sz="1100"/>
              <a:t>2. Gateway sends configuration info of node to cloud</a:t>
            </a:r>
            <a:endParaRPr lang="en-IN" sz="1100"/>
          </a:p>
        </p:txBody>
      </p:sp>
      <p:graphicFrame>
        <p:nvGraphicFramePr>
          <p:cNvPr id="25" name="Table 24">
            <a:extLst>
              <a:ext uri="{FF2B5EF4-FFF2-40B4-BE49-F238E27FC236}">
                <a16:creationId xmlns:a16="http://schemas.microsoft.com/office/drawing/2014/main" id="{E8E13FC1-CC31-DEB2-435A-664694F04B1E}"/>
              </a:ext>
            </a:extLst>
          </p:cNvPr>
          <p:cNvGraphicFramePr>
            <a:graphicFrameLocks noGrp="1"/>
          </p:cNvGraphicFramePr>
          <p:nvPr>
            <p:extLst>
              <p:ext uri="{D42A27DB-BD31-4B8C-83A1-F6EECF244321}">
                <p14:modId xmlns:p14="http://schemas.microsoft.com/office/powerpoint/2010/main" val="884395202"/>
              </p:ext>
            </p:extLst>
          </p:nvPr>
        </p:nvGraphicFramePr>
        <p:xfrm>
          <a:off x="307977" y="4604193"/>
          <a:ext cx="4154816" cy="1981194"/>
        </p:xfrm>
        <a:graphic>
          <a:graphicData uri="http://schemas.openxmlformats.org/drawingml/2006/table">
            <a:tbl>
              <a:tblPr firstRow="1" bandRow="1">
                <a:tableStyleId>{5C22544A-7EE6-4342-B048-85BDC9FD1C3A}</a:tableStyleId>
              </a:tblPr>
              <a:tblGrid>
                <a:gridCol w="1038704">
                  <a:extLst>
                    <a:ext uri="{9D8B030D-6E8A-4147-A177-3AD203B41FA5}">
                      <a16:colId xmlns:a16="http://schemas.microsoft.com/office/drawing/2014/main" val="2839305650"/>
                    </a:ext>
                  </a:extLst>
                </a:gridCol>
                <a:gridCol w="1038704">
                  <a:extLst>
                    <a:ext uri="{9D8B030D-6E8A-4147-A177-3AD203B41FA5}">
                      <a16:colId xmlns:a16="http://schemas.microsoft.com/office/drawing/2014/main" val="3013571200"/>
                    </a:ext>
                  </a:extLst>
                </a:gridCol>
                <a:gridCol w="1038704">
                  <a:extLst>
                    <a:ext uri="{9D8B030D-6E8A-4147-A177-3AD203B41FA5}">
                      <a16:colId xmlns:a16="http://schemas.microsoft.com/office/drawing/2014/main" val="774026725"/>
                    </a:ext>
                  </a:extLst>
                </a:gridCol>
                <a:gridCol w="1038704">
                  <a:extLst>
                    <a:ext uri="{9D8B030D-6E8A-4147-A177-3AD203B41FA5}">
                      <a16:colId xmlns:a16="http://schemas.microsoft.com/office/drawing/2014/main" val="3800111035"/>
                    </a:ext>
                  </a:extLst>
                </a:gridCol>
              </a:tblGrid>
              <a:tr h="330199">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30199">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7</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330199">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r h="330199">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30199">
                <a:tc>
                  <a:txBody>
                    <a:bodyPr/>
                    <a:lstStyle/>
                    <a:p>
                      <a:r>
                        <a:rPr lang="en-US" sz="1100" err="1"/>
                        <a:t>ElementAddr</a:t>
                      </a:r>
                    </a:p>
                  </a:txBody>
                  <a:tcPr/>
                </a:tc>
                <a:tc>
                  <a:txBody>
                    <a:bodyPr/>
                    <a:lstStyle/>
                    <a:p>
                      <a:pPr algn="ctr"/>
                      <a:r>
                        <a:rPr lang="en-US" sz="1100"/>
                        <a:t>1</a:t>
                      </a:r>
                    </a:p>
                  </a:txBody>
                  <a:tcPr/>
                </a:tc>
                <a:tc>
                  <a:txBody>
                    <a:bodyPr/>
                    <a:lstStyle/>
                    <a:p>
                      <a:pPr algn="ctr"/>
                      <a:r>
                        <a:rPr lang="en-US" sz="1100"/>
                        <a:t>String</a:t>
                      </a:r>
                      <a:endParaRPr lang="en-US" sz="1100" dirty="0"/>
                    </a:p>
                  </a:txBody>
                  <a:tcPr/>
                </a:tc>
                <a:tc>
                  <a:txBody>
                    <a:bodyPr/>
                    <a:lstStyle/>
                    <a:p>
                      <a:pPr algn="ctr"/>
                      <a:r>
                        <a:rPr lang="en-US" sz="1100"/>
                        <a:t>4 Char long</a:t>
                      </a:r>
                      <a:endParaRPr lang="en-US" sz="1100" dirty="0"/>
                    </a:p>
                  </a:txBody>
                  <a:tcPr/>
                </a:tc>
                <a:extLst>
                  <a:ext uri="{0D108BD9-81ED-4DB2-BD59-A6C34878D82A}">
                    <a16:rowId xmlns:a16="http://schemas.microsoft.com/office/drawing/2014/main" val="195805513"/>
                  </a:ext>
                </a:extLst>
              </a:tr>
              <a:tr h="330199">
                <a:tc>
                  <a:txBody>
                    <a:bodyPr/>
                    <a:lstStyle/>
                    <a:p>
                      <a:r>
                        <a:rPr lang="en-US" sz="1100" err="1"/>
                        <a:t>ErrorCode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0 - 6</a:t>
                      </a:r>
                    </a:p>
                  </a:txBody>
                  <a:tcPr/>
                </a:tc>
                <a:extLst>
                  <a:ext uri="{0D108BD9-81ED-4DB2-BD59-A6C34878D82A}">
                    <a16:rowId xmlns:a16="http://schemas.microsoft.com/office/drawing/2014/main" val="4183338170"/>
                  </a:ext>
                </a:extLst>
              </a:tr>
            </a:tbl>
          </a:graphicData>
        </a:graphic>
      </p:graphicFrame>
      <p:sp>
        <p:nvSpPr>
          <p:cNvPr id="26" name="Rectangle 25">
            <a:extLst>
              <a:ext uri="{FF2B5EF4-FFF2-40B4-BE49-F238E27FC236}">
                <a16:creationId xmlns:a16="http://schemas.microsoft.com/office/drawing/2014/main" id="{F5FD5CDB-48D5-E9CF-D18A-84461076CB3D}"/>
              </a:ext>
            </a:extLst>
          </p:cNvPr>
          <p:cNvSpPr/>
          <p:nvPr/>
        </p:nvSpPr>
        <p:spPr>
          <a:xfrm>
            <a:off x="307978" y="4264840"/>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Configuration status</a:t>
            </a:r>
            <a:endParaRPr lang="en-US" sz="1400"/>
          </a:p>
        </p:txBody>
      </p:sp>
      <p:graphicFrame>
        <p:nvGraphicFramePr>
          <p:cNvPr id="27" name="Table 26">
            <a:extLst>
              <a:ext uri="{FF2B5EF4-FFF2-40B4-BE49-F238E27FC236}">
                <a16:creationId xmlns:a16="http://schemas.microsoft.com/office/drawing/2014/main" id="{B0952A9E-173A-FE48-CE20-AEE286737A95}"/>
              </a:ext>
            </a:extLst>
          </p:cNvPr>
          <p:cNvGraphicFramePr>
            <a:graphicFrameLocks noGrp="1"/>
          </p:cNvGraphicFramePr>
          <p:nvPr>
            <p:extLst>
              <p:ext uri="{D42A27DB-BD31-4B8C-83A1-F6EECF244321}">
                <p14:modId xmlns:p14="http://schemas.microsoft.com/office/powerpoint/2010/main" val="3188199583"/>
              </p:ext>
            </p:extLst>
          </p:nvPr>
        </p:nvGraphicFramePr>
        <p:xfrm>
          <a:off x="4646660" y="4595719"/>
          <a:ext cx="3203330" cy="1989672"/>
        </p:xfrm>
        <a:graphic>
          <a:graphicData uri="http://schemas.openxmlformats.org/drawingml/2006/table">
            <a:tbl>
              <a:tblPr firstRow="1" bandRow="1">
                <a:tableStyleId>{5C22544A-7EE6-4342-B048-85BDC9FD1C3A}</a:tableStyleId>
              </a:tblPr>
              <a:tblGrid>
                <a:gridCol w="1601665">
                  <a:extLst>
                    <a:ext uri="{9D8B030D-6E8A-4147-A177-3AD203B41FA5}">
                      <a16:colId xmlns:a16="http://schemas.microsoft.com/office/drawing/2014/main" val="2648441725"/>
                    </a:ext>
                  </a:extLst>
                </a:gridCol>
                <a:gridCol w="1601665">
                  <a:extLst>
                    <a:ext uri="{9D8B030D-6E8A-4147-A177-3AD203B41FA5}">
                      <a16:colId xmlns:a16="http://schemas.microsoft.com/office/drawing/2014/main" val="273745494"/>
                    </a:ext>
                  </a:extLst>
                </a:gridCol>
              </a:tblGrid>
              <a:tr h="331612">
                <a:tc>
                  <a:txBody>
                    <a:bodyPr/>
                    <a:lstStyle/>
                    <a:p>
                      <a:pPr algn="ctr"/>
                      <a:r>
                        <a:rPr lang="en-US" sz="1200"/>
                        <a:t>Error code</a:t>
                      </a:r>
                      <a:endParaRPr lang="en-IN" sz="1200"/>
                    </a:p>
                  </a:txBody>
                  <a:tcPr/>
                </a:tc>
                <a:tc>
                  <a:txBody>
                    <a:bodyPr/>
                    <a:lstStyle/>
                    <a:p>
                      <a:pPr algn="ctr"/>
                      <a:r>
                        <a:rPr lang="en-US" sz="1200"/>
                        <a:t>Meaning</a:t>
                      </a:r>
                      <a:endParaRPr lang="en-IN" sz="1200"/>
                    </a:p>
                  </a:txBody>
                  <a:tcPr/>
                </a:tc>
                <a:extLst>
                  <a:ext uri="{0D108BD9-81ED-4DB2-BD59-A6C34878D82A}">
                    <a16:rowId xmlns:a16="http://schemas.microsoft.com/office/drawing/2014/main" val="3230422229"/>
                  </a:ext>
                </a:extLst>
              </a:tr>
              <a:tr h="331612">
                <a:tc>
                  <a:txBody>
                    <a:bodyPr/>
                    <a:lstStyle/>
                    <a:p>
                      <a:pPr algn="ctr"/>
                      <a:r>
                        <a:rPr lang="en-US" sz="1200"/>
                        <a:t>0</a:t>
                      </a:r>
                      <a:endParaRPr lang="en-IN" sz="1200"/>
                    </a:p>
                  </a:txBody>
                  <a:tcPr/>
                </a:tc>
                <a:tc>
                  <a:txBody>
                    <a:bodyPr/>
                    <a:lstStyle/>
                    <a:p>
                      <a:pPr algn="ctr"/>
                      <a:r>
                        <a:rPr lang="en-US" sz="1200"/>
                        <a:t>Success</a:t>
                      </a:r>
                    </a:p>
                  </a:txBody>
                  <a:tcPr/>
                </a:tc>
                <a:extLst>
                  <a:ext uri="{0D108BD9-81ED-4DB2-BD59-A6C34878D82A}">
                    <a16:rowId xmlns:a16="http://schemas.microsoft.com/office/drawing/2014/main" val="2501104048"/>
                  </a:ext>
                </a:extLst>
              </a:tr>
              <a:tr h="331612">
                <a:tc>
                  <a:txBody>
                    <a:bodyPr/>
                    <a:lstStyle/>
                    <a:p>
                      <a:pPr algn="ctr"/>
                      <a:r>
                        <a:rPr lang="en-US" sz="1200"/>
                        <a:t>1</a:t>
                      </a:r>
                      <a:endParaRPr lang="en-IN" sz="1200"/>
                    </a:p>
                  </a:txBody>
                  <a:tcPr/>
                </a:tc>
                <a:tc>
                  <a:txBody>
                    <a:bodyPr/>
                    <a:lstStyle/>
                    <a:p>
                      <a:pPr algn="ctr"/>
                      <a:r>
                        <a:rPr lang="en-US" sz="1200"/>
                        <a:t>Invalid GwySerNo</a:t>
                      </a:r>
                    </a:p>
                  </a:txBody>
                  <a:tcPr/>
                </a:tc>
                <a:extLst>
                  <a:ext uri="{0D108BD9-81ED-4DB2-BD59-A6C34878D82A}">
                    <a16:rowId xmlns:a16="http://schemas.microsoft.com/office/drawing/2014/main" val="3795677520"/>
                  </a:ext>
                </a:extLst>
              </a:tr>
              <a:tr h="331612">
                <a:tc>
                  <a:txBody>
                    <a:bodyPr/>
                    <a:lstStyle/>
                    <a:p>
                      <a:pPr algn="ctr"/>
                      <a:r>
                        <a:rPr lang="en-US" sz="1200"/>
                        <a:t>2</a:t>
                      </a:r>
                      <a:endParaRPr lang="en-IN" sz="1200"/>
                    </a:p>
                  </a:txBody>
                  <a:tcPr/>
                </a:tc>
                <a:tc>
                  <a:txBody>
                    <a:bodyPr/>
                    <a:lstStyle/>
                    <a:p>
                      <a:pPr algn="ctr"/>
                      <a:r>
                        <a:rPr lang="en-US" sz="1200"/>
                        <a:t>Invalid NodeSerNo</a:t>
                      </a:r>
                    </a:p>
                  </a:txBody>
                  <a:tcPr/>
                </a:tc>
                <a:extLst>
                  <a:ext uri="{0D108BD9-81ED-4DB2-BD59-A6C34878D82A}">
                    <a16:rowId xmlns:a16="http://schemas.microsoft.com/office/drawing/2014/main" val="2270935678"/>
                  </a:ext>
                </a:extLst>
              </a:tr>
              <a:tr h="331612">
                <a:tc>
                  <a:txBody>
                    <a:bodyPr/>
                    <a:lstStyle/>
                    <a:p>
                      <a:pPr algn="ctr"/>
                      <a:r>
                        <a:rPr lang="en-US" sz="1200"/>
                        <a:t>3</a:t>
                      </a:r>
                      <a:endParaRPr lang="en-IN" sz="1200"/>
                    </a:p>
                  </a:txBody>
                  <a:tcPr/>
                </a:tc>
                <a:tc>
                  <a:txBody>
                    <a:bodyPr/>
                    <a:lstStyle/>
                    <a:p>
                      <a:pPr algn="ctr"/>
                      <a:r>
                        <a:rPr lang="en-US" sz="1200"/>
                        <a:t>Invalid ElemAddr</a:t>
                      </a:r>
                    </a:p>
                  </a:txBody>
                  <a:tcPr/>
                </a:tc>
                <a:extLst>
                  <a:ext uri="{0D108BD9-81ED-4DB2-BD59-A6C34878D82A}">
                    <a16:rowId xmlns:a16="http://schemas.microsoft.com/office/drawing/2014/main" val="3008538647"/>
                  </a:ext>
                </a:extLst>
              </a:tr>
              <a:tr h="331612">
                <a:tc>
                  <a:txBody>
                    <a:bodyPr/>
                    <a:lstStyle/>
                    <a:p>
                      <a:pPr algn="ctr"/>
                      <a:r>
                        <a:rPr lang="en-IN" sz="1200"/>
                        <a:t>4</a:t>
                      </a:r>
                    </a:p>
                  </a:txBody>
                  <a:tcPr/>
                </a:tc>
                <a:tc>
                  <a:txBody>
                    <a:bodyPr/>
                    <a:lstStyle/>
                    <a:p>
                      <a:pPr algn="ctr"/>
                      <a:r>
                        <a:rPr lang="en-US" sz="1200"/>
                        <a:t>Invalid protocol</a:t>
                      </a:r>
                    </a:p>
                  </a:txBody>
                  <a:tcPr/>
                </a:tc>
                <a:extLst>
                  <a:ext uri="{0D108BD9-81ED-4DB2-BD59-A6C34878D82A}">
                    <a16:rowId xmlns:a16="http://schemas.microsoft.com/office/drawing/2014/main" val="4256622146"/>
                  </a:ext>
                </a:extLst>
              </a:tr>
            </a:tbl>
          </a:graphicData>
        </a:graphic>
      </p:graphicFrame>
      <p:sp>
        <p:nvSpPr>
          <p:cNvPr id="28" name="Rectangle 27">
            <a:extLst>
              <a:ext uri="{FF2B5EF4-FFF2-40B4-BE49-F238E27FC236}">
                <a16:creationId xmlns:a16="http://schemas.microsoft.com/office/drawing/2014/main" id="{02911815-E55E-FA3E-12D2-DFA89F03A841}"/>
              </a:ext>
            </a:extLst>
          </p:cNvPr>
          <p:cNvSpPr/>
          <p:nvPr/>
        </p:nvSpPr>
        <p:spPr>
          <a:xfrm>
            <a:off x="4646893" y="4264256"/>
            <a:ext cx="3203329"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Error codes</a:t>
            </a:r>
            <a:endParaRPr lang="en-US" sz="1400"/>
          </a:p>
        </p:txBody>
      </p:sp>
      <p:sp>
        <p:nvSpPr>
          <p:cNvPr id="36" name="Rectangle: Rounded Corners 35">
            <a:extLst>
              <a:ext uri="{FF2B5EF4-FFF2-40B4-BE49-F238E27FC236}">
                <a16:creationId xmlns:a16="http://schemas.microsoft.com/office/drawing/2014/main" id="{86D4DE69-35AB-7D8A-4926-FADB258B2C89}"/>
              </a:ext>
            </a:extLst>
          </p:cNvPr>
          <p:cNvSpPr/>
          <p:nvPr/>
        </p:nvSpPr>
        <p:spPr>
          <a:xfrm>
            <a:off x="8543466" y="4437584"/>
            <a:ext cx="3000963" cy="1877334"/>
          </a:xfrm>
          <a:prstGeom prst="roundRect">
            <a:avLst>
              <a:gd name="adj" fmla="val 607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a:t>
            </a:r>
            <a:r>
              <a:rPr lang="en-US" sz="1100">
                <a:solidFill>
                  <a:schemeClr val="tx1"/>
                </a:solidFill>
                <a:latin typeface="+mj-lt"/>
                <a:cs typeface="Calibri"/>
              </a:rPr>
              <a:t> </a:t>
            </a:r>
            <a:r>
              <a:rPr lang="en-US" sz="1100" b="1">
                <a:solidFill>
                  <a:schemeClr val="tx1"/>
                </a:solidFill>
                <a:latin typeface="+mj-lt"/>
                <a:cs typeface="Calibri"/>
              </a:rPr>
              <a:t>ack (Gateway -&gt; Cloud)</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7,</a:t>
            </a:r>
          </a:p>
          <a:p>
            <a:pPr algn="just"/>
            <a:r>
              <a:rPr lang="en-US" sz="1100">
                <a:solidFill>
                  <a:schemeClr val="tx1"/>
                </a:solidFill>
                <a:latin typeface="+mj-lt"/>
                <a:cs typeface="Calibri"/>
              </a:rPr>
              <a:t>     "GwySerNo": 2,    </a:t>
            </a:r>
          </a:p>
          <a:p>
            <a:pPr algn="just"/>
            <a:r>
              <a:rPr lang="en-US" sz="1100">
                <a:solidFill>
                  <a:schemeClr val="tx1"/>
                </a:solidFill>
                <a:latin typeface="+mj-lt"/>
                <a:cs typeface="Calibri"/>
              </a:rPr>
              <a:t>     "NodeSerNo": 3,</a:t>
            </a:r>
          </a:p>
          <a:p>
            <a:pPr algn="just"/>
            <a:r>
              <a:rPr lang="en-US" sz="1100">
                <a:solidFill>
                  <a:schemeClr val="tx1"/>
                </a:solidFill>
                <a:latin typeface="+mj-lt"/>
                <a:cs typeface="Calibri"/>
              </a:rPr>
              <a:t>     "ElementAddr" : 55,</a:t>
            </a:r>
          </a:p>
          <a:p>
            <a:pPr algn="just"/>
            <a:r>
              <a:rPr lang="en-US" sz="1100">
                <a:solidFill>
                  <a:schemeClr val="tx1"/>
                </a:solidFill>
                <a:latin typeface="+mj-lt"/>
                <a:cs typeface="Calibri"/>
              </a:rPr>
              <a:t>     "Errorcode" : 0,</a:t>
            </a:r>
          </a:p>
          <a:p>
            <a:pPr algn="just"/>
            <a:r>
              <a:rPr lang="en-US" sz="1100">
                <a:solidFill>
                  <a:schemeClr val="tx1"/>
                </a:solidFill>
                <a:latin typeface="+mj-lt"/>
                <a:cs typeface="Calibri"/>
              </a:rPr>
              <a:t>}</a:t>
            </a:r>
          </a:p>
        </p:txBody>
      </p:sp>
      <p:sp>
        <p:nvSpPr>
          <p:cNvPr id="2" name="TextBox 1">
            <a:extLst>
              <a:ext uri="{FF2B5EF4-FFF2-40B4-BE49-F238E27FC236}">
                <a16:creationId xmlns:a16="http://schemas.microsoft.com/office/drawing/2014/main" id="{D1028EC7-B82E-029A-E3CC-7E4C3AA416C6}"/>
              </a:ext>
            </a:extLst>
          </p:cNvPr>
          <p:cNvSpPr txBox="1"/>
          <p:nvPr/>
        </p:nvSpPr>
        <p:spPr>
          <a:xfrm>
            <a:off x="6380927" y="163881"/>
            <a:ext cx="5381984" cy="2321085"/>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Node Configuration is the process in which the node is set to use a specific protocol for controlling the Air conditioner.</a:t>
            </a:r>
          </a:p>
          <a:p>
            <a:pPr marL="285750" indent="-285750" algn="just">
              <a:lnSpc>
                <a:spcPct val="150000"/>
              </a:lnSpc>
              <a:buFont typeface="Arial" panose="020B0604020202020204" pitchFamily="34" charset="0"/>
              <a:buChar char="•"/>
            </a:pPr>
            <a:r>
              <a:rPr lang="en-US" sz="1400">
                <a:latin typeface="+mj-lt"/>
              </a:rPr>
              <a:t>A provisioned node will be waiting in configuration mode until configured.</a:t>
            </a:r>
          </a:p>
          <a:p>
            <a:pPr marL="285750" indent="-285750" algn="just">
              <a:lnSpc>
                <a:spcPct val="150000"/>
              </a:lnSpc>
              <a:buFont typeface="Arial" panose="020B0604020202020204" pitchFamily="34" charset="0"/>
              <a:buChar char="•"/>
            </a:pPr>
            <a:r>
              <a:rPr lang="en-US" sz="1400">
                <a:latin typeface="+mj-lt"/>
              </a:rPr>
              <a:t>When a supported AC remote button is pressed in front of the node’s receiver, the node will get configured to act as that AC remote.</a:t>
            </a:r>
          </a:p>
        </p:txBody>
      </p:sp>
    </p:spTree>
    <p:extLst>
      <p:ext uri="{BB962C8B-B14F-4D97-AF65-F5344CB8AC3E}">
        <p14:creationId xmlns:p14="http://schemas.microsoft.com/office/powerpoint/2010/main" val="30958320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886FF-42BB-2769-FEE2-B203DF282F89}"/>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5134EA2D-686E-80A1-F400-C68399D83264}"/>
              </a:ext>
            </a:extLst>
          </p:cNvPr>
          <p:cNvGraphicFramePr>
            <a:graphicFrameLocks noGrp="1"/>
          </p:cNvGraphicFramePr>
          <p:nvPr>
            <p:extLst>
              <p:ext uri="{D42A27DB-BD31-4B8C-83A1-F6EECF244321}">
                <p14:modId xmlns:p14="http://schemas.microsoft.com/office/powerpoint/2010/main" val="1393803876"/>
              </p:ext>
            </p:extLst>
          </p:nvPr>
        </p:nvGraphicFramePr>
        <p:xfrm>
          <a:off x="269246" y="4389634"/>
          <a:ext cx="4156612" cy="2244998"/>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37743">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37743">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8</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857722587"/>
                  </a:ext>
                </a:extLst>
              </a:tr>
              <a:tr h="337743">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4240429925"/>
                  </a:ext>
                </a:extLst>
              </a:tr>
              <a:tr h="337743">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987793583"/>
                  </a:ext>
                </a:extLst>
              </a:tr>
              <a:tr h="337743">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556283">
                <a:tc>
                  <a:txBody>
                    <a:bodyPr/>
                    <a:lstStyle/>
                    <a:p>
                      <a:r>
                        <a:rPr lang="en-US" sz="1200" err="1"/>
                        <a:t>ElementAddr</a:t>
                      </a:r>
                    </a:p>
                  </a:txBody>
                  <a:tcPr/>
                </a:tc>
                <a:tc>
                  <a:txBody>
                    <a:bodyPr/>
                    <a:lstStyle/>
                    <a:p>
                      <a:pPr algn="ctr"/>
                      <a:r>
                        <a:rPr lang="en-US" sz="1200"/>
                        <a:t>1</a:t>
                      </a:r>
                    </a:p>
                  </a:txBody>
                  <a:tcPr/>
                </a:tc>
                <a:tc>
                  <a:txBody>
                    <a:bodyPr/>
                    <a:lstStyle/>
                    <a:p>
                      <a:pPr algn="ctr"/>
                      <a:r>
                        <a:rPr lang="en-US" sz="1200"/>
                        <a:t>String</a:t>
                      </a:r>
                      <a:endParaRPr lang="en-US" sz="1200" dirty="0"/>
                    </a:p>
                  </a:txBody>
                  <a:tcPr/>
                </a:tc>
                <a:tc>
                  <a:txBody>
                    <a:bodyPr/>
                    <a:lstStyle/>
                    <a:p>
                      <a:pPr algn="ctr"/>
                      <a:r>
                        <a:rPr lang="en-US" sz="1200"/>
                        <a:t>4 Char long</a:t>
                      </a:r>
                      <a:endParaRPr lang="en-US" sz="1200" dirty="0"/>
                    </a:p>
                  </a:txBody>
                  <a:tcPr/>
                </a:tc>
                <a:extLst>
                  <a:ext uri="{0D108BD9-81ED-4DB2-BD59-A6C34878D82A}">
                    <a16:rowId xmlns:a16="http://schemas.microsoft.com/office/drawing/2014/main" val="195805513"/>
                  </a:ext>
                </a:extLst>
              </a:tr>
            </a:tbl>
          </a:graphicData>
        </a:graphic>
      </p:graphicFrame>
      <p:sp>
        <p:nvSpPr>
          <p:cNvPr id="5" name="Rectangle 4">
            <a:extLst>
              <a:ext uri="{FF2B5EF4-FFF2-40B4-BE49-F238E27FC236}">
                <a16:creationId xmlns:a16="http://schemas.microsoft.com/office/drawing/2014/main" id="{589B5944-CC6A-8A16-F67B-A36332E90EC9}"/>
              </a:ext>
            </a:extLst>
          </p:cNvPr>
          <p:cNvSpPr/>
          <p:nvPr/>
        </p:nvSpPr>
        <p:spPr>
          <a:xfrm>
            <a:off x="267786" y="4059517"/>
            <a:ext cx="4145452"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UnProvisioning packet</a:t>
            </a:r>
            <a:endParaRPr lang="en-US" sz="1400"/>
          </a:p>
        </p:txBody>
      </p:sp>
      <p:graphicFrame>
        <p:nvGraphicFramePr>
          <p:cNvPr id="6" name="Table 5">
            <a:extLst>
              <a:ext uri="{FF2B5EF4-FFF2-40B4-BE49-F238E27FC236}">
                <a16:creationId xmlns:a16="http://schemas.microsoft.com/office/drawing/2014/main" id="{79F00D05-0CA3-5B4A-705B-D30562A25070}"/>
              </a:ext>
            </a:extLst>
          </p:cNvPr>
          <p:cNvGraphicFramePr>
            <a:graphicFrameLocks noGrp="1"/>
          </p:cNvGraphicFramePr>
          <p:nvPr>
            <p:extLst>
              <p:ext uri="{D42A27DB-BD31-4B8C-83A1-F6EECF244321}">
                <p14:modId xmlns:p14="http://schemas.microsoft.com/office/powerpoint/2010/main" val="2402241082"/>
              </p:ext>
            </p:extLst>
          </p:nvPr>
        </p:nvGraphicFramePr>
        <p:xfrm>
          <a:off x="4525460" y="4398870"/>
          <a:ext cx="4156612" cy="2235765"/>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19395">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19395">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8</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319395">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458430284"/>
                  </a:ext>
                </a:extLst>
              </a:tr>
              <a:tr h="319395">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r h="319395">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19395">
                <a:tc>
                  <a:txBody>
                    <a:bodyPr/>
                    <a:lstStyle/>
                    <a:p>
                      <a:r>
                        <a:rPr lang="en-US" sz="1100" err="1"/>
                        <a:t>ElementAddr</a:t>
                      </a:r>
                    </a:p>
                  </a:txBody>
                  <a:tcPr/>
                </a:tc>
                <a:tc>
                  <a:txBody>
                    <a:bodyPr/>
                    <a:lstStyle/>
                    <a:p>
                      <a:pPr algn="ctr"/>
                      <a:r>
                        <a:rPr lang="en-US" sz="1100"/>
                        <a:t>1</a:t>
                      </a:r>
                    </a:p>
                  </a:txBody>
                  <a:tcPr/>
                </a:tc>
                <a:tc>
                  <a:txBody>
                    <a:bodyPr/>
                    <a:lstStyle/>
                    <a:p>
                      <a:pPr algn="ctr"/>
                      <a:r>
                        <a:rPr lang="en-US" sz="1100"/>
                        <a:t>String</a:t>
                      </a:r>
                      <a:endParaRPr lang="en-US" sz="1100" dirty="0"/>
                    </a:p>
                  </a:txBody>
                  <a:tcPr/>
                </a:tc>
                <a:tc>
                  <a:txBody>
                    <a:bodyPr/>
                    <a:lstStyle/>
                    <a:p>
                      <a:pPr algn="ctr"/>
                      <a:r>
                        <a:rPr lang="en-US" sz="1100"/>
                        <a:t>4 Char long</a:t>
                      </a:r>
                      <a:endParaRPr lang="en-US" sz="1100" dirty="0"/>
                    </a:p>
                  </a:txBody>
                  <a:tcPr/>
                </a:tc>
                <a:extLst>
                  <a:ext uri="{0D108BD9-81ED-4DB2-BD59-A6C34878D82A}">
                    <a16:rowId xmlns:a16="http://schemas.microsoft.com/office/drawing/2014/main" val="195805513"/>
                  </a:ext>
                </a:extLst>
              </a:tr>
              <a:tr h="319395">
                <a:tc>
                  <a:txBody>
                    <a:bodyPr/>
                    <a:lstStyle/>
                    <a:p>
                      <a:r>
                        <a:rPr lang="en-US" sz="1100" err="1"/>
                        <a:t>ErrorCode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0 - 6</a:t>
                      </a:r>
                    </a:p>
                  </a:txBody>
                  <a:tcPr/>
                </a:tc>
                <a:extLst>
                  <a:ext uri="{0D108BD9-81ED-4DB2-BD59-A6C34878D82A}">
                    <a16:rowId xmlns:a16="http://schemas.microsoft.com/office/drawing/2014/main" val="4183338170"/>
                  </a:ext>
                </a:extLst>
              </a:tr>
            </a:tbl>
          </a:graphicData>
        </a:graphic>
      </p:graphicFrame>
      <p:sp>
        <p:nvSpPr>
          <p:cNvPr id="7" name="Rectangle 6">
            <a:extLst>
              <a:ext uri="{FF2B5EF4-FFF2-40B4-BE49-F238E27FC236}">
                <a16:creationId xmlns:a16="http://schemas.microsoft.com/office/drawing/2014/main" id="{BCA39207-523F-B057-04CB-B4BF6DE973FC}"/>
              </a:ext>
            </a:extLst>
          </p:cNvPr>
          <p:cNvSpPr/>
          <p:nvPr/>
        </p:nvSpPr>
        <p:spPr>
          <a:xfrm>
            <a:off x="4525461" y="4059517"/>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UnProvisioning ack</a:t>
            </a:r>
            <a:endParaRPr lang="en-US" sz="1400"/>
          </a:p>
        </p:txBody>
      </p:sp>
      <p:sp>
        <p:nvSpPr>
          <p:cNvPr id="10" name="Rectangle: Rounded Corners 9">
            <a:extLst>
              <a:ext uri="{FF2B5EF4-FFF2-40B4-BE49-F238E27FC236}">
                <a16:creationId xmlns:a16="http://schemas.microsoft.com/office/drawing/2014/main" id="{607E1DEE-EFCC-8361-32D5-28C20B090D1C}"/>
              </a:ext>
            </a:extLst>
          </p:cNvPr>
          <p:cNvSpPr/>
          <p:nvPr/>
        </p:nvSpPr>
        <p:spPr>
          <a:xfrm>
            <a:off x="2648198" y="736022"/>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11" name="Straight Connector 10">
            <a:extLst>
              <a:ext uri="{FF2B5EF4-FFF2-40B4-BE49-F238E27FC236}">
                <a16:creationId xmlns:a16="http://schemas.microsoft.com/office/drawing/2014/main" id="{54393598-9721-870E-FF9D-D29C6251571A}"/>
              </a:ext>
            </a:extLst>
          </p:cNvPr>
          <p:cNvCxnSpPr>
            <a:cxnSpLocks/>
            <a:stCxn id="19" idx="2"/>
          </p:cNvCxnSpPr>
          <p:nvPr/>
        </p:nvCxnSpPr>
        <p:spPr>
          <a:xfrm>
            <a:off x="828677" y="1303288"/>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8FAE3027-A82E-CE45-C96C-5C8F26F1F17A}"/>
              </a:ext>
            </a:extLst>
          </p:cNvPr>
          <p:cNvCxnSpPr>
            <a:cxnSpLocks/>
            <a:stCxn id="10" idx="2"/>
          </p:cNvCxnSpPr>
          <p:nvPr/>
        </p:nvCxnSpPr>
        <p:spPr>
          <a:xfrm>
            <a:off x="3168898" y="1303289"/>
            <a:ext cx="0" cy="2558914"/>
          </a:xfrm>
          <a:prstGeom prst="line">
            <a:avLst/>
          </a:prstGeom>
          <a:ln w="12700"/>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52844472-2776-3F53-2733-B714398CFD99}"/>
              </a:ext>
            </a:extLst>
          </p:cNvPr>
          <p:cNvCxnSpPr>
            <a:cxnSpLocks/>
            <a:stCxn id="20" idx="2"/>
          </p:cNvCxnSpPr>
          <p:nvPr/>
        </p:nvCxnSpPr>
        <p:spPr>
          <a:xfrm>
            <a:off x="5632699" y="1287083"/>
            <a:ext cx="0" cy="2575120"/>
          </a:xfrm>
          <a:prstGeom prst="line">
            <a:avLst/>
          </a:prstGeom>
          <a:ln w="12700"/>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821740EE-2063-2F65-41F9-186AD2139F78}"/>
              </a:ext>
            </a:extLst>
          </p:cNvPr>
          <p:cNvCxnSpPr>
            <a:cxnSpLocks/>
          </p:cNvCxnSpPr>
          <p:nvPr/>
        </p:nvCxnSpPr>
        <p:spPr>
          <a:xfrm>
            <a:off x="840564" y="2060467"/>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943A7CA-FD11-F7B3-8DE6-FD0243FE5686}"/>
              </a:ext>
            </a:extLst>
          </p:cNvPr>
          <p:cNvCxnSpPr>
            <a:cxnSpLocks/>
          </p:cNvCxnSpPr>
          <p:nvPr/>
        </p:nvCxnSpPr>
        <p:spPr>
          <a:xfrm>
            <a:off x="3186799" y="2060467"/>
            <a:ext cx="24459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64CC2901-B39B-DE6B-8B61-5CF89E4BAA04}"/>
              </a:ext>
            </a:extLst>
          </p:cNvPr>
          <p:cNvCxnSpPr>
            <a:cxnSpLocks/>
          </p:cNvCxnSpPr>
          <p:nvPr/>
        </p:nvCxnSpPr>
        <p:spPr>
          <a:xfrm flipH="1">
            <a:off x="3153502" y="3623828"/>
            <a:ext cx="24791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F6E59EB6-C311-A2B4-1FBC-BFE8C41707B5}"/>
              </a:ext>
            </a:extLst>
          </p:cNvPr>
          <p:cNvCxnSpPr>
            <a:cxnSpLocks/>
          </p:cNvCxnSpPr>
          <p:nvPr/>
        </p:nvCxnSpPr>
        <p:spPr>
          <a:xfrm flipH="1">
            <a:off x="842103" y="3623828"/>
            <a:ext cx="23267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62EC468-D077-C6BF-7458-16DC70E05F5D}"/>
              </a:ext>
            </a:extLst>
          </p:cNvPr>
          <p:cNvCxnSpPr>
            <a:cxnSpLocks/>
          </p:cNvCxnSpPr>
          <p:nvPr/>
        </p:nvCxnSpPr>
        <p:spPr>
          <a:xfrm flipH="1">
            <a:off x="817094" y="2979876"/>
            <a:ext cx="2351804" cy="168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15FE3854-6ED1-A6E3-F300-5152AEC10369}"/>
              </a:ext>
            </a:extLst>
          </p:cNvPr>
          <p:cNvSpPr/>
          <p:nvPr/>
        </p:nvSpPr>
        <p:spPr>
          <a:xfrm>
            <a:off x="307977" y="73602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20" name="Rectangle: Rounded Corners 19">
            <a:extLst>
              <a:ext uri="{FF2B5EF4-FFF2-40B4-BE49-F238E27FC236}">
                <a16:creationId xmlns:a16="http://schemas.microsoft.com/office/drawing/2014/main" id="{83F7D938-229F-382B-9100-F5C95E4C3A98}"/>
              </a:ext>
            </a:extLst>
          </p:cNvPr>
          <p:cNvSpPr/>
          <p:nvPr/>
        </p:nvSpPr>
        <p:spPr>
          <a:xfrm>
            <a:off x="5111999" y="71981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Node</a:t>
            </a:r>
          </a:p>
        </p:txBody>
      </p:sp>
      <p:sp>
        <p:nvSpPr>
          <p:cNvPr id="21" name="TextBox 20">
            <a:extLst>
              <a:ext uri="{FF2B5EF4-FFF2-40B4-BE49-F238E27FC236}">
                <a16:creationId xmlns:a16="http://schemas.microsoft.com/office/drawing/2014/main" id="{1A68A4B6-219A-C815-3C05-3DC30B405F4B}"/>
              </a:ext>
            </a:extLst>
          </p:cNvPr>
          <p:cNvSpPr txBox="1"/>
          <p:nvPr/>
        </p:nvSpPr>
        <p:spPr>
          <a:xfrm>
            <a:off x="970521" y="1578942"/>
            <a:ext cx="2091889" cy="430887"/>
          </a:xfrm>
          <a:prstGeom prst="rect">
            <a:avLst/>
          </a:prstGeom>
          <a:noFill/>
        </p:spPr>
        <p:txBody>
          <a:bodyPr wrap="square" rtlCol="0">
            <a:spAutoFit/>
          </a:bodyPr>
          <a:lstStyle/>
          <a:p>
            <a:pPr algn="just"/>
            <a:r>
              <a:rPr lang="en-US" sz="1100"/>
              <a:t>1. Unprovision packet is sent from cloud to gateway</a:t>
            </a:r>
            <a:endParaRPr lang="en-IN" sz="1100"/>
          </a:p>
        </p:txBody>
      </p:sp>
      <p:sp>
        <p:nvSpPr>
          <p:cNvPr id="22" name="TextBox 21">
            <a:extLst>
              <a:ext uri="{FF2B5EF4-FFF2-40B4-BE49-F238E27FC236}">
                <a16:creationId xmlns:a16="http://schemas.microsoft.com/office/drawing/2014/main" id="{B71B770E-ADB2-184F-0DEA-D237DA9F3EAF}"/>
              </a:ext>
            </a:extLst>
          </p:cNvPr>
          <p:cNvSpPr txBox="1"/>
          <p:nvPr/>
        </p:nvSpPr>
        <p:spPr>
          <a:xfrm>
            <a:off x="3434321" y="1578942"/>
            <a:ext cx="2091889" cy="430887"/>
          </a:xfrm>
          <a:prstGeom prst="rect">
            <a:avLst/>
          </a:prstGeom>
          <a:noFill/>
        </p:spPr>
        <p:txBody>
          <a:bodyPr wrap="square" lIns="91440" tIns="45720" rIns="91440" bIns="45720" rtlCol="0" anchor="t">
            <a:spAutoFit/>
          </a:bodyPr>
          <a:lstStyle/>
          <a:p>
            <a:pPr algn="just"/>
            <a:r>
              <a:rPr lang="en-US" sz="1100"/>
              <a:t>2. </a:t>
            </a:r>
            <a:r>
              <a:rPr lang="en-US" sz="1100" dirty="0" err="1"/>
              <a:t>Unprovision</a:t>
            </a:r>
            <a:r>
              <a:rPr lang="en-US" sz="1100"/>
              <a:t> packet is sent from cloud to gateway</a:t>
            </a:r>
            <a:endParaRPr lang="en-IN" sz="1100"/>
          </a:p>
        </p:txBody>
      </p:sp>
      <p:cxnSp>
        <p:nvCxnSpPr>
          <p:cNvPr id="23" name="Straight Arrow Connector 22">
            <a:extLst>
              <a:ext uri="{FF2B5EF4-FFF2-40B4-BE49-F238E27FC236}">
                <a16:creationId xmlns:a16="http://schemas.microsoft.com/office/drawing/2014/main" id="{7ADF8FB0-56D0-BC9D-2FB9-DF5D4C8474A4}"/>
              </a:ext>
            </a:extLst>
          </p:cNvPr>
          <p:cNvCxnSpPr>
            <a:cxnSpLocks/>
            <a:stCxn id="19" idx="3"/>
            <a:endCxn id="10" idx="1"/>
          </p:cNvCxnSpPr>
          <p:nvPr/>
        </p:nvCxnSpPr>
        <p:spPr>
          <a:xfrm>
            <a:off x="1349377" y="1019655"/>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B8A316E4-C478-2139-E128-D672C0BC7F96}"/>
              </a:ext>
            </a:extLst>
          </p:cNvPr>
          <p:cNvSpPr txBox="1"/>
          <p:nvPr/>
        </p:nvSpPr>
        <p:spPr>
          <a:xfrm>
            <a:off x="1606798" y="736021"/>
            <a:ext cx="766231" cy="307777"/>
          </a:xfrm>
          <a:prstGeom prst="rect">
            <a:avLst/>
          </a:prstGeom>
          <a:noFill/>
        </p:spPr>
        <p:txBody>
          <a:bodyPr wrap="square" rtlCol="0">
            <a:spAutoFit/>
          </a:bodyPr>
          <a:lstStyle/>
          <a:p>
            <a:pPr algn="ctr"/>
            <a:r>
              <a:rPr lang="en-US" sz="1400"/>
              <a:t>LTE</a:t>
            </a:r>
          </a:p>
        </p:txBody>
      </p:sp>
      <p:cxnSp>
        <p:nvCxnSpPr>
          <p:cNvPr id="25" name="Straight Arrow Connector 24">
            <a:extLst>
              <a:ext uri="{FF2B5EF4-FFF2-40B4-BE49-F238E27FC236}">
                <a16:creationId xmlns:a16="http://schemas.microsoft.com/office/drawing/2014/main" id="{8F64E640-0C2F-90EC-9F44-8585DFBE2C22}"/>
              </a:ext>
            </a:extLst>
          </p:cNvPr>
          <p:cNvCxnSpPr>
            <a:cxnSpLocks/>
            <a:stCxn id="10" idx="3"/>
            <a:endCxn id="20" idx="1"/>
          </p:cNvCxnSpPr>
          <p:nvPr/>
        </p:nvCxnSpPr>
        <p:spPr>
          <a:xfrm flipV="1">
            <a:off x="3689598" y="1003450"/>
            <a:ext cx="1422401" cy="16206"/>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3FF92FD8-0B22-1B34-F8A4-C5366251C87C}"/>
              </a:ext>
            </a:extLst>
          </p:cNvPr>
          <p:cNvSpPr txBox="1"/>
          <p:nvPr/>
        </p:nvSpPr>
        <p:spPr>
          <a:xfrm>
            <a:off x="4026633" y="716845"/>
            <a:ext cx="766231" cy="307777"/>
          </a:xfrm>
          <a:prstGeom prst="rect">
            <a:avLst/>
          </a:prstGeom>
          <a:noFill/>
        </p:spPr>
        <p:txBody>
          <a:bodyPr wrap="square" rtlCol="0">
            <a:spAutoFit/>
          </a:bodyPr>
          <a:lstStyle/>
          <a:p>
            <a:pPr algn="ctr"/>
            <a:r>
              <a:rPr lang="en-US" sz="1400"/>
              <a:t>BLE</a:t>
            </a:r>
          </a:p>
        </p:txBody>
      </p:sp>
      <p:sp>
        <p:nvSpPr>
          <p:cNvPr id="27" name="TextBox 26">
            <a:extLst>
              <a:ext uri="{FF2B5EF4-FFF2-40B4-BE49-F238E27FC236}">
                <a16:creationId xmlns:a16="http://schemas.microsoft.com/office/drawing/2014/main" id="{D0001AF7-77C6-6216-F0C6-6A00138B978A}"/>
              </a:ext>
            </a:extLst>
          </p:cNvPr>
          <p:cNvSpPr txBox="1"/>
          <p:nvPr/>
        </p:nvSpPr>
        <p:spPr>
          <a:xfrm>
            <a:off x="970521" y="2237807"/>
            <a:ext cx="2091889" cy="769441"/>
          </a:xfrm>
          <a:prstGeom prst="rect">
            <a:avLst/>
          </a:prstGeom>
          <a:noFill/>
        </p:spPr>
        <p:txBody>
          <a:bodyPr wrap="square" rtlCol="0">
            <a:spAutoFit/>
          </a:bodyPr>
          <a:lstStyle/>
          <a:p>
            <a:pPr algn="just"/>
            <a:r>
              <a:rPr lang="en-US" sz="1100"/>
              <a:t>3a. If Unprovision packet received from cloud has error, ack send back to cloud with error code</a:t>
            </a:r>
            <a:endParaRPr lang="en-IN" sz="1100"/>
          </a:p>
        </p:txBody>
      </p:sp>
      <p:sp>
        <p:nvSpPr>
          <p:cNvPr id="28" name="TextBox 27">
            <a:extLst>
              <a:ext uri="{FF2B5EF4-FFF2-40B4-BE49-F238E27FC236}">
                <a16:creationId xmlns:a16="http://schemas.microsoft.com/office/drawing/2014/main" id="{3C968891-0411-F8B9-1403-29FE63E3D043}"/>
              </a:ext>
            </a:extLst>
          </p:cNvPr>
          <p:cNvSpPr txBox="1"/>
          <p:nvPr/>
        </p:nvSpPr>
        <p:spPr>
          <a:xfrm>
            <a:off x="3460080" y="3167871"/>
            <a:ext cx="2091889" cy="430887"/>
          </a:xfrm>
          <a:prstGeom prst="rect">
            <a:avLst/>
          </a:prstGeom>
          <a:noFill/>
        </p:spPr>
        <p:txBody>
          <a:bodyPr wrap="square" rtlCol="0">
            <a:spAutoFit/>
          </a:bodyPr>
          <a:lstStyle/>
          <a:p>
            <a:pPr algn="just"/>
            <a:r>
              <a:rPr lang="en-US" sz="1100"/>
              <a:t>3b. Node sends Unprovisioning ack to Gateway</a:t>
            </a:r>
            <a:endParaRPr lang="en-IN" sz="1100"/>
          </a:p>
        </p:txBody>
      </p:sp>
      <p:sp>
        <p:nvSpPr>
          <p:cNvPr id="29" name="TextBox 28">
            <a:extLst>
              <a:ext uri="{FF2B5EF4-FFF2-40B4-BE49-F238E27FC236}">
                <a16:creationId xmlns:a16="http://schemas.microsoft.com/office/drawing/2014/main" id="{D1D7E6B6-05F0-2877-56EF-34B2044F4D48}"/>
              </a:ext>
            </a:extLst>
          </p:cNvPr>
          <p:cNvSpPr txBox="1"/>
          <p:nvPr/>
        </p:nvSpPr>
        <p:spPr>
          <a:xfrm>
            <a:off x="1028057" y="3167871"/>
            <a:ext cx="2091889" cy="430887"/>
          </a:xfrm>
          <a:prstGeom prst="rect">
            <a:avLst/>
          </a:prstGeom>
          <a:noFill/>
        </p:spPr>
        <p:txBody>
          <a:bodyPr wrap="square" rtlCol="0">
            <a:spAutoFit/>
          </a:bodyPr>
          <a:lstStyle/>
          <a:p>
            <a:pPr algn="just"/>
            <a:r>
              <a:rPr lang="en-US" sz="1100"/>
              <a:t>4. Gateway send Unprovisioning ack back to cloud</a:t>
            </a:r>
            <a:endParaRPr lang="en-IN" sz="1100"/>
          </a:p>
        </p:txBody>
      </p:sp>
      <p:sp>
        <p:nvSpPr>
          <p:cNvPr id="30" name="Rectangle: Rounded Corners 29">
            <a:extLst>
              <a:ext uri="{FF2B5EF4-FFF2-40B4-BE49-F238E27FC236}">
                <a16:creationId xmlns:a16="http://schemas.microsoft.com/office/drawing/2014/main" id="{AC884E1E-A0F7-BF4B-A3F3-21040510C328}"/>
              </a:ext>
            </a:extLst>
          </p:cNvPr>
          <p:cNvSpPr/>
          <p:nvPr/>
        </p:nvSpPr>
        <p:spPr>
          <a:xfrm>
            <a:off x="8883060" y="250108"/>
            <a:ext cx="3000963" cy="1618073"/>
          </a:xfrm>
          <a:prstGeom prst="roundRect">
            <a:avLst>
              <a:gd name="adj" fmla="val 4305"/>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packet (Cloud -&gt; Gateway)</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8,    </a:t>
            </a:r>
          </a:p>
          <a:p>
            <a:pPr algn="just"/>
            <a:r>
              <a:rPr lang="en-US" sz="1100">
                <a:solidFill>
                  <a:schemeClr val="tx1"/>
                </a:solidFill>
                <a:latin typeface="+mj-lt"/>
                <a:cs typeface="Calibri"/>
              </a:rPr>
              <a:t>     "MsgSeqNo": 1,    </a:t>
            </a:r>
          </a:p>
          <a:p>
            <a:pPr algn="just"/>
            <a:r>
              <a:rPr lang="en-US" sz="1100">
                <a:solidFill>
                  <a:schemeClr val="tx1"/>
                </a:solidFill>
                <a:latin typeface="+mj-lt"/>
                <a:cs typeface="Calibri"/>
              </a:rPr>
              <a:t>     "GwySerNo": 2,    </a:t>
            </a:r>
          </a:p>
          <a:p>
            <a:pPr algn="just"/>
            <a:r>
              <a:rPr lang="en-US" sz="1100">
                <a:solidFill>
                  <a:schemeClr val="tx1"/>
                </a:solidFill>
                <a:latin typeface="+mj-lt"/>
                <a:cs typeface="Calibri"/>
              </a:rPr>
              <a:t>     "NodeSerNo": 3,    </a:t>
            </a:r>
          </a:p>
          <a:p>
            <a:pPr algn="just"/>
            <a:r>
              <a:rPr lang="en-US" sz="1100">
                <a:solidFill>
                  <a:schemeClr val="tx1"/>
                </a:solidFill>
                <a:latin typeface="+mj-lt"/>
                <a:cs typeface="Calibri"/>
              </a:rPr>
              <a:t>     "ElementAddr": 55,</a:t>
            </a:r>
          </a:p>
          <a:p>
            <a:pPr algn="just"/>
            <a:r>
              <a:rPr lang="en-US" sz="1100">
                <a:solidFill>
                  <a:schemeClr val="tx1"/>
                </a:solidFill>
                <a:latin typeface="+mj-lt"/>
                <a:cs typeface="Calibri"/>
              </a:rPr>
              <a:t>}</a:t>
            </a:r>
          </a:p>
        </p:txBody>
      </p:sp>
      <p:sp>
        <p:nvSpPr>
          <p:cNvPr id="31" name="TextBox 30">
            <a:extLst>
              <a:ext uri="{FF2B5EF4-FFF2-40B4-BE49-F238E27FC236}">
                <a16:creationId xmlns:a16="http://schemas.microsoft.com/office/drawing/2014/main" id="{69A26CB0-B5C2-B78C-06BF-CFAB060809BE}"/>
              </a:ext>
            </a:extLst>
          </p:cNvPr>
          <p:cNvSpPr txBox="1"/>
          <p:nvPr/>
        </p:nvSpPr>
        <p:spPr>
          <a:xfrm>
            <a:off x="1517898" y="221983"/>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Node Unprovisioning</a:t>
            </a:r>
          </a:p>
        </p:txBody>
      </p:sp>
      <p:sp>
        <p:nvSpPr>
          <p:cNvPr id="2" name="Rectangle: Rounded Corners 1">
            <a:extLst>
              <a:ext uri="{FF2B5EF4-FFF2-40B4-BE49-F238E27FC236}">
                <a16:creationId xmlns:a16="http://schemas.microsoft.com/office/drawing/2014/main" id="{23559517-07AE-D37E-106E-8CAD96122A92}"/>
              </a:ext>
            </a:extLst>
          </p:cNvPr>
          <p:cNvSpPr/>
          <p:nvPr/>
        </p:nvSpPr>
        <p:spPr>
          <a:xfrm>
            <a:off x="8883060" y="2050505"/>
            <a:ext cx="3000963" cy="1789144"/>
          </a:xfrm>
          <a:prstGeom prst="roundRect">
            <a:avLst>
              <a:gd name="adj" fmla="val 601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ack (Gateway -&gt; Cloud)</a:t>
            </a:r>
          </a:p>
          <a:p>
            <a:pPr algn="just"/>
            <a:r>
              <a:rPr lang="en-US" sz="1100">
                <a:solidFill>
                  <a:schemeClr val="tx1"/>
                </a:solidFill>
                <a:latin typeface="+mj-lt"/>
                <a:cs typeface="Calibri"/>
              </a:rPr>
              <a:t>{</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JsonPacketID</a:t>
            </a:r>
            <a:r>
              <a:rPr lang="en-US" sz="1100">
                <a:solidFill>
                  <a:schemeClr val="tx1"/>
                </a:solidFill>
                <a:latin typeface="+mj-lt"/>
                <a:cs typeface="Calibri"/>
              </a:rPr>
              <a:t>": 8,</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MsgSeqNo</a:t>
            </a:r>
            <a:r>
              <a:rPr lang="en-US" sz="1100">
                <a:solidFill>
                  <a:schemeClr val="tx1"/>
                </a:solidFill>
                <a:latin typeface="+mj-lt"/>
                <a:cs typeface="Calibri"/>
              </a:rPr>
              <a:t>": 1,</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GwySerNo</a:t>
            </a:r>
            <a:r>
              <a:rPr lang="en-US" sz="1100">
                <a:solidFill>
                  <a:schemeClr val="tx1"/>
                </a:solidFill>
                <a:latin typeface="+mj-lt"/>
                <a:cs typeface="Calibri"/>
              </a:rPr>
              <a:t>": 2,</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NodeSerNo</a:t>
            </a:r>
            <a:r>
              <a:rPr lang="en-US" sz="1100">
                <a:solidFill>
                  <a:schemeClr val="tx1"/>
                </a:solidFill>
                <a:latin typeface="+mj-lt"/>
                <a:cs typeface="Calibri"/>
              </a:rPr>
              <a:t>": 3,</a:t>
            </a:r>
            <a:r>
              <a:rPr lang="en-US" sz="1100" dirty="0">
                <a:solidFill>
                  <a:schemeClr val="tx1"/>
                </a:solidFill>
                <a:latin typeface="+mj-lt"/>
                <a:cs typeface="Calibri"/>
              </a:rPr>
              <a:t>    </a:t>
            </a:r>
            <a:endParaRPr lang="en-US" sz="1100">
              <a:solidFill>
                <a:schemeClr val="tx1"/>
              </a:solidFill>
              <a:latin typeface="+mj-lt"/>
              <a:cs typeface="Calibri"/>
            </a:endParaRP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ElementAddr</a:t>
            </a:r>
            <a:r>
              <a:rPr lang="en-US" sz="1100">
                <a:solidFill>
                  <a:schemeClr val="tx1"/>
                </a:solidFill>
                <a:latin typeface="+mj-lt"/>
                <a:cs typeface="Calibri"/>
              </a:rPr>
              <a:t>": 55,</a:t>
            </a:r>
          </a:p>
          <a:p>
            <a:pPr algn="just"/>
            <a:r>
              <a:rPr lang="en-US" sz="1100" dirty="0">
                <a:solidFill>
                  <a:schemeClr val="tx1"/>
                </a:solidFill>
                <a:latin typeface="+mj-lt"/>
                <a:cs typeface="Calibri"/>
              </a:rPr>
              <a:t>    </a:t>
            </a:r>
            <a:r>
              <a:rPr lang="en-US" sz="1100">
                <a:solidFill>
                  <a:schemeClr val="tx1"/>
                </a:solidFill>
                <a:latin typeface="+mj-lt"/>
                <a:cs typeface="Calibri"/>
              </a:rPr>
              <a:t> "</a:t>
            </a:r>
            <a:r>
              <a:rPr lang="en-US" sz="1100" dirty="0" err="1">
                <a:solidFill>
                  <a:schemeClr val="tx1"/>
                </a:solidFill>
                <a:latin typeface="+mj-lt"/>
                <a:cs typeface="Calibri"/>
              </a:rPr>
              <a:t>ErrorCode</a:t>
            </a:r>
            <a:r>
              <a:rPr lang="en-US" sz="1100">
                <a:solidFill>
                  <a:schemeClr val="tx1"/>
                </a:solidFill>
                <a:latin typeface="+mj-lt"/>
                <a:cs typeface="Calibri"/>
              </a:rPr>
              <a:t>": 0</a:t>
            </a:r>
          </a:p>
          <a:p>
            <a:pPr algn="just"/>
            <a:r>
              <a:rPr lang="en-US" sz="1100">
                <a:solidFill>
                  <a:schemeClr val="tx1"/>
                </a:solidFill>
                <a:latin typeface="+mj-lt"/>
                <a:cs typeface="Calibri"/>
              </a:rPr>
              <a:t>}</a:t>
            </a:r>
          </a:p>
        </p:txBody>
      </p:sp>
      <p:sp>
        <p:nvSpPr>
          <p:cNvPr id="3" name="TextBox 2">
            <a:extLst>
              <a:ext uri="{FF2B5EF4-FFF2-40B4-BE49-F238E27FC236}">
                <a16:creationId xmlns:a16="http://schemas.microsoft.com/office/drawing/2014/main" id="{D330D26C-832F-9023-B790-05A7E8F7A6F0}"/>
              </a:ext>
            </a:extLst>
          </p:cNvPr>
          <p:cNvSpPr txBox="1"/>
          <p:nvPr/>
        </p:nvSpPr>
        <p:spPr>
          <a:xfrm>
            <a:off x="6380927" y="163881"/>
            <a:ext cx="2111487" cy="1351588"/>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Node Unprovisioning is the process of removing a Node from the Mesh network.</a:t>
            </a:r>
          </a:p>
        </p:txBody>
      </p:sp>
    </p:spTree>
    <p:extLst>
      <p:ext uri="{BB962C8B-B14F-4D97-AF65-F5344CB8AC3E}">
        <p14:creationId xmlns:p14="http://schemas.microsoft.com/office/powerpoint/2010/main" val="245526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9A6C95-0FF3-255E-9C32-CE7AF0A05D37}"/>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E34C470-CEC8-AF09-CD80-19C7A7DFDCF2}"/>
              </a:ext>
            </a:extLst>
          </p:cNvPr>
          <p:cNvSpPr/>
          <p:nvPr/>
        </p:nvSpPr>
        <p:spPr>
          <a:xfrm>
            <a:off x="2533898" y="2088572"/>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5" name="Straight Connector 4">
            <a:extLst>
              <a:ext uri="{FF2B5EF4-FFF2-40B4-BE49-F238E27FC236}">
                <a16:creationId xmlns:a16="http://schemas.microsoft.com/office/drawing/2014/main" id="{B32C84CF-6BDD-39CF-AA9F-AD04B678E1AB}"/>
              </a:ext>
            </a:extLst>
          </p:cNvPr>
          <p:cNvCxnSpPr>
            <a:cxnSpLocks/>
            <a:stCxn id="8" idx="2"/>
          </p:cNvCxnSpPr>
          <p:nvPr/>
        </p:nvCxnSpPr>
        <p:spPr>
          <a:xfrm>
            <a:off x="714377" y="2655838"/>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AC48C6BE-10F3-DEC4-6F23-9FD3DE87CB17}"/>
              </a:ext>
            </a:extLst>
          </p:cNvPr>
          <p:cNvCxnSpPr>
            <a:cxnSpLocks/>
            <a:stCxn id="4" idx="2"/>
          </p:cNvCxnSpPr>
          <p:nvPr/>
        </p:nvCxnSpPr>
        <p:spPr>
          <a:xfrm>
            <a:off x="3054598" y="2655839"/>
            <a:ext cx="0" cy="2558914"/>
          </a:xfrm>
          <a:prstGeom prst="line">
            <a:avLst/>
          </a:prstGeom>
          <a:ln w="12700"/>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906EA947-2005-4C29-7DA7-E8A912550D73}"/>
              </a:ext>
            </a:extLst>
          </p:cNvPr>
          <p:cNvCxnSpPr>
            <a:cxnSpLocks/>
            <a:stCxn id="9" idx="2"/>
          </p:cNvCxnSpPr>
          <p:nvPr/>
        </p:nvCxnSpPr>
        <p:spPr>
          <a:xfrm>
            <a:off x="5518399" y="2639633"/>
            <a:ext cx="0" cy="2575120"/>
          </a:xfrm>
          <a:prstGeom prst="line">
            <a:avLst/>
          </a:prstGeom>
          <a:ln w="12700"/>
        </p:spPr>
        <p:style>
          <a:lnRef idx="2">
            <a:schemeClr val="dk1"/>
          </a:lnRef>
          <a:fillRef idx="0">
            <a:schemeClr val="dk1"/>
          </a:fillRef>
          <a:effectRef idx="1">
            <a:schemeClr val="dk1"/>
          </a:effectRef>
          <a:fontRef idx="minor">
            <a:schemeClr val="tx1"/>
          </a:fontRef>
        </p:style>
      </p:cxnSp>
      <p:sp>
        <p:nvSpPr>
          <p:cNvPr id="8" name="Rectangle: Rounded Corners 7">
            <a:extLst>
              <a:ext uri="{FF2B5EF4-FFF2-40B4-BE49-F238E27FC236}">
                <a16:creationId xmlns:a16="http://schemas.microsoft.com/office/drawing/2014/main" id="{864891F2-7074-F0C2-C62D-5D5ECEAAAAA0}"/>
              </a:ext>
            </a:extLst>
          </p:cNvPr>
          <p:cNvSpPr/>
          <p:nvPr/>
        </p:nvSpPr>
        <p:spPr>
          <a:xfrm>
            <a:off x="193677" y="208857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9" name="Rectangle: Rounded Corners 8">
            <a:extLst>
              <a:ext uri="{FF2B5EF4-FFF2-40B4-BE49-F238E27FC236}">
                <a16:creationId xmlns:a16="http://schemas.microsoft.com/office/drawing/2014/main" id="{8F10D95A-6515-65D7-AC80-6D0EDEA7BCFE}"/>
              </a:ext>
            </a:extLst>
          </p:cNvPr>
          <p:cNvSpPr/>
          <p:nvPr/>
        </p:nvSpPr>
        <p:spPr>
          <a:xfrm>
            <a:off x="4997699" y="207236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Node</a:t>
            </a:r>
          </a:p>
        </p:txBody>
      </p:sp>
      <p:cxnSp>
        <p:nvCxnSpPr>
          <p:cNvPr id="10" name="Straight Arrow Connector 9">
            <a:extLst>
              <a:ext uri="{FF2B5EF4-FFF2-40B4-BE49-F238E27FC236}">
                <a16:creationId xmlns:a16="http://schemas.microsoft.com/office/drawing/2014/main" id="{D615C1A9-7592-A465-DE11-0657AF0A37AD}"/>
              </a:ext>
            </a:extLst>
          </p:cNvPr>
          <p:cNvCxnSpPr>
            <a:cxnSpLocks/>
            <a:stCxn id="8" idx="3"/>
            <a:endCxn id="4" idx="1"/>
          </p:cNvCxnSpPr>
          <p:nvPr/>
        </p:nvCxnSpPr>
        <p:spPr>
          <a:xfrm>
            <a:off x="1235077" y="2372205"/>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324AB0E-0622-2707-9A7F-67FA3C02ADFF}"/>
              </a:ext>
            </a:extLst>
          </p:cNvPr>
          <p:cNvSpPr txBox="1"/>
          <p:nvPr/>
        </p:nvSpPr>
        <p:spPr>
          <a:xfrm>
            <a:off x="1492498" y="2088571"/>
            <a:ext cx="766231" cy="307777"/>
          </a:xfrm>
          <a:prstGeom prst="rect">
            <a:avLst/>
          </a:prstGeom>
          <a:noFill/>
        </p:spPr>
        <p:txBody>
          <a:bodyPr wrap="square" rtlCol="0">
            <a:spAutoFit/>
          </a:bodyPr>
          <a:lstStyle/>
          <a:p>
            <a:pPr algn="ctr"/>
            <a:r>
              <a:rPr lang="en-US" sz="1400"/>
              <a:t>LTE</a:t>
            </a:r>
          </a:p>
        </p:txBody>
      </p:sp>
      <p:cxnSp>
        <p:nvCxnSpPr>
          <p:cNvPr id="12" name="Straight Arrow Connector 11">
            <a:extLst>
              <a:ext uri="{FF2B5EF4-FFF2-40B4-BE49-F238E27FC236}">
                <a16:creationId xmlns:a16="http://schemas.microsoft.com/office/drawing/2014/main" id="{AF714218-D99A-581D-4924-1C565D056825}"/>
              </a:ext>
            </a:extLst>
          </p:cNvPr>
          <p:cNvCxnSpPr>
            <a:cxnSpLocks/>
            <a:stCxn id="4" idx="3"/>
            <a:endCxn id="9" idx="1"/>
          </p:cNvCxnSpPr>
          <p:nvPr/>
        </p:nvCxnSpPr>
        <p:spPr>
          <a:xfrm flipV="1">
            <a:off x="3575298" y="2356000"/>
            <a:ext cx="1422401" cy="16206"/>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1FE8610D-0A78-5FCB-33E5-04CDB4D62565}"/>
              </a:ext>
            </a:extLst>
          </p:cNvPr>
          <p:cNvSpPr txBox="1"/>
          <p:nvPr/>
        </p:nvSpPr>
        <p:spPr>
          <a:xfrm>
            <a:off x="3912333" y="2069395"/>
            <a:ext cx="766231" cy="307777"/>
          </a:xfrm>
          <a:prstGeom prst="rect">
            <a:avLst/>
          </a:prstGeom>
          <a:noFill/>
        </p:spPr>
        <p:txBody>
          <a:bodyPr wrap="square" rtlCol="0">
            <a:spAutoFit/>
          </a:bodyPr>
          <a:lstStyle/>
          <a:p>
            <a:pPr algn="ctr"/>
            <a:r>
              <a:rPr lang="en-US" sz="1400"/>
              <a:t>BLE</a:t>
            </a:r>
          </a:p>
        </p:txBody>
      </p:sp>
      <p:sp>
        <p:nvSpPr>
          <p:cNvPr id="14" name="TextBox 13">
            <a:extLst>
              <a:ext uri="{FF2B5EF4-FFF2-40B4-BE49-F238E27FC236}">
                <a16:creationId xmlns:a16="http://schemas.microsoft.com/office/drawing/2014/main" id="{C7B754D2-8E44-AE2E-D5D8-BC4DAF89B9D7}"/>
              </a:ext>
            </a:extLst>
          </p:cNvPr>
          <p:cNvSpPr txBox="1"/>
          <p:nvPr/>
        </p:nvSpPr>
        <p:spPr>
          <a:xfrm>
            <a:off x="1427068" y="1585560"/>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Node AC Control</a:t>
            </a:r>
          </a:p>
        </p:txBody>
      </p:sp>
      <p:sp>
        <p:nvSpPr>
          <p:cNvPr id="35" name="Rectangle: Rounded Corners 34">
            <a:extLst>
              <a:ext uri="{FF2B5EF4-FFF2-40B4-BE49-F238E27FC236}">
                <a16:creationId xmlns:a16="http://schemas.microsoft.com/office/drawing/2014/main" id="{AA542283-B90B-4BB8-C295-63117D040F00}"/>
              </a:ext>
            </a:extLst>
          </p:cNvPr>
          <p:cNvSpPr/>
          <p:nvPr/>
        </p:nvSpPr>
        <p:spPr>
          <a:xfrm>
            <a:off x="6398902" y="1589482"/>
            <a:ext cx="2437976" cy="3362313"/>
          </a:xfrm>
          <a:prstGeom prst="roundRect">
            <a:avLst>
              <a:gd name="adj" fmla="val 5482"/>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a:solidFill>
                  <a:schemeClr val="tx1"/>
                </a:solidFill>
                <a:latin typeface="+mj-lt"/>
                <a:cs typeface="Calibri"/>
              </a:rPr>
              <a:t>Json packet (Cloud -&gt; Gateway)</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9,</a:t>
            </a:r>
          </a:p>
          <a:p>
            <a:pPr algn="just"/>
            <a:r>
              <a:rPr lang="en-US" sz="1100">
                <a:solidFill>
                  <a:schemeClr val="tx1"/>
                </a:solidFill>
                <a:latin typeface="+mj-lt"/>
                <a:cs typeface="Calibri"/>
              </a:rPr>
              <a:t>     "MsgSeqNo": 1,</a:t>
            </a:r>
          </a:p>
          <a:p>
            <a:pPr algn="just"/>
            <a:r>
              <a:rPr lang="en-US" sz="1100">
                <a:solidFill>
                  <a:schemeClr val="tx1"/>
                </a:solidFill>
                <a:latin typeface="+mj-lt"/>
                <a:cs typeface="Calibri"/>
              </a:rPr>
              <a:t>     "GwySerNo": 2,</a:t>
            </a:r>
          </a:p>
          <a:p>
            <a:pPr algn="just"/>
            <a:r>
              <a:rPr lang="en-US" sz="1100">
                <a:solidFill>
                  <a:schemeClr val="tx1"/>
                </a:solidFill>
                <a:latin typeface="+mj-lt"/>
                <a:cs typeface="Calibri"/>
              </a:rPr>
              <a:t>     "NodeSerNo": 3,    </a:t>
            </a:r>
          </a:p>
          <a:p>
            <a:pPr algn="just"/>
            <a:r>
              <a:rPr lang="en-US" sz="1100">
                <a:solidFill>
                  <a:schemeClr val="tx1"/>
                </a:solidFill>
                <a:latin typeface="+mj-lt"/>
                <a:cs typeface="Calibri"/>
              </a:rPr>
              <a:t>     "ElementAddr": 4,    </a:t>
            </a:r>
          </a:p>
          <a:p>
            <a:pPr algn="just"/>
            <a:r>
              <a:rPr lang="en-US" sz="1100">
                <a:solidFill>
                  <a:schemeClr val="tx1"/>
                </a:solidFill>
                <a:latin typeface="+mj-lt"/>
                <a:cs typeface="Calibri"/>
              </a:rPr>
              <a:t>     "Power": 1,    </a:t>
            </a:r>
          </a:p>
          <a:p>
            <a:pPr algn="just"/>
            <a:r>
              <a:rPr lang="en-US" sz="1100">
                <a:solidFill>
                  <a:schemeClr val="tx1"/>
                </a:solidFill>
                <a:latin typeface="+mj-lt"/>
                <a:cs typeface="Calibri"/>
              </a:rPr>
              <a:t>     "Mode": "Cool",    </a:t>
            </a:r>
          </a:p>
          <a:p>
            <a:pPr algn="just"/>
            <a:r>
              <a:rPr lang="en-US" sz="1100">
                <a:solidFill>
                  <a:schemeClr val="tx1"/>
                </a:solidFill>
                <a:latin typeface="+mj-lt"/>
                <a:cs typeface="Calibri"/>
              </a:rPr>
              <a:t>     "Fan": 5,    </a:t>
            </a:r>
          </a:p>
          <a:p>
            <a:pPr algn="just"/>
            <a:r>
              <a:rPr lang="en-US" sz="1100">
                <a:solidFill>
                  <a:schemeClr val="tx1"/>
                </a:solidFill>
                <a:latin typeface="+mj-lt"/>
                <a:cs typeface="Calibri"/>
              </a:rPr>
              <a:t>     "Temp": 25,    </a:t>
            </a:r>
          </a:p>
          <a:p>
            <a:pPr algn="just"/>
            <a:r>
              <a:rPr lang="en-US" sz="1100">
                <a:solidFill>
                  <a:schemeClr val="tx1"/>
                </a:solidFill>
                <a:latin typeface="+mj-lt"/>
                <a:cs typeface="Calibri"/>
              </a:rPr>
              <a:t>     "SwingH": 1,    </a:t>
            </a:r>
          </a:p>
          <a:p>
            <a:pPr algn="just"/>
            <a:r>
              <a:rPr lang="en-US" sz="1100">
                <a:solidFill>
                  <a:schemeClr val="tx1"/>
                </a:solidFill>
                <a:latin typeface="+mj-lt"/>
                <a:cs typeface="Calibri"/>
              </a:rPr>
              <a:t>     "SwingV": 1,     </a:t>
            </a:r>
          </a:p>
          <a:p>
            <a:pPr algn="just"/>
            <a:r>
              <a:rPr lang="en-US" sz="1100">
                <a:solidFill>
                  <a:schemeClr val="tx1"/>
                </a:solidFill>
                <a:latin typeface="+mj-lt"/>
                <a:cs typeface="Calibri"/>
              </a:rPr>
              <a:t>     "OnTimer": 0,   </a:t>
            </a:r>
          </a:p>
          <a:p>
            <a:pPr algn="just"/>
            <a:r>
              <a:rPr lang="en-US" sz="1100">
                <a:solidFill>
                  <a:schemeClr val="tx1"/>
                </a:solidFill>
                <a:latin typeface="+mj-lt"/>
                <a:cs typeface="Calibri"/>
              </a:rPr>
              <a:t>     "OffTimer": 0,    </a:t>
            </a:r>
          </a:p>
          <a:p>
            <a:pPr algn="just"/>
            <a:r>
              <a:rPr lang="en-US" sz="1100">
                <a:solidFill>
                  <a:schemeClr val="tx1"/>
                </a:solidFill>
                <a:latin typeface="+mj-lt"/>
                <a:cs typeface="Calibri"/>
              </a:rPr>
              <a:t>     "Locking": 1</a:t>
            </a:r>
          </a:p>
          <a:p>
            <a:pPr algn="just"/>
            <a:r>
              <a:rPr lang="en-US" sz="1100">
                <a:solidFill>
                  <a:schemeClr val="tx1"/>
                </a:solidFill>
                <a:latin typeface="+mj-lt"/>
                <a:cs typeface="Calibri"/>
              </a:rPr>
              <a:t>}</a:t>
            </a:r>
          </a:p>
        </p:txBody>
      </p:sp>
      <p:sp>
        <p:nvSpPr>
          <p:cNvPr id="36" name="Rectangle: Rounded Corners 35">
            <a:extLst>
              <a:ext uri="{FF2B5EF4-FFF2-40B4-BE49-F238E27FC236}">
                <a16:creationId xmlns:a16="http://schemas.microsoft.com/office/drawing/2014/main" id="{8D9F3A09-B7C1-5EDF-2F7E-1CF7C9FC92B9}"/>
              </a:ext>
            </a:extLst>
          </p:cNvPr>
          <p:cNvSpPr/>
          <p:nvPr/>
        </p:nvSpPr>
        <p:spPr>
          <a:xfrm>
            <a:off x="9116348" y="1589970"/>
            <a:ext cx="2701813" cy="3361338"/>
          </a:xfrm>
          <a:prstGeom prst="roundRect">
            <a:avLst>
              <a:gd name="adj" fmla="val 607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ack (Gateway -&gt; Cloud)</a:t>
            </a:r>
          </a:p>
          <a:p>
            <a:pPr algn="just"/>
            <a:r>
              <a:rPr lang="en-US" sz="1100">
                <a:solidFill>
                  <a:schemeClr val="tx1"/>
                </a:solidFill>
                <a:latin typeface="+mj-lt"/>
                <a:cs typeface="Calibri"/>
              </a:rPr>
              <a:t>{</a:t>
            </a:r>
          </a:p>
          <a:p>
            <a:pPr algn="just"/>
            <a:r>
              <a:rPr lang="en-US" sz="1100">
                <a:solidFill>
                  <a:schemeClr val="tx1"/>
                </a:solidFill>
                <a:latin typeface="+mj-lt"/>
                <a:cs typeface="Calibri"/>
              </a:rPr>
              <a:t>     "JsonPacketID": 9,</a:t>
            </a:r>
          </a:p>
          <a:p>
            <a:pPr algn="just"/>
            <a:r>
              <a:rPr lang="en-US" sz="1100">
                <a:solidFill>
                  <a:schemeClr val="tx1"/>
                </a:solidFill>
                <a:latin typeface="+mj-lt"/>
                <a:cs typeface="Calibri"/>
              </a:rPr>
              <a:t>     "MsgSeqNo": 1,</a:t>
            </a:r>
          </a:p>
          <a:p>
            <a:pPr algn="just"/>
            <a:r>
              <a:rPr lang="en-US" sz="1100">
                <a:solidFill>
                  <a:schemeClr val="tx1"/>
                </a:solidFill>
                <a:latin typeface="+mj-lt"/>
                <a:cs typeface="Calibri"/>
              </a:rPr>
              <a:t>     "GwySerNo": 2,</a:t>
            </a:r>
          </a:p>
          <a:p>
            <a:pPr algn="just"/>
            <a:r>
              <a:rPr lang="en-US" sz="1100">
                <a:solidFill>
                  <a:schemeClr val="tx1"/>
                </a:solidFill>
                <a:latin typeface="+mj-lt"/>
                <a:cs typeface="Calibri"/>
              </a:rPr>
              <a:t>     "NodeSerNo": 3,    </a:t>
            </a:r>
          </a:p>
          <a:p>
            <a:pPr algn="just"/>
            <a:r>
              <a:rPr lang="en-US" sz="1100">
                <a:solidFill>
                  <a:schemeClr val="tx1"/>
                </a:solidFill>
                <a:latin typeface="+mj-lt"/>
                <a:cs typeface="Calibri"/>
              </a:rPr>
              <a:t>     "ElementAddr": 4,    </a:t>
            </a:r>
          </a:p>
          <a:p>
            <a:pPr algn="just"/>
            <a:r>
              <a:rPr lang="en-US" sz="1100">
                <a:solidFill>
                  <a:schemeClr val="tx1"/>
                </a:solidFill>
                <a:latin typeface="+mj-lt"/>
                <a:cs typeface="Calibri"/>
              </a:rPr>
              <a:t>     "Power": 1,    </a:t>
            </a:r>
          </a:p>
          <a:p>
            <a:pPr algn="just"/>
            <a:r>
              <a:rPr lang="en-US" sz="1100">
                <a:solidFill>
                  <a:schemeClr val="tx1"/>
                </a:solidFill>
                <a:latin typeface="+mj-lt"/>
                <a:cs typeface="Calibri"/>
              </a:rPr>
              <a:t>     "Mode": "Cool",    </a:t>
            </a:r>
          </a:p>
          <a:p>
            <a:pPr algn="just"/>
            <a:r>
              <a:rPr lang="en-US" sz="1100">
                <a:solidFill>
                  <a:schemeClr val="tx1"/>
                </a:solidFill>
                <a:latin typeface="+mj-lt"/>
                <a:cs typeface="Calibri"/>
              </a:rPr>
              <a:t>     "Fan": 5,    </a:t>
            </a:r>
          </a:p>
          <a:p>
            <a:pPr algn="just"/>
            <a:r>
              <a:rPr lang="en-US" sz="1100">
                <a:solidFill>
                  <a:schemeClr val="tx1"/>
                </a:solidFill>
                <a:latin typeface="+mj-lt"/>
                <a:cs typeface="Calibri"/>
              </a:rPr>
              <a:t>     "Temp": 25,    </a:t>
            </a:r>
          </a:p>
          <a:p>
            <a:pPr algn="just"/>
            <a:r>
              <a:rPr lang="en-US" sz="1100">
                <a:solidFill>
                  <a:schemeClr val="tx1"/>
                </a:solidFill>
                <a:latin typeface="+mj-lt"/>
                <a:cs typeface="Calibri"/>
              </a:rPr>
              <a:t>     "SwingH": 1,    </a:t>
            </a:r>
          </a:p>
          <a:p>
            <a:pPr algn="just"/>
            <a:r>
              <a:rPr lang="en-US" sz="1100">
                <a:solidFill>
                  <a:schemeClr val="tx1"/>
                </a:solidFill>
                <a:latin typeface="+mj-lt"/>
                <a:cs typeface="Calibri"/>
              </a:rPr>
              <a:t>     "SwingV": 1,     </a:t>
            </a:r>
          </a:p>
          <a:p>
            <a:pPr algn="just"/>
            <a:r>
              <a:rPr lang="en-US" sz="1100">
                <a:solidFill>
                  <a:schemeClr val="tx1"/>
                </a:solidFill>
                <a:latin typeface="+mj-lt"/>
                <a:cs typeface="Calibri"/>
              </a:rPr>
              <a:t>     "OnTimer": 0,   </a:t>
            </a:r>
          </a:p>
          <a:p>
            <a:pPr algn="just"/>
            <a:r>
              <a:rPr lang="en-US" sz="1100">
                <a:solidFill>
                  <a:schemeClr val="tx1"/>
                </a:solidFill>
                <a:latin typeface="+mj-lt"/>
                <a:cs typeface="Calibri"/>
              </a:rPr>
              <a:t>     "OffTimer": 0,    </a:t>
            </a:r>
          </a:p>
          <a:p>
            <a:pPr algn="just"/>
            <a:r>
              <a:rPr lang="en-US" sz="1100">
                <a:solidFill>
                  <a:schemeClr val="tx1"/>
                </a:solidFill>
                <a:latin typeface="+mj-lt"/>
                <a:cs typeface="Calibri"/>
              </a:rPr>
              <a:t>     "Locking": 1,</a:t>
            </a:r>
          </a:p>
          <a:p>
            <a:pPr algn="just"/>
            <a:r>
              <a:rPr lang="en-US" sz="1100">
                <a:solidFill>
                  <a:schemeClr val="tx1"/>
                </a:solidFill>
                <a:latin typeface="+mj-lt"/>
                <a:cs typeface="Calibri"/>
              </a:rPr>
              <a:t>     "Errorcode": 0,</a:t>
            </a:r>
          </a:p>
          <a:p>
            <a:pPr algn="just"/>
            <a:r>
              <a:rPr lang="en-US" sz="1100">
                <a:solidFill>
                  <a:schemeClr val="tx1"/>
                </a:solidFill>
                <a:latin typeface="+mj-lt"/>
                <a:cs typeface="Calibri"/>
              </a:rPr>
              <a:t>}</a:t>
            </a:r>
          </a:p>
        </p:txBody>
      </p:sp>
      <p:cxnSp>
        <p:nvCxnSpPr>
          <p:cNvPr id="2" name="Straight Arrow Connector 1">
            <a:extLst>
              <a:ext uri="{FF2B5EF4-FFF2-40B4-BE49-F238E27FC236}">
                <a16:creationId xmlns:a16="http://schemas.microsoft.com/office/drawing/2014/main" id="{4AE43438-8F1A-C5C1-2E05-B8944C58A197}"/>
              </a:ext>
            </a:extLst>
          </p:cNvPr>
          <p:cNvCxnSpPr>
            <a:cxnSpLocks/>
          </p:cNvCxnSpPr>
          <p:nvPr/>
        </p:nvCxnSpPr>
        <p:spPr>
          <a:xfrm>
            <a:off x="726264" y="3241567"/>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CE9AC4B6-E2A8-7BAC-DD49-864CCB4ED060}"/>
              </a:ext>
            </a:extLst>
          </p:cNvPr>
          <p:cNvSpPr txBox="1"/>
          <p:nvPr/>
        </p:nvSpPr>
        <p:spPr>
          <a:xfrm>
            <a:off x="863537" y="2744581"/>
            <a:ext cx="2091889" cy="430887"/>
          </a:xfrm>
          <a:prstGeom prst="rect">
            <a:avLst/>
          </a:prstGeom>
          <a:noFill/>
        </p:spPr>
        <p:txBody>
          <a:bodyPr wrap="square" rtlCol="0">
            <a:spAutoFit/>
          </a:bodyPr>
          <a:lstStyle/>
          <a:p>
            <a:pPr algn="just"/>
            <a:r>
              <a:rPr lang="en-US" sz="1100"/>
              <a:t>1. Control packet is sent from the cloud</a:t>
            </a:r>
            <a:endParaRPr lang="en-IN" sz="1100"/>
          </a:p>
        </p:txBody>
      </p:sp>
      <p:cxnSp>
        <p:nvCxnSpPr>
          <p:cNvPr id="15" name="Straight Arrow Connector 14">
            <a:extLst>
              <a:ext uri="{FF2B5EF4-FFF2-40B4-BE49-F238E27FC236}">
                <a16:creationId xmlns:a16="http://schemas.microsoft.com/office/drawing/2014/main" id="{272F7B30-FE15-559B-8E54-278CEBBDA5E4}"/>
              </a:ext>
            </a:extLst>
          </p:cNvPr>
          <p:cNvCxnSpPr>
            <a:cxnSpLocks/>
          </p:cNvCxnSpPr>
          <p:nvPr/>
        </p:nvCxnSpPr>
        <p:spPr>
          <a:xfrm flipH="1">
            <a:off x="702794" y="4151451"/>
            <a:ext cx="2351804" cy="168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3D76AFF0-4ECD-5E0C-37C3-66581543354E}"/>
              </a:ext>
            </a:extLst>
          </p:cNvPr>
          <p:cNvSpPr txBox="1"/>
          <p:nvPr/>
        </p:nvSpPr>
        <p:spPr>
          <a:xfrm>
            <a:off x="863537" y="3354736"/>
            <a:ext cx="2091889" cy="769441"/>
          </a:xfrm>
          <a:prstGeom prst="rect">
            <a:avLst/>
          </a:prstGeom>
          <a:noFill/>
        </p:spPr>
        <p:txBody>
          <a:bodyPr wrap="square" rtlCol="0">
            <a:spAutoFit/>
          </a:bodyPr>
          <a:lstStyle/>
          <a:p>
            <a:pPr algn="just"/>
            <a:r>
              <a:rPr lang="en-US" sz="1100"/>
              <a:t>3a. If control packet received from cloud is invalid, control ack is sent back to the cloud with respective error code.</a:t>
            </a:r>
            <a:endParaRPr lang="en-IN" sz="1100"/>
          </a:p>
        </p:txBody>
      </p:sp>
      <p:cxnSp>
        <p:nvCxnSpPr>
          <p:cNvPr id="21" name="Straight Arrow Connector 20">
            <a:extLst>
              <a:ext uri="{FF2B5EF4-FFF2-40B4-BE49-F238E27FC236}">
                <a16:creationId xmlns:a16="http://schemas.microsoft.com/office/drawing/2014/main" id="{E0A10A5D-31F8-1D4B-9A51-EA77E28DF123}"/>
              </a:ext>
            </a:extLst>
          </p:cNvPr>
          <p:cNvCxnSpPr>
            <a:cxnSpLocks/>
          </p:cNvCxnSpPr>
          <p:nvPr/>
        </p:nvCxnSpPr>
        <p:spPr>
          <a:xfrm flipV="1">
            <a:off x="3061319" y="3220731"/>
            <a:ext cx="2457080" cy="20836"/>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9D1406C-A235-79BA-8C1C-6F5EB1E94C94}"/>
              </a:ext>
            </a:extLst>
          </p:cNvPr>
          <p:cNvSpPr txBox="1"/>
          <p:nvPr/>
        </p:nvSpPr>
        <p:spPr>
          <a:xfrm>
            <a:off x="3265613" y="2738982"/>
            <a:ext cx="2091889" cy="430887"/>
          </a:xfrm>
          <a:prstGeom prst="rect">
            <a:avLst/>
          </a:prstGeom>
          <a:noFill/>
        </p:spPr>
        <p:txBody>
          <a:bodyPr wrap="square" rtlCol="0">
            <a:spAutoFit/>
          </a:bodyPr>
          <a:lstStyle/>
          <a:p>
            <a:pPr algn="just"/>
            <a:r>
              <a:rPr lang="en-US" sz="1100"/>
              <a:t>2. Control packet is sent to the node after parsing is successful</a:t>
            </a:r>
            <a:endParaRPr lang="en-IN" sz="1100"/>
          </a:p>
        </p:txBody>
      </p:sp>
      <p:cxnSp>
        <p:nvCxnSpPr>
          <p:cNvPr id="30" name="Straight Arrow Connector 29">
            <a:extLst>
              <a:ext uri="{FF2B5EF4-FFF2-40B4-BE49-F238E27FC236}">
                <a16:creationId xmlns:a16="http://schemas.microsoft.com/office/drawing/2014/main" id="{B47BA4A6-84C0-1DE5-A8DC-E649A0E251A2}"/>
              </a:ext>
            </a:extLst>
          </p:cNvPr>
          <p:cNvCxnSpPr>
            <a:cxnSpLocks/>
          </p:cNvCxnSpPr>
          <p:nvPr/>
        </p:nvCxnSpPr>
        <p:spPr>
          <a:xfrm flipH="1">
            <a:off x="3039202" y="4976378"/>
            <a:ext cx="24791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84C5E616-8776-B000-6382-27BDE6F17A3B}"/>
              </a:ext>
            </a:extLst>
          </p:cNvPr>
          <p:cNvCxnSpPr>
            <a:cxnSpLocks/>
          </p:cNvCxnSpPr>
          <p:nvPr/>
        </p:nvCxnSpPr>
        <p:spPr>
          <a:xfrm flipH="1">
            <a:off x="727803" y="4976378"/>
            <a:ext cx="23267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27C005C9-D940-DF1F-9326-681EB4C028BC}"/>
              </a:ext>
            </a:extLst>
          </p:cNvPr>
          <p:cNvSpPr txBox="1"/>
          <p:nvPr/>
        </p:nvSpPr>
        <p:spPr>
          <a:xfrm>
            <a:off x="3345780" y="4520421"/>
            <a:ext cx="2091889" cy="430887"/>
          </a:xfrm>
          <a:prstGeom prst="rect">
            <a:avLst/>
          </a:prstGeom>
          <a:noFill/>
        </p:spPr>
        <p:txBody>
          <a:bodyPr wrap="square" rtlCol="0">
            <a:spAutoFit/>
          </a:bodyPr>
          <a:lstStyle/>
          <a:p>
            <a:pPr algn="just"/>
            <a:r>
              <a:rPr lang="en-US" sz="1100"/>
              <a:t>3b. Node sends control ack to Gateway</a:t>
            </a:r>
            <a:endParaRPr lang="en-IN" sz="1100"/>
          </a:p>
        </p:txBody>
      </p:sp>
      <p:sp>
        <p:nvSpPr>
          <p:cNvPr id="33" name="TextBox 32">
            <a:extLst>
              <a:ext uri="{FF2B5EF4-FFF2-40B4-BE49-F238E27FC236}">
                <a16:creationId xmlns:a16="http://schemas.microsoft.com/office/drawing/2014/main" id="{FC67ABC7-66CF-035E-10C9-7185ACAA80D2}"/>
              </a:ext>
            </a:extLst>
          </p:cNvPr>
          <p:cNvSpPr txBox="1"/>
          <p:nvPr/>
        </p:nvSpPr>
        <p:spPr>
          <a:xfrm>
            <a:off x="913757" y="4520421"/>
            <a:ext cx="2091889" cy="430887"/>
          </a:xfrm>
          <a:prstGeom prst="rect">
            <a:avLst/>
          </a:prstGeom>
          <a:noFill/>
        </p:spPr>
        <p:txBody>
          <a:bodyPr wrap="square" rtlCol="0">
            <a:spAutoFit/>
          </a:bodyPr>
          <a:lstStyle/>
          <a:p>
            <a:pPr algn="just"/>
            <a:r>
              <a:rPr lang="en-US" sz="1100"/>
              <a:t>4. Gateway send control ack back to cloud</a:t>
            </a:r>
            <a:endParaRPr lang="en-IN" sz="1100"/>
          </a:p>
        </p:txBody>
      </p:sp>
    </p:spTree>
    <p:extLst>
      <p:ext uri="{BB962C8B-B14F-4D97-AF65-F5344CB8AC3E}">
        <p14:creationId xmlns:p14="http://schemas.microsoft.com/office/powerpoint/2010/main" val="12058979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2185E-A911-732D-09F2-C92BE5E7FAAA}"/>
            </a:ext>
          </a:extLst>
        </p:cNvPr>
        <p:cNvGrpSpPr/>
        <p:nvPr/>
      </p:nvGrpSpPr>
      <p:grpSpPr>
        <a:xfrm>
          <a:off x="0" y="0"/>
          <a:ext cx="0" cy="0"/>
          <a:chOff x="0" y="0"/>
          <a:chExt cx="0" cy="0"/>
        </a:xfrm>
      </p:grpSpPr>
      <p:graphicFrame>
        <p:nvGraphicFramePr>
          <p:cNvPr id="23" name="Table 22">
            <a:extLst>
              <a:ext uri="{FF2B5EF4-FFF2-40B4-BE49-F238E27FC236}">
                <a16:creationId xmlns:a16="http://schemas.microsoft.com/office/drawing/2014/main" id="{C176855F-2745-899B-65DD-8FE4B0F29EF7}"/>
              </a:ext>
            </a:extLst>
          </p:cNvPr>
          <p:cNvGraphicFramePr>
            <a:graphicFrameLocks noGrp="1"/>
          </p:cNvGraphicFramePr>
          <p:nvPr>
            <p:extLst>
              <p:ext uri="{D42A27DB-BD31-4B8C-83A1-F6EECF244321}">
                <p14:modId xmlns:p14="http://schemas.microsoft.com/office/powerpoint/2010/main" val="524753543"/>
              </p:ext>
            </p:extLst>
          </p:nvPr>
        </p:nvGraphicFramePr>
        <p:xfrm>
          <a:off x="224515" y="650970"/>
          <a:ext cx="4156612" cy="5669273"/>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288268">
                <a:tc>
                  <a:txBody>
                    <a:bodyPr/>
                    <a:lstStyle/>
                    <a:p>
                      <a:pPr algn="ctr"/>
                      <a:r>
                        <a:rPr lang="en-US" sz="1200"/>
                        <a:t>Key</a:t>
                      </a:r>
                    </a:p>
                  </a:txBody>
                  <a:tcPr/>
                </a:tc>
                <a:tc>
                  <a:txBody>
                    <a:bodyPr/>
                    <a:lstStyle/>
                    <a:p>
                      <a:pPr algn="ctr"/>
                      <a:r>
                        <a:rPr lang="en-US" sz="1200"/>
                        <a:t>Value</a:t>
                      </a:r>
                    </a:p>
                  </a:txBody>
                  <a:tcPr/>
                </a:tc>
                <a:tc>
                  <a:txBody>
                    <a:bodyPr/>
                    <a:lstStyle/>
                    <a:p>
                      <a:pPr algn="ctr"/>
                      <a:r>
                        <a:rPr lang="en-US" sz="1200"/>
                        <a:t>Type</a:t>
                      </a:r>
                    </a:p>
                  </a:txBody>
                  <a:tcPr/>
                </a:tc>
                <a:tc>
                  <a:txBody>
                    <a:bodyPr/>
                    <a:lstStyle/>
                    <a:p>
                      <a:pPr algn="ctr"/>
                      <a:r>
                        <a:rPr lang="en-US" sz="1200"/>
                        <a:t>Range</a:t>
                      </a:r>
                    </a:p>
                  </a:txBody>
                  <a:tcPr/>
                </a:tc>
                <a:extLst>
                  <a:ext uri="{0D108BD9-81ED-4DB2-BD59-A6C34878D82A}">
                    <a16:rowId xmlns:a16="http://schemas.microsoft.com/office/drawing/2014/main" val="3437356583"/>
                  </a:ext>
                </a:extLst>
              </a:tr>
              <a:tr h="288268">
                <a:tc>
                  <a:txBody>
                    <a:bodyPr/>
                    <a:lstStyle/>
                    <a:p>
                      <a:pPr lvl="0">
                        <a:buNone/>
                      </a:pPr>
                      <a:r>
                        <a:rPr lang="en-US" sz="1200" err="1"/>
                        <a:t>JsonPacketId</a:t>
                      </a:r>
                    </a:p>
                  </a:txBody>
                  <a:tcPr/>
                </a:tc>
                <a:tc>
                  <a:txBody>
                    <a:bodyPr/>
                    <a:lstStyle/>
                    <a:p>
                      <a:pPr lvl="0" algn="ctr">
                        <a:buNone/>
                      </a:pPr>
                      <a:r>
                        <a:rPr lang="en-US" sz="1200"/>
                        <a:t>9</a:t>
                      </a:r>
                    </a:p>
                  </a:txBody>
                  <a:tcPr/>
                </a:tc>
                <a:tc>
                  <a:txBody>
                    <a:bodyPr/>
                    <a:lstStyle/>
                    <a:p>
                      <a:pPr lvl="0" algn="ctr">
                        <a:buNone/>
                      </a:pPr>
                      <a:r>
                        <a:rPr lang="en-US" sz="1200"/>
                        <a:t>Number</a:t>
                      </a:r>
                    </a:p>
                  </a:txBody>
                  <a:tcPr/>
                </a:tc>
                <a:tc>
                  <a:txBody>
                    <a:bodyPr/>
                    <a:lstStyle/>
                    <a:p>
                      <a:pPr lvl="0" algn="ctr">
                        <a:buNone/>
                      </a:pPr>
                      <a:r>
                        <a:rPr lang="en-US" sz="1200"/>
                        <a:t>0 - 99</a:t>
                      </a:r>
                    </a:p>
                  </a:txBody>
                  <a:tcPr/>
                </a:tc>
                <a:extLst>
                  <a:ext uri="{0D108BD9-81ED-4DB2-BD59-A6C34878D82A}">
                    <a16:rowId xmlns:a16="http://schemas.microsoft.com/office/drawing/2014/main" val="3857722587"/>
                  </a:ext>
                </a:extLst>
              </a:tr>
              <a:tr h="288268">
                <a:tc>
                  <a:txBody>
                    <a:bodyPr/>
                    <a:lstStyle/>
                    <a:p>
                      <a:r>
                        <a:rPr lang="en-US" sz="1200" err="1"/>
                        <a:t>MsgSeqNo</a:t>
                      </a:r>
                    </a:p>
                  </a:txBody>
                  <a:tcPr/>
                </a:tc>
                <a:tc>
                  <a:txBody>
                    <a:bodyPr/>
                    <a:lstStyle/>
                    <a:p>
                      <a:pPr algn="ctr"/>
                      <a:r>
                        <a:rPr lang="en-US" sz="1200"/>
                        <a:t>1</a:t>
                      </a:r>
                    </a:p>
                  </a:txBody>
                  <a:tcPr/>
                </a:tc>
                <a:tc>
                  <a:txBody>
                    <a:bodyPr/>
                    <a:lstStyle/>
                    <a:p>
                      <a:pPr algn="ctr"/>
                      <a:r>
                        <a:rPr lang="en-US" sz="1200"/>
                        <a:t>Number</a:t>
                      </a:r>
                    </a:p>
                  </a:txBody>
                  <a:tcPr/>
                </a:tc>
                <a:tc>
                  <a:txBody>
                    <a:bodyPr/>
                    <a:lstStyle/>
                    <a:p>
                      <a:pPr algn="ctr"/>
                      <a:r>
                        <a:rPr lang="en-US" sz="1200"/>
                        <a:t>0 - 65535</a:t>
                      </a:r>
                    </a:p>
                  </a:txBody>
                  <a:tcPr/>
                </a:tc>
                <a:extLst>
                  <a:ext uri="{0D108BD9-81ED-4DB2-BD59-A6C34878D82A}">
                    <a16:rowId xmlns:a16="http://schemas.microsoft.com/office/drawing/2014/main" val="4240429925"/>
                  </a:ext>
                </a:extLst>
              </a:tr>
              <a:tr h="288268">
                <a:tc>
                  <a:txBody>
                    <a:bodyPr/>
                    <a:lstStyle/>
                    <a:p>
                      <a:r>
                        <a:rPr lang="en-US" sz="1200" err="1"/>
                        <a:t>GwySerNo</a:t>
                      </a:r>
                    </a:p>
                  </a:txBody>
                  <a:tcPr/>
                </a:tc>
                <a:tc>
                  <a:txBody>
                    <a:bodyPr/>
                    <a:lstStyle/>
                    <a:p>
                      <a:pPr algn="ctr"/>
                      <a:r>
                        <a:rPr lang="en-US" sz="1200"/>
                        <a:t>1</a:t>
                      </a:r>
                    </a:p>
                  </a:txBody>
                  <a:tcPr/>
                </a:tc>
                <a:tc>
                  <a:txBody>
                    <a:bodyPr/>
                    <a:lstStyle/>
                    <a:p>
                      <a:pPr algn="ctr"/>
                      <a:r>
                        <a:rPr lang="en-US" sz="1200"/>
                        <a:t>Number</a:t>
                      </a:r>
                    </a:p>
                  </a:txBody>
                  <a:tcPr/>
                </a:tc>
                <a:tc>
                  <a:txBody>
                    <a:bodyPr/>
                    <a:lstStyle/>
                    <a:p>
                      <a:pPr algn="ctr"/>
                      <a:r>
                        <a:rPr lang="en-US" sz="1200"/>
                        <a:t>0 – 65535</a:t>
                      </a:r>
                    </a:p>
                  </a:txBody>
                  <a:tcPr/>
                </a:tc>
                <a:extLst>
                  <a:ext uri="{0D108BD9-81ED-4DB2-BD59-A6C34878D82A}">
                    <a16:rowId xmlns:a16="http://schemas.microsoft.com/office/drawing/2014/main" val="3987793583"/>
                  </a:ext>
                </a:extLst>
              </a:tr>
              <a:tr h="288268">
                <a:tc>
                  <a:txBody>
                    <a:bodyPr/>
                    <a:lstStyle/>
                    <a:p>
                      <a:r>
                        <a:rPr lang="en-US" sz="1200" err="1"/>
                        <a:t>NodeSerNo</a:t>
                      </a:r>
                    </a:p>
                  </a:txBody>
                  <a:tcPr/>
                </a:tc>
                <a:tc>
                  <a:txBody>
                    <a:bodyPr/>
                    <a:lstStyle/>
                    <a:p>
                      <a:pPr algn="ctr"/>
                      <a:r>
                        <a:rPr lang="en-US" sz="1200"/>
                        <a:t>1</a:t>
                      </a:r>
                    </a:p>
                  </a:txBody>
                  <a:tcPr/>
                </a:tc>
                <a:tc>
                  <a:txBody>
                    <a:bodyPr/>
                    <a:lstStyle/>
                    <a:p>
                      <a:pPr algn="ctr"/>
                      <a:r>
                        <a:rPr lang="en-US" sz="1200"/>
                        <a:t>Number</a:t>
                      </a:r>
                    </a:p>
                  </a:txBody>
                  <a:tcPr/>
                </a:tc>
                <a:tc>
                  <a:txBody>
                    <a:bodyPr/>
                    <a:lstStyle/>
                    <a:p>
                      <a:pPr algn="ctr"/>
                      <a:r>
                        <a:rPr lang="en-US" sz="1200"/>
                        <a:t>0 – 65535</a:t>
                      </a:r>
                    </a:p>
                  </a:txBody>
                  <a:tcPr/>
                </a:tc>
                <a:extLst>
                  <a:ext uri="{0D108BD9-81ED-4DB2-BD59-A6C34878D82A}">
                    <a16:rowId xmlns:a16="http://schemas.microsoft.com/office/drawing/2014/main" val="3861820679"/>
                  </a:ext>
                </a:extLst>
              </a:tr>
              <a:tr h="288268">
                <a:tc>
                  <a:txBody>
                    <a:bodyPr/>
                    <a:lstStyle/>
                    <a:p>
                      <a:r>
                        <a:rPr lang="en-US" sz="1200"/>
                        <a:t>ElementAddr</a:t>
                      </a:r>
                      <a:endParaRPr lang="en-US" sz="1200" dirty="0" err="1"/>
                    </a:p>
                  </a:txBody>
                  <a:tcPr anchor="ctr"/>
                </a:tc>
                <a:tc>
                  <a:txBody>
                    <a:bodyPr/>
                    <a:lstStyle/>
                    <a:p>
                      <a:pPr algn="ctr"/>
                      <a:r>
                        <a:rPr lang="en-US" sz="1200"/>
                        <a:t>55</a:t>
                      </a:r>
                      <a:endParaRPr lang="en-US" sz="1200" dirty="0"/>
                    </a:p>
                  </a:txBody>
                  <a:tcPr anchor="ctr"/>
                </a:tc>
                <a:tc>
                  <a:txBody>
                    <a:bodyPr/>
                    <a:lstStyle/>
                    <a:p>
                      <a:pPr algn="ctr"/>
                      <a:r>
                        <a:rPr lang="en-US" sz="1200"/>
                        <a:t>Number</a:t>
                      </a:r>
                      <a:endParaRPr lang="en-US" sz="1200" dirty="0"/>
                    </a:p>
                  </a:txBody>
                  <a:tcPr anchor="ctr"/>
                </a:tc>
                <a:tc>
                  <a:txBody>
                    <a:bodyPr/>
                    <a:lstStyle/>
                    <a:p>
                      <a:pPr algn="ctr"/>
                      <a:r>
                        <a:rPr lang="en-US" sz="1200"/>
                        <a:t>0 - 65535</a:t>
                      </a:r>
                      <a:endParaRPr lang="en-US" sz="1200" dirty="0"/>
                    </a:p>
                  </a:txBody>
                  <a:tcPr anchor="ctr"/>
                </a:tc>
                <a:extLst>
                  <a:ext uri="{0D108BD9-81ED-4DB2-BD59-A6C34878D82A}">
                    <a16:rowId xmlns:a16="http://schemas.microsoft.com/office/drawing/2014/main" val="1684419937"/>
                  </a:ext>
                </a:extLst>
              </a:tr>
              <a:tr h="480447">
                <a:tc>
                  <a:txBody>
                    <a:bodyPr/>
                    <a:lstStyle/>
                    <a:p>
                      <a:r>
                        <a:rPr lang="en-US" sz="1200"/>
                        <a:t>Power</a:t>
                      </a:r>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0, 1</a:t>
                      </a:r>
                    </a:p>
                  </a:txBody>
                  <a:tcPr/>
                </a:tc>
                <a:extLst>
                  <a:ext uri="{0D108BD9-81ED-4DB2-BD59-A6C34878D82A}">
                    <a16:rowId xmlns:a16="http://schemas.microsoft.com/office/drawing/2014/main" val="4183338170"/>
                  </a:ext>
                </a:extLst>
              </a:tr>
              <a:tr h="864805">
                <a:tc>
                  <a:txBody>
                    <a:bodyPr/>
                    <a:lstStyle/>
                    <a:p>
                      <a:r>
                        <a:rPr lang="en-US" sz="1200"/>
                        <a:t>Mode</a:t>
                      </a:r>
                    </a:p>
                  </a:txBody>
                  <a:tcPr anchor="ctr"/>
                </a:tc>
                <a:tc>
                  <a:txBody>
                    <a:bodyPr/>
                    <a:lstStyle/>
                    <a:p>
                      <a:pPr algn="ctr"/>
                      <a:r>
                        <a:rPr lang="en-US" sz="1200"/>
                        <a:t>"Cool"</a:t>
                      </a:r>
                    </a:p>
                  </a:txBody>
                  <a:tcPr anchor="ctr"/>
                </a:tc>
                <a:tc>
                  <a:txBody>
                    <a:bodyPr/>
                    <a:lstStyle/>
                    <a:p>
                      <a:pPr algn="ctr"/>
                      <a:r>
                        <a:rPr lang="en-US" sz="1200"/>
                        <a:t>String</a:t>
                      </a:r>
                    </a:p>
                  </a:txBody>
                  <a:tcPr anchor="ctr"/>
                </a:tc>
                <a:tc>
                  <a:txBody>
                    <a:bodyPr/>
                    <a:lstStyle/>
                    <a:p>
                      <a:pPr algn="ctr"/>
                      <a:r>
                        <a:rPr lang="en-US" sz="1200"/>
                        <a:t>"Cool", "Hot", "Dry", "Auto", "Quiet"</a:t>
                      </a:r>
                    </a:p>
                  </a:txBody>
                  <a:tcPr/>
                </a:tc>
                <a:extLst>
                  <a:ext uri="{0D108BD9-81ED-4DB2-BD59-A6C34878D82A}">
                    <a16:rowId xmlns:a16="http://schemas.microsoft.com/office/drawing/2014/main" val="3964582046"/>
                  </a:ext>
                </a:extLst>
              </a:tr>
              <a:tr h="288268">
                <a:tc>
                  <a:txBody>
                    <a:bodyPr/>
                    <a:lstStyle/>
                    <a:p>
                      <a:r>
                        <a:rPr lang="en-US" sz="1200"/>
                        <a:t>Fan</a:t>
                      </a:r>
                    </a:p>
                  </a:txBody>
                  <a:tcPr/>
                </a:tc>
                <a:tc>
                  <a:txBody>
                    <a:bodyPr/>
                    <a:lstStyle/>
                    <a:p>
                      <a:pPr algn="ctr"/>
                      <a:r>
                        <a:rPr lang="en-US" sz="1200"/>
                        <a:t>2</a:t>
                      </a:r>
                    </a:p>
                  </a:txBody>
                  <a:tcPr/>
                </a:tc>
                <a:tc>
                  <a:txBody>
                    <a:bodyPr/>
                    <a:lstStyle/>
                    <a:p>
                      <a:pPr algn="ctr"/>
                      <a:r>
                        <a:rPr lang="en-US" sz="1200"/>
                        <a:t>Number</a:t>
                      </a:r>
                    </a:p>
                  </a:txBody>
                  <a:tcPr/>
                </a:tc>
                <a:tc>
                  <a:txBody>
                    <a:bodyPr/>
                    <a:lstStyle/>
                    <a:p>
                      <a:pPr algn="ctr"/>
                      <a:r>
                        <a:rPr lang="en-US" sz="1200"/>
                        <a:t>0 – 4</a:t>
                      </a:r>
                    </a:p>
                  </a:txBody>
                  <a:tcPr/>
                </a:tc>
                <a:extLst>
                  <a:ext uri="{0D108BD9-81ED-4DB2-BD59-A6C34878D82A}">
                    <a16:rowId xmlns:a16="http://schemas.microsoft.com/office/drawing/2014/main" val="4174325388"/>
                  </a:ext>
                </a:extLst>
              </a:tr>
              <a:tr h="288268">
                <a:tc>
                  <a:txBody>
                    <a:bodyPr/>
                    <a:lstStyle/>
                    <a:p>
                      <a:r>
                        <a:rPr lang="en-US" sz="1200"/>
                        <a:t>Temperature</a:t>
                      </a:r>
                    </a:p>
                  </a:txBody>
                  <a:tcPr/>
                </a:tc>
                <a:tc>
                  <a:txBody>
                    <a:bodyPr/>
                    <a:lstStyle/>
                    <a:p>
                      <a:pPr algn="ctr"/>
                      <a:r>
                        <a:rPr lang="en-US" sz="1200"/>
                        <a:t>25</a:t>
                      </a:r>
                    </a:p>
                  </a:txBody>
                  <a:tcPr/>
                </a:tc>
                <a:tc>
                  <a:txBody>
                    <a:bodyPr/>
                    <a:lstStyle/>
                    <a:p>
                      <a:pPr algn="ctr"/>
                      <a:r>
                        <a:rPr lang="en-US" sz="1200"/>
                        <a:t>Number</a:t>
                      </a:r>
                    </a:p>
                  </a:txBody>
                  <a:tcPr/>
                </a:tc>
                <a:tc>
                  <a:txBody>
                    <a:bodyPr/>
                    <a:lstStyle/>
                    <a:p>
                      <a:pPr algn="ctr"/>
                      <a:r>
                        <a:rPr lang="en-US" sz="1200"/>
                        <a:t>16 - 32</a:t>
                      </a:r>
                    </a:p>
                  </a:txBody>
                  <a:tcPr/>
                </a:tc>
                <a:extLst>
                  <a:ext uri="{0D108BD9-81ED-4DB2-BD59-A6C34878D82A}">
                    <a16:rowId xmlns:a16="http://schemas.microsoft.com/office/drawing/2014/main" val="1863258944"/>
                  </a:ext>
                </a:extLst>
              </a:tr>
              <a:tr h="480447">
                <a:tc>
                  <a:txBody>
                    <a:bodyPr/>
                    <a:lstStyle/>
                    <a:p>
                      <a:r>
                        <a:rPr lang="en-US" sz="1200" err="1"/>
                        <a:t>SwingH</a:t>
                      </a:r>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0, 1</a:t>
                      </a:r>
                    </a:p>
                  </a:txBody>
                  <a:tcPr/>
                </a:tc>
                <a:extLst>
                  <a:ext uri="{0D108BD9-81ED-4DB2-BD59-A6C34878D82A}">
                    <a16:rowId xmlns:a16="http://schemas.microsoft.com/office/drawing/2014/main" val="3557071958"/>
                  </a:ext>
                </a:extLst>
              </a:tr>
              <a:tr h="480447">
                <a:tc>
                  <a:txBody>
                    <a:bodyPr/>
                    <a:lstStyle/>
                    <a:p>
                      <a:r>
                        <a:rPr lang="en-US" sz="1200" err="1"/>
                        <a:t>SwingV</a:t>
                      </a:r>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0, 1</a:t>
                      </a:r>
                    </a:p>
                  </a:txBody>
                  <a:tcPr/>
                </a:tc>
                <a:extLst>
                  <a:ext uri="{0D108BD9-81ED-4DB2-BD59-A6C34878D82A}">
                    <a16:rowId xmlns:a16="http://schemas.microsoft.com/office/drawing/2014/main" val="970849882"/>
                  </a:ext>
                </a:extLst>
              </a:tr>
              <a:tr h="288268">
                <a:tc>
                  <a:txBody>
                    <a:bodyPr/>
                    <a:lstStyle/>
                    <a:p>
                      <a:r>
                        <a:rPr lang="en-US" sz="1200"/>
                        <a:t>OnTimer</a:t>
                      </a:r>
                      <a:endParaRPr lang="en-US" sz="1200" err="1"/>
                    </a:p>
                  </a:txBody>
                  <a:tcPr/>
                </a:tc>
                <a:tc>
                  <a:txBody>
                    <a:bodyPr/>
                    <a:lstStyle/>
                    <a:p>
                      <a:pPr algn="ctr"/>
                      <a:r>
                        <a:rPr lang="en-US" sz="1200"/>
                        <a:t>4</a:t>
                      </a:r>
                    </a:p>
                  </a:txBody>
                  <a:tcPr/>
                </a:tc>
                <a:tc>
                  <a:txBody>
                    <a:bodyPr/>
                    <a:lstStyle/>
                    <a:p>
                      <a:pPr algn="ctr"/>
                      <a:r>
                        <a:rPr lang="en-US" sz="1200"/>
                        <a:t>Number (Hrs)</a:t>
                      </a:r>
                    </a:p>
                  </a:txBody>
                  <a:tcPr/>
                </a:tc>
                <a:tc>
                  <a:txBody>
                    <a:bodyPr/>
                    <a:lstStyle/>
                    <a:p>
                      <a:pPr algn="ctr"/>
                      <a:r>
                        <a:rPr lang="en-US" sz="1200"/>
                        <a:t>0 – 12</a:t>
                      </a:r>
                    </a:p>
                  </a:txBody>
                  <a:tcPr/>
                </a:tc>
                <a:extLst>
                  <a:ext uri="{0D108BD9-81ED-4DB2-BD59-A6C34878D82A}">
                    <a16:rowId xmlns:a16="http://schemas.microsoft.com/office/drawing/2014/main" val="3132127224"/>
                  </a:ext>
                </a:extLst>
              </a:tr>
              <a:tr h="288268">
                <a:tc>
                  <a:txBody>
                    <a:bodyPr/>
                    <a:lstStyle/>
                    <a:p>
                      <a:r>
                        <a:rPr lang="en-US" sz="1200" err="1"/>
                        <a:t>OffTimer</a:t>
                      </a:r>
                    </a:p>
                  </a:txBody>
                  <a:tcPr/>
                </a:tc>
                <a:tc>
                  <a:txBody>
                    <a:bodyPr/>
                    <a:lstStyle/>
                    <a:p>
                      <a:pPr algn="ctr"/>
                      <a:r>
                        <a:rPr lang="en-US" sz="1200"/>
                        <a:t>5</a:t>
                      </a:r>
                    </a:p>
                  </a:txBody>
                  <a:tcPr/>
                </a:tc>
                <a:tc>
                  <a:txBody>
                    <a:bodyPr/>
                    <a:lstStyle/>
                    <a:p>
                      <a:pPr algn="ctr"/>
                      <a:r>
                        <a:rPr lang="en-US" sz="1200"/>
                        <a:t>Number (Hrs)</a:t>
                      </a:r>
                    </a:p>
                  </a:txBody>
                  <a:tcPr/>
                </a:tc>
                <a:tc>
                  <a:txBody>
                    <a:bodyPr/>
                    <a:lstStyle/>
                    <a:p>
                      <a:pPr algn="ctr"/>
                      <a:r>
                        <a:rPr lang="en-US" sz="1200"/>
                        <a:t>0 – 12</a:t>
                      </a:r>
                    </a:p>
                  </a:txBody>
                  <a:tcPr/>
                </a:tc>
                <a:extLst>
                  <a:ext uri="{0D108BD9-81ED-4DB2-BD59-A6C34878D82A}">
                    <a16:rowId xmlns:a16="http://schemas.microsoft.com/office/drawing/2014/main" val="3842752070"/>
                  </a:ext>
                </a:extLst>
              </a:tr>
              <a:tr h="480447">
                <a:tc>
                  <a:txBody>
                    <a:bodyPr/>
                    <a:lstStyle/>
                    <a:p>
                      <a:r>
                        <a:rPr lang="en-US" sz="1200"/>
                        <a:t>Locking</a:t>
                      </a:r>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1, 0</a:t>
                      </a:r>
                    </a:p>
                  </a:txBody>
                  <a:tcPr/>
                </a:tc>
                <a:extLst>
                  <a:ext uri="{0D108BD9-81ED-4DB2-BD59-A6C34878D82A}">
                    <a16:rowId xmlns:a16="http://schemas.microsoft.com/office/drawing/2014/main" val="118625369"/>
                  </a:ext>
                </a:extLst>
              </a:tr>
            </a:tbl>
          </a:graphicData>
        </a:graphic>
      </p:graphicFrame>
      <p:sp>
        <p:nvSpPr>
          <p:cNvPr id="24" name="Rectangle 23">
            <a:extLst>
              <a:ext uri="{FF2B5EF4-FFF2-40B4-BE49-F238E27FC236}">
                <a16:creationId xmlns:a16="http://schemas.microsoft.com/office/drawing/2014/main" id="{44098E4D-1255-D2AF-285A-217794FEB69C}"/>
              </a:ext>
            </a:extLst>
          </p:cNvPr>
          <p:cNvSpPr/>
          <p:nvPr/>
        </p:nvSpPr>
        <p:spPr>
          <a:xfrm>
            <a:off x="224515" y="388324"/>
            <a:ext cx="4145452" cy="2626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Control packet</a:t>
            </a:r>
            <a:endParaRPr lang="en-US" sz="1400"/>
          </a:p>
        </p:txBody>
      </p:sp>
      <p:graphicFrame>
        <p:nvGraphicFramePr>
          <p:cNvPr id="25" name="Table 24">
            <a:extLst>
              <a:ext uri="{FF2B5EF4-FFF2-40B4-BE49-F238E27FC236}">
                <a16:creationId xmlns:a16="http://schemas.microsoft.com/office/drawing/2014/main" id="{D1DF67F7-4321-AA05-41E5-32AA63E5F901}"/>
              </a:ext>
            </a:extLst>
          </p:cNvPr>
          <p:cNvGraphicFramePr>
            <a:graphicFrameLocks noGrp="1"/>
          </p:cNvGraphicFramePr>
          <p:nvPr>
            <p:extLst>
              <p:ext uri="{D42A27DB-BD31-4B8C-83A1-F6EECF244321}">
                <p14:modId xmlns:p14="http://schemas.microsoft.com/office/powerpoint/2010/main" val="705414347"/>
              </p:ext>
            </p:extLst>
          </p:nvPr>
        </p:nvGraphicFramePr>
        <p:xfrm>
          <a:off x="4496885" y="650972"/>
          <a:ext cx="4156612" cy="5669280"/>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139912">
                <a:tc>
                  <a:txBody>
                    <a:bodyPr/>
                    <a:lstStyle/>
                    <a:p>
                      <a:pPr algn="ctr"/>
                      <a:r>
                        <a:rPr lang="en-US" sz="1200"/>
                        <a:t>Key</a:t>
                      </a:r>
                    </a:p>
                  </a:txBody>
                  <a:tcPr/>
                </a:tc>
                <a:tc>
                  <a:txBody>
                    <a:bodyPr/>
                    <a:lstStyle/>
                    <a:p>
                      <a:pPr algn="ctr"/>
                      <a:r>
                        <a:rPr lang="en-US" sz="1200"/>
                        <a:t>Value</a:t>
                      </a:r>
                    </a:p>
                  </a:txBody>
                  <a:tcPr/>
                </a:tc>
                <a:tc>
                  <a:txBody>
                    <a:bodyPr/>
                    <a:lstStyle/>
                    <a:p>
                      <a:pPr algn="ctr"/>
                      <a:r>
                        <a:rPr lang="en-US" sz="1200"/>
                        <a:t>Type</a:t>
                      </a:r>
                    </a:p>
                  </a:txBody>
                  <a:tcPr/>
                </a:tc>
                <a:tc>
                  <a:txBody>
                    <a:bodyPr/>
                    <a:lstStyle/>
                    <a:p>
                      <a:pPr algn="ctr"/>
                      <a:r>
                        <a:rPr lang="en-US" sz="1200"/>
                        <a:t>Range</a:t>
                      </a:r>
                    </a:p>
                  </a:txBody>
                  <a:tcPr/>
                </a:tc>
                <a:extLst>
                  <a:ext uri="{0D108BD9-81ED-4DB2-BD59-A6C34878D82A}">
                    <a16:rowId xmlns:a16="http://schemas.microsoft.com/office/drawing/2014/main" val="3437356583"/>
                  </a:ext>
                </a:extLst>
              </a:tr>
              <a:tr h="139912">
                <a:tc>
                  <a:txBody>
                    <a:bodyPr/>
                    <a:lstStyle/>
                    <a:p>
                      <a:r>
                        <a:rPr lang="en-US" sz="1200"/>
                        <a:t>JsonPacketId</a:t>
                      </a:r>
                      <a:endParaRPr lang="en-US" sz="1200" dirty="0" err="1"/>
                    </a:p>
                  </a:txBody>
                  <a:tcPr/>
                </a:tc>
                <a:tc>
                  <a:txBody>
                    <a:bodyPr/>
                    <a:lstStyle/>
                    <a:p>
                      <a:pPr algn="ctr"/>
                      <a:r>
                        <a:rPr lang="en-US" sz="1200"/>
                        <a:t>9</a:t>
                      </a:r>
                    </a:p>
                  </a:txBody>
                  <a:tcPr/>
                </a:tc>
                <a:tc>
                  <a:txBody>
                    <a:bodyPr/>
                    <a:lstStyle/>
                    <a:p>
                      <a:pPr algn="ctr"/>
                      <a:r>
                        <a:rPr lang="en-US" sz="1200"/>
                        <a:t>Number</a:t>
                      </a:r>
                    </a:p>
                  </a:txBody>
                  <a:tcPr/>
                </a:tc>
                <a:tc>
                  <a:txBody>
                    <a:bodyPr/>
                    <a:lstStyle/>
                    <a:p>
                      <a:pPr algn="ctr"/>
                      <a:r>
                        <a:rPr lang="en-US" sz="1200"/>
                        <a:t>0 – 99</a:t>
                      </a:r>
                    </a:p>
                  </a:txBody>
                  <a:tcPr/>
                </a:tc>
                <a:extLst>
                  <a:ext uri="{0D108BD9-81ED-4DB2-BD59-A6C34878D82A}">
                    <a16:rowId xmlns:a16="http://schemas.microsoft.com/office/drawing/2014/main" val="3251912610"/>
                  </a:ext>
                </a:extLst>
              </a:tr>
              <a:tr h="139912">
                <a:tc>
                  <a:txBody>
                    <a:bodyPr/>
                    <a:lstStyle/>
                    <a:p>
                      <a:r>
                        <a:rPr lang="en-US" sz="1200" err="1"/>
                        <a:t>MsgSeqNo</a:t>
                      </a:r>
                    </a:p>
                  </a:txBody>
                  <a:tcPr/>
                </a:tc>
                <a:tc>
                  <a:txBody>
                    <a:bodyPr/>
                    <a:lstStyle/>
                    <a:p>
                      <a:pPr algn="ctr"/>
                      <a:r>
                        <a:rPr lang="en-US" sz="1200"/>
                        <a:t>1</a:t>
                      </a:r>
                    </a:p>
                  </a:txBody>
                  <a:tcPr/>
                </a:tc>
                <a:tc>
                  <a:txBody>
                    <a:bodyPr/>
                    <a:lstStyle/>
                    <a:p>
                      <a:pPr algn="ctr"/>
                      <a:r>
                        <a:rPr lang="en-US" sz="1200"/>
                        <a:t>Number</a:t>
                      </a:r>
                    </a:p>
                  </a:txBody>
                  <a:tcPr/>
                </a:tc>
                <a:tc>
                  <a:txBody>
                    <a:bodyPr/>
                    <a:lstStyle/>
                    <a:p>
                      <a:pPr algn="ctr"/>
                      <a:r>
                        <a:rPr lang="en-US" sz="1200"/>
                        <a:t>0 – 65535</a:t>
                      </a:r>
                    </a:p>
                  </a:txBody>
                  <a:tcPr/>
                </a:tc>
                <a:extLst>
                  <a:ext uri="{0D108BD9-81ED-4DB2-BD59-A6C34878D82A}">
                    <a16:rowId xmlns:a16="http://schemas.microsoft.com/office/drawing/2014/main" val="3752984340"/>
                  </a:ext>
                </a:extLst>
              </a:tr>
              <a:tr h="139912">
                <a:tc>
                  <a:txBody>
                    <a:bodyPr/>
                    <a:lstStyle/>
                    <a:p>
                      <a:r>
                        <a:rPr lang="en-US" sz="1200" err="1"/>
                        <a:t>GwySerNo</a:t>
                      </a:r>
                    </a:p>
                  </a:txBody>
                  <a:tcPr/>
                </a:tc>
                <a:tc>
                  <a:txBody>
                    <a:bodyPr/>
                    <a:lstStyle/>
                    <a:p>
                      <a:pPr algn="ctr"/>
                      <a:r>
                        <a:rPr lang="en-US" sz="1200"/>
                        <a:t>1</a:t>
                      </a:r>
                    </a:p>
                  </a:txBody>
                  <a:tcPr/>
                </a:tc>
                <a:tc>
                  <a:txBody>
                    <a:bodyPr/>
                    <a:lstStyle/>
                    <a:p>
                      <a:pPr algn="ctr"/>
                      <a:r>
                        <a:rPr lang="en-US" sz="1200"/>
                        <a:t>Number</a:t>
                      </a:r>
                    </a:p>
                  </a:txBody>
                  <a:tcPr/>
                </a:tc>
                <a:tc>
                  <a:txBody>
                    <a:bodyPr/>
                    <a:lstStyle/>
                    <a:p>
                      <a:pPr algn="ctr"/>
                      <a:r>
                        <a:rPr lang="en-US" sz="1200"/>
                        <a:t>0 – 65535</a:t>
                      </a:r>
                    </a:p>
                  </a:txBody>
                  <a:tcPr/>
                </a:tc>
                <a:extLst>
                  <a:ext uri="{0D108BD9-81ED-4DB2-BD59-A6C34878D82A}">
                    <a16:rowId xmlns:a16="http://schemas.microsoft.com/office/drawing/2014/main" val="1458430284"/>
                  </a:ext>
                </a:extLst>
              </a:tr>
              <a:tr h="139912">
                <a:tc>
                  <a:txBody>
                    <a:bodyPr/>
                    <a:lstStyle/>
                    <a:p>
                      <a:r>
                        <a:rPr lang="en-US" sz="1200"/>
                        <a:t>NodeSerNo</a:t>
                      </a:r>
                      <a:endParaRPr lang="en-US" sz="1200" dirty="0" err="1"/>
                    </a:p>
                  </a:txBody>
                  <a:tcPr/>
                </a:tc>
                <a:tc>
                  <a:txBody>
                    <a:bodyPr/>
                    <a:lstStyle/>
                    <a:p>
                      <a:pPr algn="ctr"/>
                      <a:r>
                        <a:rPr lang="en-US" sz="1200"/>
                        <a:t>1</a:t>
                      </a:r>
                    </a:p>
                  </a:txBody>
                  <a:tcPr/>
                </a:tc>
                <a:tc>
                  <a:txBody>
                    <a:bodyPr/>
                    <a:lstStyle/>
                    <a:p>
                      <a:pPr algn="ctr"/>
                      <a:r>
                        <a:rPr lang="en-US" sz="1200"/>
                        <a:t>Number</a:t>
                      </a:r>
                    </a:p>
                  </a:txBody>
                  <a:tcPr/>
                </a:tc>
                <a:tc>
                  <a:txBody>
                    <a:bodyPr/>
                    <a:lstStyle/>
                    <a:p>
                      <a:pPr algn="ctr"/>
                      <a:r>
                        <a:rPr lang="en-US" sz="1200"/>
                        <a:t>0 – 65535</a:t>
                      </a:r>
                    </a:p>
                  </a:txBody>
                  <a:tcPr/>
                </a:tc>
                <a:extLst>
                  <a:ext uri="{0D108BD9-81ED-4DB2-BD59-A6C34878D82A}">
                    <a16:rowId xmlns:a16="http://schemas.microsoft.com/office/drawing/2014/main" val="3137878433"/>
                  </a:ext>
                </a:extLst>
              </a:tr>
              <a:tr h="228401">
                <a:tc>
                  <a:txBody>
                    <a:bodyPr/>
                    <a:lstStyle/>
                    <a:p>
                      <a:r>
                        <a:rPr lang="en-US" sz="1200"/>
                        <a:t>ElementAddr</a:t>
                      </a:r>
                      <a:endParaRPr lang="en-US" sz="1200" dirty="0" err="1"/>
                    </a:p>
                  </a:txBody>
                  <a:tcPr anchor="ctr"/>
                </a:tc>
                <a:tc>
                  <a:txBody>
                    <a:bodyPr/>
                    <a:lstStyle/>
                    <a:p>
                      <a:pPr algn="ctr"/>
                      <a:r>
                        <a:rPr lang="en-US" sz="1200"/>
                        <a:t>55</a:t>
                      </a:r>
                      <a:endParaRPr lang="en-US" sz="1200" dirty="0"/>
                    </a:p>
                  </a:txBody>
                  <a:tcPr anchor="ctr"/>
                </a:tc>
                <a:tc>
                  <a:txBody>
                    <a:bodyPr/>
                    <a:lstStyle/>
                    <a:p>
                      <a:pPr algn="ctr"/>
                      <a:r>
                        <a:rPr lang="en-US" sz="1200"/>
                        <a:t>String</a:t>
                      </a:r>
                      <a:endParaRPr lang="en-US" sz="1200" dirty="0"/>
                    </a:p>
                  </a:txBody>
                  <a:tcPr anchor="ctr"/>
                </a:tc>
                <a:tc>
                  <a:txBody>
                    <a:bodyPr/>
                    <a:lstStyle/>
                    <a:p>
                      <a:pPr algn="ctr"/>
                      <a:r>
                        <a:rPr lang="en-US" sz="1200"/>
                        <a:t>4 Char long</a:t>
                      </a:r>
                      <a:endParaRPr lang="en-US" sz="1200" dirty="0"/>
                    </a:p>
                  </a:txBody>
                  <a:tcPr anchor="ctr"/>
                </a:tc>
                <a:extLst>
                  <a:ext uri="{0D108BD9-81ED-4DB2-BD59-A6C34878D82A}">
                    <a16:rowId xmlns:a16="http://schemas.microsoft.com/office/drawing/2014/main" val="2953232783"/>
                  </a:ext>
                </a:extLst>
              </a:tr>
              <a:tr h="233186">
                <a:tc>
                  <a:txBody>
                    <a:bodyPr/>
                    <a:lstStyle/>
                    <a:p>
                      <a:r>
                        <a:rPr lang="en-US" sz="1200"/>
                        <a:t>Power</a:t>
                      </a:r>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0, 1</a:t>
                      </a:r>
                    </a:p>
                  </a:txBody>
                  <a:tcPr/>
                </a:tc>
                <a:extLst>
                  <a:ext uri="{0D108BD9-81ED-4DB2-BD59-A6C34878D82A}">
                    <a16:rowId xmlns:a16="http://schemas.microsoft.com/office/drawing/2014/main" val="195805513"/>
                  </a:ext>
                </a:extLst>
              </a:tr>
              <a:tr h="419735">
                <a:tc>
                  <a:txBody>
                    <a:bodyPr/>
                    <a:lstStyle/>
                    <a:p>
                      <a:r>
                        <a:rPr lang="en-US" sz="1200"/>
                        <a:t>Mode</a:t>
                      </a:r>
                    </a:p>
                  </a:txBody>
                  <a:tcPr anchor="ctr"/>
                </a:tc>
                <a:tc>
                  <a:txBody>
                    <a:bodyPr/>
                    <a:lstStyle/>
                    <a:p>
                      <a:pPr algn="ctr"/>
                      <a:r>
                        <a:rPr lang="en-US" sz="1200"/>
                        <a:t>"Cool"</a:t>
                      </a:r>
                    </a:p>
                  </a:txBody>
                  <a:tcPr anchor="ctr"/>
                </a:tc>
                <a:tc>
                  <a:txBody>
                    <a:bodyPr/>
                    <a:lstStyle/>
                    <a:p>
                      <a:pPr algn="ctr"/>
                      <a:r>
                        <a:rPr lang="en-US" sz="1200"/>
                        <a:t>String</a:t>
                      </a:r>
                    </a:p>
                  </a:txBody>
                  <a:tcPr anchor="ctr"/>
                </a:tc>
                <a:tc>
                  <a:txBody>
                    <a:bodyPr/>
                    <a:lstStyle/>
                    <a:p>
                      <a:pPr algn="ctr"/>
                      <a:r>
                        <a:rPr lang="en-US" sz="1200"/>
                        <a:t>"Cool", "Hot", "Dry", "Auto", "Quiet"</a:t>
                      </a:r>
                    </a:p>
                  </a:txBody>
                  <a:tcPr/>
                </a:tc>
                <a:extLst>
                  <a:ext uri="{0D108BD9-81ED-4DB2-BD59-A6C34878D82A}">
                    <a16:rowId xmlns:a16="http://schemas.microsoft.com/office/drawing/2014/main" val="4183338170"/>
                  </a:ext>
                </a:extLst>
              </a:tr>
              <a:tr h="139912">
                <a:tc>
                  <a:txBody>
                    <a:bodyPr/>
                    <a:lstStyle/>
                    <a:p>
                      <a:r>
                        <a:rPr lang="en-US" sz="1200"/>
                        <a:t>Fan</a:t>
                      </a:r>
                    </a:p>
                  </a:txBody>
                  <a:tcPr/>
                </a:tc>
                <a:tc>
                  <a:txBody>
                    <a:bodyPr/>
                    <a:lstStyle/>
                    <a:p>
                      <a:pPr algn="ctr"/>
                      <a:r>
                        <a:rPr lang="en-US" sz="1200"/>
                        <a:t>2</a:t>
                      </a:r>
                    </a:p>
                  </a:txBody>
                  <a:tcPr/>
                </a:tc>
                <a:tc>
                  <a:txBody>
                    <a:bodyPr/>
                    <a:lstStyle/>
                    <a:p>
                      <a:pPr algn="ctr"/>
                      <a:r>
                        <a:rPr lang="en-US" sz="1200"/>
                        <a:t>Number</a:t>
                      </a:r>
                    </a:p>
                  </a:txBody>
                  <a:tcPr/>
                </a:tc>
                <a:tc>
                  <a:txBody>
                    <a:bodyPr/>
                    <a:lstStyle/>
                    <a:p>
                      <a:pPr algn="ctr"/>
                      <a:r>
                        <a:rPr lang="en-US" sz="1200"/>
                        <a:t>0 – 4</a:t>
                      </a:r>
                    </a:p>
                  </a:txBody>
                  <a:tcPr/>
                </a:tc>
                <a:extLst>
                  <a:ext uri="{0D108BD9-81ED-4DB2-BD59-A6C34878D82A}">
                    <a16:rowId xmlns:a16="http://schemas.microsoft.com/office/drawing/2014/main" val="2403011285"/>
                  </a:ext>
                </a:extLst>
              </a:tr>
              <a:tr h="139912">
                <a:tc>
                  <a:txBody>
                    <a:bodyPr/>
                    <a:lstStyle/>
                    <a:p>
                      <a:r>
                        <a:rPr lang="en-US" sz="1200"/>
                        <a:t>Temperature</a:t>
                      </a:r>
                    </a:p>
                  </a:txBody>
                  <a:tcPr/>
                </a:tc>
                <a:tc>
                  <a:txBody>
                    <a:bodyPr/>
                    <a:lstStyle/>
                    <a:p>
                      <a:pPr algn="ctr"/>
                      <a:r>
                        <a:rPr lang="en-US" sz="1200"/>
                        <a:t>25</a:t>
                      </a:r>
                    </a:p>
                  </a:txBody>
                  <a:tcPr/>
                </a:tc>
                <a:tc>
                  <a:txBody>
                    <a:bodyPr/>
                    <a:lstStyle/>
                    <a:p>
                      <a:pPr algn="ctr"/>
                      <a:r>
                        <a:rPr lang="en-US" sz="1200"/>
                        <a:t>Number</a:t>
                      </a:r>
                    </a:p>
                  </a:txBody>
                  <a:tcPr/>
                </a:tc>
                <a:tc>
                  <a:txBody>
                    <a:bodyPr/>
                    <a:lstStyle/>
                    <a:p>
                      <a:pPr algn="ctr"/>
                      <a:r>
                        <a:rPr lang="en-US" sz="1200"/>
                        <a:t>16 - 32</a:t>
                      </a:r>
                    </a:p>
                  </a:txBody>
                  <a:tcPr/>
                </a:tc>
                <a:extLst>
                  <a:ext uri="{0D108BD9-81ED-4DB2-BD59-A6C34878D82A}">
                    <a16:rowId xmlns:a16="http://schemas.microsoft.com/office/drawing/2014/main" val="1303283459"/>
                  </a:ext>
                </a:extLst>
              </a:tr>
              <a:tr h="233186">
                <a:tc>
                  <a:txBody>
                    <a:bodyPr/>
                    <a:lstStyle/>
                    <a:p>
                      <a:r>
                        <a:rPr lang="en-US" sz="1200"/>
                        <a:t>SwingH</a:t>
                      </a:r>
                      <a:endParaRPr lang="en-US" sz="1200" dirty="0" err="1"/>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0, 1</a:t>
                      </a:r>
                    </a:p>
                  </a:txBody>
                  <a:tcPr/>
                </a:tc>
                <a:extLst>
                  <a:ext uri="{0D108BD9-81ED-4DB2-BD59-A6C34878D82A}">
                    <a16:rowId xmlns:a16="http://schemas.microsoft.com/office/drawing/2014/main" val="3583415609"/>
                  </a:ext>
                </a:extLst>
              </a:tr>
              <a:tr h="233186">
                <a:tc>
                  <a:txBody>
                    <a:bodyPr/>
                    <a:lstStyle/>
                    <a:p>
                      <a:r>
                        <a:rPr lang="en-US" sz="1200"/>
                        <a:t>SwingV</a:t>
                      </a:r>
                      <a:endParaRPr lang="en-US" sz="1200" dirty="0" err="1"/>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0, 1</a:t>
                      </a:r>
                    </a:p>
                  </a:txBody>
                  <a:tcPr/>
                </a:tc>
                <a:extLst>
                  <a:ext uri="{0D108BD9-81ED-4DB2-BD59-A6C34878D82A}">
                    <a16:rowId xmlns:a16="http://schemas.microsoft.com/office/drawing/2014/main" val="2522324524"/>
                  </a:ext>
                </a:extLst>
              </a:tr>
              <a:tr h="139912">
                <a:tc>
                  <a:txBody>
                    <a:bodyPr/>
                    <a:lstStyle/>
                    <a:p>
                      <a:r>
                        <a:rPr lang="en-US" sz="1200"/>
                        <a:t>OnTimer</a:t>
                      </a:r>
                      <a:endParaRPr lang="en-US" sz="1200" dirty="0" err="1"/>
                    </a:p>
                  </a:txBody>
                  <a:tcPr/>
                </a:tc>
                <a:tc>
                  <a:txBody>
                    <a:bodyPr/>
                    <a:lstStyle/>
                    <a:p>
                      <a:pPr algn="ctr"/>
                      <a:r>
                        <a:rPr lang="en-US" sz="1200"/>
                        <a:t>4</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Number (Hrs)</a:t>
                      </a:r>
                    </a:p>
                  </a:txBody>
                  <a:tcPr/>
                </a:tc>
                <a:tc>
                  <a:txBody>
                    <a:bodyPr/>
                    <a:lstStyle/>
                    <a:p>
                      <a:pPr algn="ctr"/>
                      <a:r>
                        <a:rPr lang="en-US" sz="1200"/>
                        <a:t>0 – 12</a:t>
                      </a:r>
                    </a:p>
                  </a:txBody>
                  <a:tcPr/>
                </a:tc>
                <a:extLst>
                  <a:ext uri="{0D108BD9-81ED-4DB2-BD59-A6C34878D82A}">
                    <a16:rowId xmlns:a16="http://schemas.microsoft.com/office/drawing/2014/main" val="276419764"/>
                  </a:ext>
                </a:extLst>
              </a:tr>
              <a:tr h="139912">
                <a:tc>
                  <a:txBody>
                    <a:bodyPr/>
                    <a:lstStyle/>
                    <a:p>
                      <a:r>
                        <a:rPr lang="en-US" sz="1200"/>
                        <a:t>OffTimer</a:t>
                      </a:r>
                      <a:endParaRPr lang="en-US" sz="1200" dirty="0" err="1"/>
                    </a:p>
                  </a:txBody>
                  <a:tcPr/>
                </a:tc>
                <a:tc>
                  <a:txBody>
                    <a:bodyPr/>
                    <a:lstStyle/>
                    <a:p>
                      <a:pPr algn="ctr"/>
                      <a:r>
                        <a:rPr lang="en-US" sz="1200"/>
                        <a:t>5</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a:t>Number (Hrs)</a:t>
                      </a:r>
                    </a:p>
                  </a:txBody>
                  <a:tcPr/>
                </a:tc>
                <a:tc>
                  <a:txBody>
                    <a:bodyPr/>
                    <a:lstStyle/>
                    <a:p>
                      <a:pPr algn="ctr"/>
                      <a:r>
                        <a:rPr lang="en-US" sz="1200"/>
                        <a:t>0 – 12</a:t>
                      </a:r>
                    </a:p>
                  </a:txBody>
                  <a:tcPr/>
                </a:tc>
                <a:extLst>
                  <a:ext uri="{0D108BD9-81ED-4DB2-BD59-A6C34878D82A}">
                    <a16:rowId xmlns:a16="http://schemas.microsoft.com/office/drawing/2014/main" val="1774369420"/>
                  </a:ext>
                </a:extLst>
              </a:tr>
              <a:tr h="233186">
                <a:tc>
                  <a:txBody>
                    <a:bodyPr/>
                    <a:lstStyle/>
                    <a:p>
                      <a:r>
                        <a:rPr lang="en-US" sz="1200"/>
                        <a:t>Locking</a:t>
                      </a:r>
                    </a:p>
                  </a:txBody>
                  <a:tcPr/>
                </a:tc>
                <a:tc>
                  <a:txBody>
                    <a:bodyPr/>
                    <a:lstStyle/>
                    <a:p>
                      <a:pPr algn="ctr"/>
                      <a:r>
                        <a:rPr lang="en-US" sz="1200"/>
                        <a:t>1 = ON, 0 = OFF</a:t>
                      </a:r>
                    </a:p>
                  </a:txBody>
                  <a:tcPr/>
                </a:tc>
                <a:tc>
                  <a:txBody>
                    <a:bodyPr/>
                    <a:lstStyle/>
                    <a:p>
                      <a:pPr algn="ctr"/>
                      <a:r>
                        <a:rPr lang="en-US" sz="1200"/>
                        <a:t>Number</a:t>
                      </a:r>
                    </a:p>
                  </a:txBody>
                  <a:tcPr/>
                </a:tc>
                <a:tc>
                  <a:txBody>
                    <a:bodyPr/>
                    <a:lstStyle/>
                    <a:p>
                      <a:pPr algn="ctr"/>
                      <a:r>
                        <a:rPr lang="en-US" sz="1200"/>
                        <a:t>1, 0</a:t>
                      </a:r>
                    </a:p>
                  </a:txBody>
                  <a:tcPr/>
                </a:tc>
                <a:extLst>
                  <a:ext uri="{0D108BD9-81ED-4DB2-BD59-A6C34878D82A}">
                    <a16:rowId xmlns:a16="http://schemas.microsoft.com/office/drawing/2014/main" val="3475707185"/>
                  </a:ext>
                </a:extLst>
              </a:tr>
              <a:tr h="139912">
                <a:tc>
                  <a:txBody>
                    <a:bodyPr/>
                    <a:lstStyle/>
                    <a:p>
                      <a:r>
                        <a:rPr lang="en-US" sz="1200"/>
                        <a:t>ErrorCode</a:t>
                      </a:r>
                      <a:endParaRPr lang="en-US" sz="1200" dirty="0" err="1"/>
                    </a:p>
                  </a:txBody>
                  <a:tcPr/>
                </a:tc>
                <a:tc>
                  <a:txBody>
                    <a:bodyPr/>
                    <a:lstStyle/>
                    <a:p>
                      <a:pPr algn="ctr"/>
                      <a:r>
                        <a:rPr lang="en-US" sz="1200"/>
                        <a:t>0</a:t>
                      </a:r>
                    </a:p>
                  </a:txBody>
                  <a:tcPr/>
                </a:tc>
                <a:tc>
                  <a:txBody>
                    <a:bodyPr/>
                    <a:lstStyle/>
                    <a:p>
                      <a:pPr algn="ctr"/>
                      <a:r>
                        <a:rPr lang="en-US" sz="1200"/>
                        <a:t>Number</a:t>
                      </a:r>
                    </a:p>
                  </a:txBody>
                  <a:tcPr/>
                </a:tc>
                <a:tc>
                  <a:txBody>
                    <a:bodyPr/>
                    <a:lstStyle/>
                    <a:p>
                      <a:pPr algn="ctr"/>
                      <a:r>
                        <a:rPr lang="en-US" sz="1200"/>
                        <a:t>0 - 15</a:t>
                      </a:r>
                    </a:p>
                  </a:txBody>
                  <a:tcPr/>
                </a:tc>
                <a:extLst>
                  <a:ext uri="{0D108BD9-81ED-4DB2-BD59-A6C34878D82A}">
                    <a16:rowId xmlns:a16="http://schemas.microsoft.com/office/drawing/2014/main" val="222374419"/>
                  </a:ext>
                </a:extLst>
              </a:tr>
            </a:tbl>
          </a:graphicData>
        </a:graphic>
      </p:graphicFrame>
      <p:sp>
        <p:nvSpPr>
          <p:cNvPr id="26" name="Rectangle 25">
            <a:extLst>
              <a:ext uri="{FF2B5EF4-FFF2-40B4-BE49-F238E27FC236}">
                <a16:creationId xmlns:a16="http://schemas.microsoft.com/office/drawing/2014/main" id="{B76B2015-5502-22E8-C9C5-0E2613A43CFD}"/>
              </a:ext>
            </a:extLst>
          </p:cNvPr>
          <p:cNvSpPr/>
          <p:nvPr/>
        </p:nvSpPr>
        <p:spPr>
          <a:xfrm>
            <a:off x="4497784" y="388325"/>
            <a:ext cx="4154814" cy="262648"/>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Control ack</a:t>
            </a:r>
            <a:endParaRPr lang="en-US" sz="1400"/>
          </a:p>
        </p:txBody>
      </p:sp>
    </p:spTree>
    <p:extLst>
      <p:ext uri="{BB962C8B-B14F-4D97-AF65-F5344CB8AC3E}">
        <p14:creationId xmlns:p14="http://schemas.microsoft.com/office/powerpoint/2010/main" val="257346633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30EB5D64-538A-187F-FC23-F14348807BED}"/>
              </a:ext>
            </a:extLst>
          </p:cNvPr>
          <p:cNvSpPr/>
          <p:nvPr/>
        </p:nvSpPr>
        <p:spPr>
          <a:xfrm>
            <a:off x="2981573" y="1840922"/>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5" name="Straight Connector 4">
            <a:extLst>
              <a:ext uri="{FF2B5EF4-FFF2-40B4-BE49-F238E27FC236}">
                <a16:creationId xmlns:a16="http://schemas.microsoft.com/office/drawing/2014/main" id="{9A819AD4-29B1-8962-8C6A-F73094862AF0}"/>
              </a:ext>
            </a:extLst>
          </p:cNvPr>
          <p:cNvCxnSpPr>
            <a:cxnSpLocks/>
            <a:stCxn id="8" idx="2"/>
          </p:cNvCxnSpPr>
          <p:nvPr/>
        </p:nvCxnSpPr>
        <p:spPr>
          <a:xfrm>
            <a:off x="1162052" y="2408188"/>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6" name="Straight Connector 5">
            <a:extLst>
              <a:ext uri="{FF2B5EF4-FFF2-40B4-BE49-F238E27FC236}">
                <a16:creationId xmlns:a16="http://schemas.microsoft.com/office/drawing/2014/main" id="{144749F6-34AE-544B-A7EB-E334300F8AE9}"/>
              </a:ext>
            </a:extLst>
          </p:cNvPr>
          <p:cNvCxnSpPr>
            <a:cxnSpLocks/>
            <a:stCxn id="4" idx="2"/>
          </p:cNvCxnSpPr>
          <p:nvPr/>
        </p:nvCxnSpPr>
        <p:spPr>
          <a:xfrm>
            <a:off x="3502273" y="2408189"/>
            <a:ext cx="0" cy="2558914"/>
          </a:xfrm>
          <a:prstGeom prst="line">
            <a:avLst/>
          </a:prstGeom>
          <a:ln w="12700"/>
        </p:spPr>
        <p:style>
          <a:lnRef idx="2">
            <a:schemeClr val="dk1"/>
          </a:lnRef>
          <a:fillRef idx="0">
            <a:schemeClr val="dk1"/>
          </a:fillRef>
          <a:effectRef idx="1">
            <a:schemeClr val="dk1"/>
          </a:effectRef>
          <a:fontRef idx="minor">
            <a:schemeClr val="tx1"/>
          </a:fontRef>
        </p:style>
      </p:cxnSp>
      <p:cxnSp>
        <p:nvCxnSpPr>
          <p:cNvPr id="7" name="Straight Connector 6">
            <a:extLst>
              <a:ext uri="{FF2B5EF4-FFF2-40B4-BE49-F238E27FC236}">
                <a16:creationId xmlns:a16="http://schemas.microsoft.com/office/drawing/2014/main" id="{28367224-DC54-5DCA-E0E4-0F1E570EBDCE}"/>
              </a:ext>
            </a:extLst>
          </p:cNvPr>
          <p:cNvCxnSpPr>
            <a:cxnSpLocks/>
            <a:stCxn id="9" idx="2"/>
          </p:cNvCxnSpPr>
          <p:nvPr/>
        </p:nvCxnSpPr>
        <p:spPr>
          <a:xfrm>
            <a:off x="5966074" y="2391983"/>
            <a:ext cx="0" cy="2575120"/>
          </a:xfrm>
          <a:prstGeom prst="line">
            <a:avLst/>
          </a:prstGeom>
          <a:ln w="12700"/>
        </p:spPr>
        <p:style>
          <a:lnRef idx="2">
            <a:schemeClr val="dk1"/>
          </a:lnRef>
          <a:fillRef idx="0">
            <a:schemeClr val="dk1"/>
          </a:fillRef>
          <a:effectRef idx="1">
            <a:schemeClr val="dk1"/>
          </a:effectRef>
          <a:fontRef idx="minor">
            <a:schemeClr val="tx1"/>
          </a:fontRef>
        </p:style>
      </p:cxnSp>
      <p:sp>
        <p:nvSpPr>
          <p:cNvPr id="8" name="Rectangle: Rounded Corners 7">
            <a:extLst>
              <a:ext uri="{FF2B5EF4-FFF2-40B4-BE49-F238E27FC236}">
                <a16:creationId xmlns:a16="http://schemas.microsoft.com/office/drawing/2014/main" id="{A6136348-1D78-1739-9EB2-A3D1B8769BBD}"/>
              </a:ext>
            </a:extLst>
          </p:cNvPr>
          <p:cNvSpPr/>
          <p:nvPr/>
        </p:nvSpPr>
        <p:spPr>
          <a:xfrm>
            <a:off x="641352" y="184092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9" name="Rectangle: Rounded Corners 8">
            <a:extLst>
              <a:ext uri="{FF2B5EF4-FFF2-40B4-BE49-F238E27FC236}">
                <a16:creationId xmlns:a16="http://schemas.microsoft.com/office/drawing/2014/main" id="{075EFA43-1A40-AD58-BEC8-86AD6F2F35C3}"/>
              </a:ext>
            </a:extLst>
          </p:cNvPr>
          <p:cNvSpPr/>
          <p:nvPr/>
        </p:nvSpPr>
        <p:spPr>
          <a:xfrm>
            <a:off x="5445374" y="182471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Node</a:t>
            </a:r>
          </a:p>
        </p:txBody>
      </p:sp>
      <p:cxnSp>
        <p:nvCxnSpPr>
          <p:cNvPr id="10" name="Straight Arrow Connector 9">
            <a:extLst>
              <a:ext uri="{FF2B5EF4-FFF2-40B4-BE49-F238E27FC236}">
                <a16:creationId xmlns:a16="http://schemas.microsoft.com/office/drawing/2014/main" id="{FC68CDC9-DD90-1368-C488-04EB71A7FCE5}"/>
              </a:ext>
            </a:extLst>
          </p:cNvPr>
          <p:cNvCxnSpPr>
            <a:cxnSpLocks/>
            <a:stCxn id="8" idx="3"/>
            <a:endCxn id="4" idx="1"/>
          </p:cNvCxnSpPr>
          <p:nvPr/>
        </p:nvCxnSpPr>
        <p:spPr>
          <a:xfrm>
            <a:off x="1682752" y="2124555"/>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7167121F-A7EA-3847-E343-4551050032CA}"/>
              </a:ext>
            </a:extLst>
          </p:cNvPr>
          <p:cNvSpPr txBox="1"/>
          <p:nvPr/>
        </p:nvSpPr>
        <p:spPr>
          <a:xfrm>
            <a:off x="1940173" y="1840921"/>
            <a:ext cx="766231" cy="307777"/>
          </a:xfrm>
          <a:prstGeom prst="rect">
            <a:avLst/>
          </a:prstGeom>
          <a:noFill/>
        </p:spPr>
        <p:txBody>
          <a:bodyPr wrap="square" rtlCol="0">
            <a:spAutoFit/>
          </a:bodyPr>
          <a:lstStyle/>
          <a:p>
            <a:pPr algn="ctr"/>
            <a:r>
              <a:rPr lang="en-US" sz="1400"/>
              <a:t>LTE</a:t>
            </a:r>
          </a:p>
        </p:txBody>
      </p:sp>
      <p:cxnSp>
        <p:nvCxnSpPr>
          <p:cNvPr id="12" name="Straight Arrow Connector 11">
            <a:extLst>
              <a:ext uri="{FF2B5EF4-FFF2-40B4-BE49-F238E27FC236}">
                <a16:creationId xmlns:a16="http://schemas.microsoft.com/office/drawing/2014/main" id="{CCD21C21-798C-1D0A-703D-F570854C6E5E}"/>
              </a:ext>
            </a:extLst>
          </p:cNvPr>
          <p:cNvCxnSpPr>
            <a:cxnSpLocks/>
            <a:stCxn id="4" idx="3"/>
            <a:endCxn id="9" idx="1"/>
          </p:cNvCxnSpPr>
          <p:nvPr/>
        </p:nvCxnSpPr>
        <p:spPr>
          <a:xfrm flipV="1">
            <a:off x="4022973" y="2108350"/>
            <a:ext cx="1422401" cy="16206"/>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48ABE79E-3C5C-2B75-BAFB-B25CC3C1A94E}"/>
              </a:ext>
            </a:extLst>
          </p:cNvPr>
          <p:cNvSpPr txBox="1"/>
          <p:nvPr/>
        </p:nvSpPr>
        <p:spPr>
          <a:xfrm>
            <a:off x="4360008" y="1821745"/>
            <a:ext cx="766231" cy="307777"/>
          </a:xfrm>
          <a:prstGeom prst="rect">
            <a:avLst/>
          </a:prstGeom>
          <a:noFill/>
        </p:spPr>
        <p:txBody>
          <a:bodyPr wrap="square" rtlCol="0">
            <a:spAutoFit/>
          </a:bodyPr>
          <a:lstStyle/>
          <a:p>
            <a:pPr algn="ctr"/>
            <a:r>
              <a:rPr lang="en-US" sz="1400"/>
              <a:t>BLE</a:t>
            </a:r>
          </a:p>
        </p:txBody>
      </p:sp>
      <p:sp>
        <p:nvSpPr>
          <p:cNvPr id="14" name="TextBox 13">
            <a:extLst>
              <a:ext uri="{FF2B5EF4-FFF2-40B4-BE49-F238E27FC236}">
                <a16:creationId xmlns:a16="http://schemas.microsoft.com/office/drawing/2014/main" id="{5A14F15A-65D2-0B17-EF13-6E4999F30374}"/>
              </a:ext>
            </a:extLst>
          </p:cNvPr>
          <p:cNvSpPr txBox="1"/>
          <p:nvPr/>
        </p:nvSpPr>
        <p:spPr>
          <a:xfrm>
            <a:off x="1851273" y="1326883"/>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Node AC Locking</a:t>
            </a:r>
          </a:p>
        </p:txBody>
      </p:sp>
      <p:cxnSp>
        <p:nvCxnSpPr>
          <p:cNvPr id="15" name="Straight Arrow Connector 14">
            <a:extLst>
              <a:ext uri="{FF2B5EF4-FFF2-40B4-BE49-F238E27FC236}">
                <a16:creationId xmlns:a16="http://schemas.microsoft.com/office/drawing/2014/main" id="{CA7E2B34-4257-BA2F-A1DB-E14E9E809900}"/>
              </a:ext>
            </a:extLst>
          </p:cNvPr>
          <p:cNvCxnSpPr>
            <a:cxnSpLocks/>
          </p:cNvCxnSpPr>
          <p:nvPr/>
        </p:nvCxnSpPr>
        <p:spPr>
          <a:xfrm flipH="1">
            <a:off x="3502273" y="3061853"/>
            <a:ext cx="2463801"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7EFA734F-5699-4B24-A410-9FA41845AA82}"/>
              </a:ext>
            </a:extLst>
          </p:cNvPr>
          <p:cNvSpPr txBox="1"/>
          <p:nvPr/>
        </p:nvSpPr>
        <p:spPr>
          <a:xfrm>
            <a:off x="3697178" y="2408188"/>
            <a:ext cx="2091889" cy="600164"/>
          </a:xfrm>
          <a:prstGeom prst="rect">
            <a:avLst/>
          </a:prstGeom>
          <a:noFill/>
        </p:spPr>
        <p:txBody>
          <a:bodyPr wrap="square" rtlCol="0">
            <a:spAutoFit/>
          </a:bodyPr>
          <a:lstStyle/>
          <a:p>
            <a:pPr algn="just"/>
            <a:r>
              <a:rPr lang="en-US" sz="1100"/>
              <a:t>1. Node detects that AC got controlled by its remote and Locking feature is enabled.</a:t>
            </a:r>
            <a:endParaRPr lang="en-IN" sz="1100"/>
          </a:p>
        </p:txBody>
      </p:sp>
      <p:cxnSp>
        <p:nvCxnSpPr>
          <p:cNvPr id="17" name="Straight Arrow Connector 16">
            <a:extLst>
              <a:ext uri="{FF2B5EF4-FFF2-40B4-BE49-F238E27FC236}">
                <a16:creationId xmlns:a16="http://schemas.microsoft.com/office/drawing/2014/main" id="{07441882-80A7-80B6-2373-252E81E0C10A}"/>
              </a:ext>
            </a:extLst>
          </p:cNvPr>
          <p:cNvCxnSpPr>
            <a:cxnSpLocks/>
          </p:cNvCxnSpPr>
          <p:nvPr/>
        </p:nvCxnSpPr>
        <p:spPr>
          <a:xfrm flipH="1">
            <a:off x="1173939" y="3061853"/>
            <a:ext cx="2312938"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9C132492-9900-8181-1E83-074ED1D072CB}"/>
              </a:ext>
            </a:extLst>
          </p:cNvPr>
          <p:cNvSpPr txBox="1"/>
          <p:nvPr/>
        </p:nvSpPr>
        <p:spPr>
          <a:xfrm>
            <a:off x="1321880" y="2606824"/>
            <a:ext cx="2091889" cy="430887"/>
          </a:xfrm>
          <a:prstGeom prst="rect">
            <a:avLst/>
          </a:prstGeom>
          <a:noFill/>
        </p:spPr>
        <p:txBody>
          <a:bodyPr wrap="square" rtlCol="0">
            <a:spAutoFit/>
          </a:bodyPr>
          <a:lstStyle/>
          <a:p>
            <a:pPr algn="just"/>
            <a:r>
              <a:rPr lang="en-US" sz="1100"/>
              <a:t>2. Gateway sends this information to cloud</a:t>
            </a:r>
            <a:endParaRPr lang="en-IN" sz="1100"/>
          </a:p>
        </p:txBody>
      </p:sp>
      <p:graphicFrame>
        <p:nvGraphicFramePr>
          <p:cNvPr id="19" name="Table 18">
            <a:extLst>
              <a:ext uri="{FF2B5EF4-FFF2-40B4-BE49-F238E27FC236}">
                <a16:creationId xmlns:a16="http://schemas.microsoft.com/office/drawing/2014/main" id="{E4FFD3C2-7C5B-40C4-F443-64DD9437A3DB}"/>
              </a:ext>
            </a:extLst>
          </p:cNvPr>
          <p:cNvGraphicFramePr>
            <a:graphicFrameLocks noGrp="1"/>
          </p:cNvGraphicFramePr>
          <p:nvPr>
            <p:extLst>
              <p:ext uri="{D42A27DB-BD31-4B8C-83A1-F6EECF244321}">
                <p14:modId xmlns:p14="http://schemas.microsoft.com/office/powerpoint/2010/main" val="3456053313"/>
              </p:ext>
            </p:extLst>
          </p:nvPr>
        </p:nvGraphicFramePr>
        <p:xfrm>
          <a:off x="7211468" y="1203643"/>
          <a:ext cx="4156612" cy="1554480"/>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247437">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247437">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10</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247437">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458430284"/>
                  </a:ext>
                </a:extLst>
              </a:tr>
              <a:tr h="247437">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r h="247437">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247437">
                <a:tc>
                  <a:txBody>
                    <a:bodyPr/>
                    <a:lstStyle/>
                    <a:p>
                      <a:r>
                        <a:rPr lang="en-US" sz="1100" err="1"/>
                        <a:t>ElementAddr</a:t>
                      </a:r>
                    </a:p>
                  </a:txBody>
                  <a:tcPr/>
                </a:tc>
                <a:tc>
                  <a:txBody>
                    <a:bodyPr/>
                    <a:lstStyle/>
                    <a:p>
                      <a:pPr algn="ctr"/>
                      <a:r>
                        <a:rPr lang="en-US" sz="1100"/>
                        <a:t>55</a:t>
                      </a:r>
                      <a:endParaRPr lang="en-US" sz="1100" dirty="0"/>
                    </a:p>
                  </a:txBody>
                  <a:tcPr/>
                </a:tc>
                <a:tc>
                  <a:txBody>
                    <a:bodyPr/>
                    <a:lstStyle/>
                    <a:p>
                      <a:pPr algn="ctr"/>
                      <a:r>
                        <a:rPr lang="en-US" sz="1100"/>
                        <a:t>Number</a:t>
                      </a:r>
                      <a:endParaRPr lang="en-US" sz="1100" dirty="0"/>
                    </a:p>
                  </a:txBody>
                  <a:tcPr/>
                </a:tc>
                <a:tc>
                  <a:txBody>
                    <a:bodyPr/>
                    <a:lstStyle/>
                    <a:p>
                      <a:pPr algn="ctr"/>
                      <a:r>
                        <a:rPr lang="en-US" sz="1100"/>
                        <a:t>0 – 65535</a:t>
                      </a:r>
                    </a:p>
                  </a:txBody>
                  <a:tcPr/>
                </a:tc>
                <a:extLst>
                  <a:ext uri="{0D108BD9-81ED-4DB2-BD59-A6C34878D82A}">
                    <a16:rowId xmlns:a16="http://schemas.microsoft.com/office/drawing/2014/main" val="195805513"/>
                  </a:ext>
                </a:extLst>
              </a:tr>
            </a:tbl>
          </a:graphicData>
        </a:graphic>
      </p:graphicFrame>
      <p:sp>
        <p:nvSpPr>
          <p:cNvPr id="20" name="Rectangle 19">
            <a:extLst>
              <a:ext uri="{FF2B5EF4-FFF2-40B4-BE49-F238E27FC236}">
                <a16:creationId xmlns:a16="http://schemas.microsoft.com/office/drawing/2014/main" id="{4FA23EEF-0F71-3155-27DA-3D9948BD046A}"/>
              </a:ext>
            </a:extLst>
          </p:cNvPr>
          <p:cNvSpPr/>
          <p:nvPr/>
        </p:nvSpPr>
        <p:spPr>
          <a:xfrm>
            <a:off x="7211469" y="864290"/>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Locking status</a:t>
            </a:r>
            <a:endParaRPr lang="en-US" sz="1400"/>
          </a:p>
        </p:txBody>
      </p:sp>
      <p:sp>
        <p:nvSpPr>
          <p:cNvPr id="21" name="Rectangle: Rounded Corners 20">
            <a:extLst>
              <a:ext uri="{FF2B5EF4-FFF2-40B4-BE49-F238E27FC236}">
                <a16:creationId xmlns:a16="http://schemas.microsoft.com/office/drawing/2014/main" id="{5322282F-2FEE-4899-E15F-1616F4D991F4}"/>
              </a:ext>
            </a:extLst>
          </p:cNvPr>
          <p:cNvSpPr/>
          <p:nvPr/>
        </p:nvSpPr>
        <p:spPr>
          <a:xfrm>
            <a:off x="7800325" y="4036284"/>
            <a:ext cx="3000963" cy="1618073"/>
          </a:xfrm>
          <a:prstGeom prst="roundRect">
            <a:avLst>
              <a:gd name="adj" fmla="val 6071"/>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a:t>
            </a:r>
            <a:r>
              <a:rPr lang="en-US" sz="1100">
                <a:solidFill>
                  <a:schemeClr val="tx1"/>
                </a:solidFill>
                <a:latin typeface="+mj-lt"/>
                <a:cs typeface="Calibri"/>
              </a:rPr>
              <a:t> </a:t>
            </a:r>
            <a:r>
              <a:rPr lang="en-US" sz="1100" b="1">
                <a:solidFill>
                  <a:schemeClr val="tx1"/>
                </a:solidFill>
                <a:latin typeface="+mj-lt"/>
                <a:cs typeface="Calibri"/>
              </a:rPr>
              <a:t>ack (Gateway -&gt; Cloud)</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10,    </a:t>
            </a:r>
          </a:p>
          <a:p>
            <a:pPr algn="just"/>
            <a:r>
              <a:rPr lang="en-US" sz="1100">
                <a:solidFill>
                  <a:schemeClr val="tx1"/>
                </a:solidFill>
                <a:latin typeface="+mj-lt"/>
                <a:cs typeface="Calibri"/>
              </a:rPr>
              <a:t>     "MsgSeqNo": 1,    </a:t>
            </a:r>
          </a:p>
          <a:p>
            <a:pPr algn="just"/>
            <a:r>
              <a:rPr lang="en-US" sz="1100">
                <a:solidFill>
                  <a:schemeClr val="tx1"/>
                </a:solidFill>
                <a:latin typeface="+mj-lt"/>
                <a:cs typeface="Calibri"/>
              </a:rPr>
              <a:t>     "GwySerNo": 2,    </a:t>
            </a:r>
          </a:p>
          <a:p>
            <a:pPr algn="just"/>
            <a:r>
              <a:rPr lang="en-US" sz="1100">
                <a:solidFill>
                  <a:schemeClr val="tx1"/>
                </a:solidFill>
                <a:latin typeface="+mj-lt"/>
                <a:cs typeface="Calibri"/>
              </a:rPr>
              <a:t>     "NodeSerNo": 3,    </a:t>
            </a:r>
          </a:p>
          <a:p>
            <a:pPr algn="just"/>
            <a:r>
              <a:rPr lang="en-US" sz="1100">
                <a:solidFill>
                  <a:schemeClr val="tx1"/>
                </a:solidFill>
                <a:latin typeface="+mj-lt"/>
                <a:cs typeface="Calibri"/>
              </a:rPr>
              <a:t>     "ElementAddr":55</a:t>
            </a:r>
          </a:p>
          <a:p>
            <a:pPr algn="just"/>
            <a:r>
              <a:rPr lang="en-US" sz="1100">
                <a:solidFill>
                  <a:schemeClr val="tx1"/>
                </a:solidFill>
                <a:latin typeface="+mj-lt"/>
                <a:cs typeface="Calibri"/>
              </a:rPr>
              <a:t>}</a:t>
            </a:r>
          </a:p>
        </p:txBody>
      </p:sp>
      <p:sp>
        <p:nvSpPr>
          <p:cNvPr id="22" name="TextBox 21">
            <a:extLst>
              <a:ext uri="{FF2B5EF4-FFF2-40B4-BE49-F238E27FC236}">
                <a16:creationId xmlns:a16="http://schemas.microsoft.com/office/drawing/2014/main" id="{DF0EDF7F-54F0-F5FE-86EC-1213B93A1AA8}"/>
              </a:ext>
            </a:extLst>
          </p:cNvPr>
          <p:cNvSpPr txBox="1"/>
          <p:nvPr/>
        </p:nvSpPr>
        <p:spPr>
          <a:xfrm>
            <a:off x="3697178" y="3076735"/>
            <a:ext cx="2091889" cy="769441"/>
          </a:xfrm>
          <a:prstGeom prst="rect">
            <a:avLst/>
          </a:prstGeom>
          <a:noFill/>
        </p:spPr>
        <p:txBody>
          <a:bodyPr wrap="square" rtlCol="0">
            <a:spAutoFit/>
          </a:bodyPr>
          <a:lstStyle/>
          <a:p>
            <a:pPr algn="just"/>
            <a:r>
              <a:rPr lang="en-IN" sz="1100"/>
              <a:t>Node notifies the Gateway regarding this. After that sends the IR command to bring AC back to the state it was</a:t>
            </a:r>
          </a:p>
        </p:txBody>
      </p:sp>
    </p:spTree>
    <p:extLst>
      <p:ext uri="{BB962C8B-B14F-4D97-AF65-F5344CB8AC3E}">
        <p14:creationId xmlns:p14="http://schemas.microsoft.com/office/powerpoint/2010/main" val="18131096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496D5-9710-DB04-B42C-E3E399600DE5}"/>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A2A474B-47E8-A293-1D08-81A56E189C06}"/>
              </a:ext>
            </a:extLst>
          </p:cNvPr>
          <p:cNvGraphicFramePr>
            <a:graphicFrameLocks noGrp="1"/>
          </p:cNvGraphicFramePr>
          <p:nvPr>
            <p:extLst>
              <p:ext uri="{D42A27DB-BD31-4B8C-83A1-F6EECF244321}">
                <p14:modId xmlns:p14="http://schemas.microsoft.com/office/powerpoint/2010/main" val="1459223975"/>
              </p:ext>
            </p:extLst>
          </p:nvPr>
        </p:nvGraphicFramePr>
        <p:xfrm>
          <a:off x="269246" y="4389634"/>
          <a:ext cx="4156612" cy="2228799"/>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35306">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35306">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6</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857722587"/>
                  </a:ext>
                </a:extLst>
              </a:tr>
              <a:tr h="335306">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4240429925"/>
                  </a:ext>
                </a:extLst>
              </a:tr>
              <a:tr h="335306">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987793583"/>
                  </a:ext>
                </a:extLst>
              </a:tr>
              <a:tr h="335306">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552269">
                <a:tc>
                  <a:txBody>
                    <a:bodyPr/>
                    <a:lstStyle/>
                    <a:p>
                      <a:r>
                        <a:rPr lang="en-US" sz="1200" err="1"/>
                        <a:t>ElementAddr</a:t>
                      </a:r>
                    </a:p>
                  </a:txBody>
                  <a:tcPr/>
                </a:tc>
                <a:tc>
                  <a:txBody>
                    <a:bodyPr/>
                    <a:lstStyle/>
                    <a:p>
                      <a:pPr algn="ctr"/>
                      <a:r>
                        <a:rPr lang="en-US" sz="1200"/>
                        <a:t>55</a:t>
                      </a:r>
                      <a:endParaRPr lang="en-US" sz="1200" dirty="0"/>
                    </a:p>
                  </a:txBody>
                  <a:tcPr/>
                </a:tc>
                <a:tc>
                  <a:txBody>
                    <a:bodyPr/>
                    <a:lstStyle/>
                    <a:p>
                      <a:pPr algn="ctr"/>
                      <a:r>
                        <a:rPr lang="en-US" sz="1200"/>
                        <a:t>String</a:t>
                      </a:r>
                      <a:endParaRPr lang="en-US" sz="1200" dirty="0"/>
                    </a:p>
                  </a:txBody>
                  <a:tcPr/>
                </a:tc>
                <a:tc>
                  <a:txBody>
                    <a:bodyPr/>
                    <a:lstStyle/>
                    <a:p>
                      <a:pPr algn="ctr"/>
                      <a:r>
                        <a:rPr lang="en-US" sz="1200"/>
                        <a:t>4 Char long</a:t>
                      </a:r>
                      <a:endParaRPr lang="en-US" sz="1200" dirty="0"/>
                    </a:p>
                  </a:txBody>
                  <a:tcPr/>
                </a:tc>
                <a:extLst>
                  <a:ext uri="{0D108BD9-81ED-4DB2-BD59-A6C34878D82A}">
                    <a16:rowId xmlns:a16="http://schemas.microsoft.com/office/drawing/2014/main" val="195805513"/>
                  </a:ext>
                </a:extLst>
              </a:tr>
            </a:tbl>
          </a:graphicData>
        </a:graphic>
      </p:graphicFrame>
      <p:sp>
        <p:nvSpPr>
          <p:cNvPr id="5" name="Rectangle 4">
            <a:extLst>
              <a:ext uri="{FF2B5EF4-FFF2-40B4-BE49-F238E27FC236}">
                <a16:creationId xmlns:a16="http://schemas.microsoft.com/office/drawing/2014/main" id="{973FEFED-A9A6-F0FD-B8E7-BFB223B30A05}"/>
              </a:ext>
            </a:extLst>
          </p:cNvPr>
          <p:cNvSpPr/>
          <p:nvPr/>
        </p:nvSpPr>
        <p:spPr>
          <a:xfrm>
            <a:off x="267786" y="4059517"/>
            <a:ext cx="4145452"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Reconfiguration packet</a:t>
            </a:r>
            <a:endParaRPr lang="en-US" sz="1400"/>
          </a:p>
        </p:txBody>
      </p:sp>
      <p:graphicFrame>
        <p:nvGraphicFramePr>
          <p:cNvPr id="6" name="Table 5">
            <a:extLst>
              <a:ext uri="{FF2B5EF4-FFF2-40B4-BE49-F238E27FC236}">
                <a16:creationId xmlns:a16="http://schemas.microsoft.com/office/drawing/2014/main" id="{DB5FDC40-88FD-379F-D9D1-EA7A2F14943F}"/>
              </a:ext>
            </a:extLst>
          </p:cNvPr>
          <p:cNvGraphicFramePr>
            <a:graphicFrameLocks noGrp="1"/>
          </p:cNvGraphicFramePr>
          <p:nvPr>
            <p:extLst>
              <p:ext uri="{D42A27DB-BD31-4B8C-83A1-F6EECF244321}">
                <p14:modId xmlns:p14="http://schemas.microsoft.com/office/powerpoint/2010/main" val="1106080875"/>
              </p:ext>
            </p:extLst>
          </p:nvPr>
        </p:nvGraphicFramePr>
        <p:xfrm>
          <a:off x="4525460" y="4398870"/>
          <a:ext cx="4156612" cy="2235765"/>
        </p:xfrm>
        <a:graphic>
          <a:graphicData uri="http://schemas.openxmlformats.org/drawingml/2006/table">
            <a:tbl>
              <a:tblPr firstRow="1" bandRow="1">
                <a:tableStyleId>{5C22544A-7EE6-4342-B048-85BDC9FD1C3A}</a:tableStyleId>
              </a:tblPr>
              <a:tblGrid>
                <a:gridCol w="1039153">
                  <a:extLst>
                    <a:ext uri="{9D8B030D-6E8A-4147-A177-3AD203B41FA5}">
                      <a16:colId xmlns:a16="http://schemas.microsoft.com/office/drawing/2014/main" val="2839305650"/>
                    </a:ext>
                  </a:extLst>
                </a:gridCol>
                <a:gridCol w="1039153">
                  <a:extLst>
                    <a:ext uri="{9D8B030D-6E8A-4147-A177-3AD203B41FA5}">
                      <a16:colId xmlns:a16="http://schemas.microsoft.com/office/drawing/2014/main" val="3013571200"/>
                    </a:ext>
                  </a:extLst>
                </a:gridCol>
                <a:gridCol w="1039153">
                  <a:extLst>
                    <a:ext uri="{9D8B030D-6E8A-4147-A177-3AD203B41FA5}">
                      <a16:colId xmlns:a16="http://schemas.microsoft.com/office/drawing/2014/main" val="774026725"/>
                    </a:ext>
                  </a:extLst>
                </a:gridCol>
                <a:gridCol w="1039153">
                  <a:extLst>
                    <a:ext uri="{9D8B030D-6E8A-4147-A177-3AD203B41FA5}">
                      <a16:colId xmlns:a16="http://schemas.microsoft.com/office/drawing/2014/main" val="3800111035"/>
                    </a:ext>
                  </a:extLst>
                </a:gridCol>
              </a:tblGrid>
              <a:tr h="319395">
                <a:tc>
                  <a:txBody>
                    <a:bodyPr/>
                    <a:lstStyle/>
                    <a:p>
                      <a:pPr algn="ctr"/>
                      <a:r>
                        <a:rPr lang="en-US" sz="1100"/>
                        <a:t>Key</a:t>
                      </a:r>
                    </a:p>
                  </a:txBody>
                  <a:tcPr/>
                </a:tc>
                <a:tc>
                  <a:txBody>
                    <a:bodyPr/>
                    <a:lstStyle/>
                    <a:p>
                      <a:pPr algn="ctr"/>
                      <a:r>
                        <a:rPr lang="en-US" sz="1100"/>
                        <a:t>Value</a:t>
                      </a:r>
                    </a:p>
                  </a:txBody>
                  <a:tcPr/>
                </a:tc>
                <a:tc>
                  <a:txBody>
                    <a:bodyPr/>
                    <a:lstStyle/>
                    <a:p>
                      <a:pPr algn="ctr"/>
                      <a:r>
                        <a:rPr lang="en-US" sz="1100"/>
                        <a:t>Type</a:t>
                      </a:r>
                    </a:p>
                  </a:txBody>
                  <a:tcPr/>
                </a:tc>
                <a:tc>
                  <a:txBody>
                    <a:bodyPr/>
                    <a:lstStyle/>
                    <a:p>
                      <a:pPr algn="ctr"/>
                      <a:r>
                        <a:rPr lang="en-US" sz="1100"/>
                        <a:t>Range</a:t>
                      </a:r>
                    </a:p>
                  </a:txBody>
                  <a:tcPr/>
                </a:tc>
                <a:extLst>
                  <a:ext uri="{0D108BD9-81ED-4DB2-BD59-A6C34878D82A}">
                    <a16:rowId xmlns:a16="http://schemas.microsoft.com/office/drawing/2014/main" val="3437356583"/>
                  </a:ext>
                </a:extLst>
              </a:tr>
              <a:tr h="319395">
                <a:tc>
                  <a:txBody>
                    <a:bodyPr/>
                    <a:lstStyle/>
                    <a:p>
                      <a:pPr lvl="0">
                        <a:buNone/>
                      </a:pPr>
                      <a:r>
                        <a:rPr lang="en-US" sz="1100" b="0" i="0" u="none" strike="noStrike" noProof="0" err="1">
                          <a:solidFill>
                            <a:srgbClr val="000000"/>
                          </a:solidFill>
                          <a:latin typeface="Calibri"/>
                        </a:rPr>
                        <a:t>JsonPacketId</a:t>
                      </a:r>
                      <a:endParaRPr lang="en-US" sz="1100" err="1"/>
                    </a:p>
                  </a:txBody>
                  <a:tcPr/>
                </a:tc>
                <a:tc>
                  <a:txBody>
                    <a:bodyPr/>
                    <a:lstStyle/>
                    <a:p>
                      <a:pPr lvl="0" algn="ctr">
                        <a:buNone/>
                      </a:pPr>
                      <a:r>
                        <a:rPr lang="en-US" sz="1100"/>
                        <a:t>6</a:t>
                      </a:r>
                    </a:p>
                  </a:txBody>
                  <a:tcPr/>
                </a:tc>
                <a:tc>
                  <a:txBody>
                    <a:bodyPr/>
                    <a:lstStyle/>
                    <a:p>
                      <a:pPr lvl="0" algn="ctr">
                        <a:buNone/>
                      </a:pPr>
                      <a:r>
                        <a:rPr lang="en-US" sz="1100"/>
                        <a:t>Number</a:t>
                      </a:r>
                    </a:p>
                  </a:txBody>
                  <a:tcPr/>
                </a:tc>
                <a:tc>
                  <a:txBody>
                    <a:bodyPr/>
                    <a:lstStyle/>
                    <a:p>
                      <a:pPr lvl="0" algn="ctr">
                        <a:buNone/>
                      </a:pPr>
                      <a:r>
                        <a:rPr lang="en-US" sz="1100"/>
                        <a:t>0 - 99</a:t>
                      </a:r>
                    </a:p>
                  </a:txBody>
                  <a:tcPr/>
                </a:tc>
                <a:extLst>
                  <a:ext uri="{0D108BD9-81ED-4DB2-BD59-A6C34878D82A}">
                    <a16:rowId xmlns:a16="http://schemas.microsoft.com/office/drawing/2014/main" val="3752984340"/>
                  </a:ext>
                </a:extLst>
              </a:tr>
              <a:tr h="319395">
                <a:tc>
                  <a:txBody>
                    <a:bodyPr/>
                    <a:lstStyle/>
                    <a:p>
                      <a:r>
                        <a:rPr lang="en-US" sz="1100" err="1"/>
                        <a:t>MsgSeqNo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1458430284"/>
                  </a:ext>
                </a:extLst>
              </a:tr>
              <a:tr h="319395">
                <a:tc>
                  <a:txBody>
                    <a:bodyPr/>
                    <a:lstStyle/>
                    <a:p>
                      <a:r>
                        <a:rPr lang="en-US" sz="1100" err="1"/>
                        <a:t>GwySerNo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137878433"/>
                  </a:ext>
                </a:extLst>
              </a:tr>
              <a:tr h="319395">
                <a:tc>
                  <a:txBody>
                    <a:bodyPr/>
                    <a:lstStyle/>
                    <a:p>
                      <a:r>
                        <a:rPr lang="en-US" sz="1100" err="1"/>
                        <a:t>NodeSerNo</a:t>
                      </a:r>
                    </a:p>
                  </a:txBody>
                  <a:tcPr/>
                </a:tc>
                <a:tc>
                  <a:txBody>
                    <a:bodyPr/>
                    <a:lstStyle/>
                    <a:p>
                      <a:pPr algn="ctr"/>
                      <a:r>
                        <a:rPr lang="en-US" sz="1100"/>
                        <a:t>1</a:t>
                      </a:r>
                    </a:p>
                  </a:txBody>
                  <a:tcPr/>
                </a:tc>
                <a:tc>
                  <a:txBody>
                    <a:bodyPr/>
                    <a:lstStyle/>
                    <a:p>
                      <a:pPr algn="ctr"/>
                      <a:r>
                        <a:rPr lang="en-US" sz="1100"/>
                        <a:t>Number</a:t>
                      </a:r>
                    </a:p>
                  </a:txBody>
                  <a:tcPr/>
                </a:tc>
                <a:tc>
                  <a:txBody>
                    <a:bodyPr/>
                    <a:lstStyle/>
                    <a:p>
                      <a:pPr algn="ctr"/>
                      <a:r>
                        <a:rPr lang="en-US" sz="1100"/>
                        <a:t>0 – 65535</a:t>
                      </a:r>
                    </a:p>
                  </a:txBody>
                  <a:tcPr/>
                </a:tc>
                <a:extLst>
                  <a:ext uri="{0D108BD9-81ED-4DB2-BD59-A6C34878D82A}">
                    <a16:rowId xmlns:a16="http://schemas.microsoft.com/office/drawing/2014/main" val="3861820679"/>
                  </a:ext>
                </a:extLst>
              </a:tr>
              <a:tr h="319395">
                <a:tc>
                  <a:txBody>
                    <a:bodyPr/>
                    <a:lstStyle/>
                    <a:p>
                      <a:r>
                        <a:rPr lang="en-US" sz="1100" err="1"/>
                        <a:t>ElementAddr</a:t>
                      </a:r>
                    </a:p>
                  </a:txBody>
                  <a:tcPr/>
                </a:tc>
                <a:tc>
                  <a:txBody>
                    <a:bodyPr/>
                    <a:lstStyle/>
                    <a:p>
                      <a:pPr algn="ctr"/>
                      <a:r>
                        <a:rPr lang="en-US" sz="1100"/>
                        <a:t>55</a:t>
                      </a:r>
                      <a:endParaRPr lang="en-US" sz="1100" dirty="0"/>
                    </a:p>
                  </a:txBody>
                  <a:tcPr/>
                </a:tc>
                <a:tc>
                  <a:txBody>
                    <a:bodyPr/>
                    <a:lstStyle/>
                    <a:p>
                      <a:pPr algn="ctr"/>
                      <a:r>
                        <a:rPr lang="en-US" sz="1100"/>
                        <a:t>String</a:t>
                      </a:r>
                      <a:endParaRPr lang="en-US" sz="1100" dirty="0"/>
                    </a:p>
                  </a:txBody>
                  <a:tcPr/>
                </a:tc>
                <a:tc>
                  <a:txBody>
                    <a:bodyPr/>
                    <a:lstStyle/>
                    <a:p>
                      <a:pPr algn="ctr"/>
                      <a:r>
                        <a:rPr lang="en-US" sz="1100"/>
                        <a:t>4 Char long</a:t>
                      </a:r>
                      <a:endParaRPr lang="en-US" sz="1100" dirty="0"/>
                    </a:p>
                  </a:txBody>
                  <a:tcPr/>
                </a:tc>
                <a:extLst>
                  <a:ext uri="{0D108BD9-81ED-4DB2-BD59-A6C34878D82A}">
                    <a16:rowId xmlns:a16="http://schemas.microsoft.com/office/drawing/2014/main" val="195805513"/>
                  </a:ext>
                </a:extLst>
              </a:tr>
              <a:tr h="319395">
                <a:tc>
                  <a:txBody>
                    <a:bodyPr/>
                    <a:lstStyle/>
                    <a:p>
                      <a:r>
                        <a:rPr lang="en-US" sz="1100" err="1"/>
                        <a:t>ErrorCode</a:t>
                      </a:r>
                    </a:p>
                  </a:txBody>
                  <a:tcPr/>
                </a:tc>
                <a:tc>
                  <a:txBody>
                    <a:bodyPr/>
                    <a:lstStyle/>
                    <a:p>
                      <a:pPr algn="ctr"/>
                      <a:r>
                        <a:rPr lang="en-US" sz="1100"/>
                        <a:t>0</a:t>
                      </a:r>
                    </a:p>
                  </a:txBody>
                  <a:tcPr/>
                </a:tc>
                <a:tc>
                  <a:txBody>
                    <a:bodyPr/>
                    <a:lstStyle/>
                    <a:p>
                      <a:pPr algn="ctr"/>
                      <a:r>
                        <a:rPr lang="en-US" sz="1100"/>
                        <a:t>Number</a:t>
                      </a:r>
                    </a:p>
                  </a:txBody>
                  <a:tcPr/>
                </a:tc>
                <a:tc>
                  <a:txBody>
                    <a:bodyPr/>
                    <a:lstStyle/>
                    <a:p>
                      <a:pPr algn="ctr"/>
                      <a:r>
                        <a:rPr lang="en-US" sz="1100"/>
                        <a:t>0 - 6</a:t>
                      </a:r>
                    </a:p>
                  </a:txBody>
                  <a:tcPr/>
                </a:tc>
                <a:extLst>
                  <a:ext uri="{0D108BD9-81ED-4DB2-BD59-A6C34878D82A}">
                    <a16:rowId xmlns:a16="http://schemas.microsoft.com/office/drawing/2014/main" val="4183338170"/>
                  </a:ext>
                </a:extLst>
              </a:tr>
            </a:tbl>
          </a:graphicData>
        </a:graphic>
      </p:graphicFrame>
      <p:sp>
        <p:nvSpPr>
          <p:cNvPr id="7" name="Rectangle 6">
            <a:extLst>
              <a:ext uri="{FF2B5EF4-FFF2-40B4-BE49-F238E27FC236}">
                <a16:creationId xmlns:a16="http://schemas.microsoft.com/office/drawing/2014/main" id="{C04FC62D-8DF0-83F1-B99D-25E6D1BBCAE0}"/>
              </a:ext>
            </a:extLst>
          </p:cNvPr>
          <p:cNvSpPr/>
          <p:nvPr/>
        </p:nvSpPr>
        <p:spPr>
          <a:xfrm>
            <a:off x="4525461" y="4059517"/>
            <a:ext cx="4154814" cy="329259"/>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1400">
                <a:cs typeface="Calibri"/>
              </a:rPr>
              <a:t>Reconfiguration ack</a:t>
            </a:r>
            <a:endParaRPr lang="en-US" sz="1400"/>
          </a:p>
        </p:txBody>
      </p:sp>
      <p:sp>
        <p:nvSpPr>
          <p:cNvPr id="10" name="Rectangle: Rounded Corners 9">
            <a:extLst>
              <a:ext uri="{FF2B5EF4-FFF2-40B4-BE49-F238E27FC236}">
                <a16:creationId xmlns:a16="http://schemas.microsoft.com/office/drawing/2014/main" id="{60EBEC9F-1450-6B54-227A-901605A4DCF7}"/>
              </a:ext>
            </a:extLst>
          </p:cNvPr>
          <p:cNvSpPr/>
          <p:nvPr/>
        </p:nvSpPr>
        <p:spPr>
          <a:xfrm>
            <a:off x="2648198" y="736022"/>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Gateway</a:t>
            </a:r>
          </a:p>
        </p:txBody>
      </p:sp>
      <p:cxnSp>
        <p:nvCxnSpPr>
          <p:cNvPr id="11" name="Straight Connector 10">
            <a:extLst>
              <a:ext uri="{FF2B5EF4-FFF2-40B4-BE49-F238E27FC236}">
                <a16:creationId xmlns:a16="http://schemas.microsoft.com/office/drawing/2014/main" id="{61F68458-5363-A89A-BEC7-76568D833EA3}"/>
              </a:ext>
            </a:extLst>
          </p:cNvPr>
          <p:cNvCxnSpPr>
            <a:cxnSpLocks/>
            <a:stCxn id="19" idx="2"/>
          </p:cNvCxnSpPr>
          <p:nvPr/>
        </p:nvCxnSpPr>
        <p:spPr>
          <a:xfrm>
            <a:off x="828677" y="1303288"/>
            <a:ext cx="11887" cy="2558915"/>
          </a:xfrm>
          <a:prstGeom prst="line">
            <a:avLst/>
          </a:prstGeom>
          <a:ln w="12700"/>
        </p:spPr>
        <p:style>
          <a:lnRef idx="2">
            <a:schemeClr val="dk1"/>
          </a:lnRef>
          <a:fillRef idx="0">
            <a:schemeClr val="dk1"/>
          </a:fillRef>
          <a:effectRef idx="1">
            <a:schemeClr val="dk1"/>
          </a:effectRef>
          <a:fontRef idx="minor">
            <a:schemeClr val="tx1"/>
          </a:fontRef>
        </p:style>
      </p:cxnSp>
      <p:cxnSp>
        <p:nvCxnSpPr>
          <p:cNvPr id="12" name="Straight Connector 11">
            <a:extLst>
              <a:ext uri="{FF2B5EF4-FFF2-40B4-BE49-F238E27FC236}">
                <a16:creationId xmlns:a16="http://schemas.microsoft.com/office/drawing/2014/main" id="{874BF100-805C-34B7-6D7D-B920C69A61FE}"/>
              </a:ext>
            </a:extLst>
          </p:cNvPr>
          <p:cNvCxnSpPr>
            <a:cxnSpLocks/>
            <a:stCxn id="10" idx="2"/>
          </p:cNvCxnSpPr>
          <p:nvPr/>
        </p:nvCxnSpPr>
        <p:spPr>
          <a:xfrm>
            <a:off x="3168898" y="1303289"/>
            <a:ext cx="0" cy="2558914"/>
          </a:xfrm>
          <a:prstGeom prst="line">
            <a:avLst/>
          </a:prstGeom>
          <a:ln w="12700"/>
        </p:spPr>
        <p:style>
          <a:lnRef idx="2">
            <a:schemeClr val="dk1"/>
          </a:lnRef>
          <a:fillRef idx="0">
            <a:schemeClr val="dk1"/>
          </a:fillRef>
          <a:effectRef idx="1">
            <a:schemeClr val="dk1"/>
          </a:effectRef>
          <a:fontRef idx="minor">
            <a:schemeClr val="tx1"/>
          </a:fontRef>
        </p:style>
      </p:cxnSp>
      <p:cxnSp>
        <p:nvCxnSpPr>
          <p:cNvPr id="13" name="Straight Connector 12">
            <a:extLst>
              <a:ext uri="{FF2B5EF4-FFF2-40B4-BE49-F238E27FC236}">
                <a16:creationId xmlns:a16="http://schemas.microsoft.com/office/drawing/2014/main" id="{DE8B02DF-F784-9BC1-E30E-BD12CB99E6E2}"/>
              </a:ext>
            </a:extLst>
          </p:cNvPr>
          <p:cNvCxnSpPr>
            <a:cxnSpLocks/>
            <a:stCxn id="20" idx="2"/>
          </p:cNvCxnSpPr>
          <p:nvPr/>
        </p:nvCxnSpPr>
        <p:spPr>
          <a:xfrm>
            <a:off x="5632699" y="1287083"/>
            <a:ext cx="0" cy="2575120"/>
          </a:xfrm>
          <a:prstGeom prst="line">
            <a:avLst/>
          </a:prstGeom>
          <a:ln w="12700"/>
        </p:spPr>
        <p:style>
          <a:lnRef idx="2">
            <a:schemeClr val="dk1"/>
          </a:lnRef>
          <a:fillRef idx="0">
            <a:schemeClr val="dk1"/>
          </a:fillRef>
          <a:effectRef idx="1">
            <a:schemeClr val="dk1"/>
          </a:effectRef>
          <a:fontRef idx="minor">
            <a:schemeClr val="tx1"/>
          </a:fontRef>
        </p:style>
      </p:cxnSp>
      <p:cxnSp>
        <p:nvCxnSpPr>
          <p:cNvPr id="14" name="Straight Arrow Connector 13">
            <a:extLst>
              <a:ext uri="{FF2B5EF4-FFF2-40B4-BE49-F238E27FC236}">
                <a16:creationId xmlns:a16="http://schemas.microsoft.com/office/drawing/2014/main" id="{3063F187-D570-A543-697B-D1EDB408230B}"/>
              </a:ext>
            </a:extLst>
          </p:cNvPr>
          <p:cNvCxnSpPr>
            <a:cxnSpLocks/>
          </p:cNvCxnSpPr>
          <p:nvPr/>
        </p:nvCxnSpPr>
        <p:spPr>
          <a:xfrm>
            <a:off x="840564" y="2060467"/>
            <a:ext cx="2351804"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77A79621-6086-90FC-067C-EDA0833E1BD6}"/>
              </a:ext>
            </a:extLst>
          </p:cNvPr>
          <p:cNvCxnSpPr>
            <a:cxnSpLocks/>
          </p:cNvCxnSpPr>
          <p:nvPr/>
        </p:nvCxnSpPr>
        <p:spPr>
          <a:xfrm>
            <a:off x="3186799" y="2060467"/>
            <a:ext cx="24459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E079C92-D3D7-A1E8-5AB1-0451A0E461EC}"/>
              </a:ext>
            </a:extLst>
          </p:cNvPr>
          <p:cNvCxnSpPr>
            <a:cxnSpLocks/>
          </p:cNvCxnSpPr>
          <p:nvPr/>
        </p:nvCxnSpPr>
        <p:spPr>
          <a:xfrm flipH="1">
            <a:off x="3153502" y="3623828"/>
            <a:ext cx="2479197"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62ABD4C-2860-F055-2CDA-5178316A7A85}"/>
              </a:ext>
            </a:extLst>
          </p:cNvPr>
          <p:cNvCxnSpPr>
            <a:cxnSpLocks/>
          </p:cNvCxnSpPr>
          <p:nvPr/>
        </p:nvCxnSpPr>
        <p:spPr>
          <a:xfrm flipH="1">
            <a:off x="842103" y="3623828"/>
            <a:ext cx="2326795"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8AC675BA-22CA-3619-39B8-C8B034EDF7DE}"/>
              </a:ext>
            </a:extLst>
          </p:cNvPr>
          <p:cNvCxnSpPr>
            <a:cxnSpLocks/>
          </p:cNvCxnSpPr>
          <p:nvPr/>
        </p:nvCxnSpPr>
        <p:spPr>
          <a:xfrm flipH="1">
            <a:off x="817094" y="2979876"/>
            <a:ext cx="2351804" cy="16855"/>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87C00FF0-EA71-074E-63D7-4C21CAE08FEF}"/>
              </a:ext>
            </a:extLst>
          </p:cNvPr>
          <p:cNvSpPr/>
          <p:nvPr/>
        </p:nvSpPr>
        <p:spPr>
          <a:xfrm>
            <a:off x="307977" y="736021"/>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400"/>
              <a:t>Cloud</a:t>
            </a:r>
          </a:p>
        </p:txBody>
      </p:sp>
      <p:sp>
        <p:nvSpPr>
          <p:cNvPr id="20" name="Rectangle: Rounded Corners 19">
            <a:extLst>
              <a:ext uri="{FF2B5EF4-FFF2-40B4-BE49-F238E27FC236}">
                <a16:creationId xmlns:a16="http://schemas.microsoft.com/office/drawing/2014/main" id="{A33384CB-5112-4E21-F1C2-B855CD16513B}"/>
              </a:ext>
            </a:extLst>
          </p:cNvPr>
          <p:cNvSpPr/>
          <p:nvPr/>
        </p:nvSpPr>
        <p:spPr>
          <a:xfrm>
            <a:off x="5111999" y="719816"/>
            <a:ext cx="1041400" cy="56726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a:t>Node</a:t>
            </a:r>
          </a:p>
        </p:txBody>
      </p:sp>
      <p:sp>
        <p:nvSpPr>
          <p:cNvPr id="21" name="TextBox 20">
            <a:extLst>
              <a:ext uri="{FF2B5EF4-FFF2-40B4-BE49-F238E27FC236}">
                <a16:creationId xmlns:a16="http://schemas.microsoft.com/office/drawing/2014/main" id="{ECAA8CBB-D68A-ADD1-251C-133CBACDB0AD}"/>
              </a:ext>
            </a:extLst>
          </p:cNvPr>
          <p:cNvSpPr txBox="1"/>
          <p:nvPr/>
        </p:nvSpPr>
        <p:spPr>
          <a:xfrm>
            <a:off x="970521" y="1578942"/>
            <a:ext cx="2091889" cy="430887"/>
          </a:xfrm>
          <a:prstGeom prst="rect">
            <a:avLst/>
          </a:prstGeom>
          <a:noFill/>
        </p:spPr>
        <p:txBody>
          <a:bodyPr wrap="square" rtlCol="0">
            <a:spAutoFit/>
          </a:bodyPr>
          <a:lstStyle/>
          <a:p>
            <a:pPr algn="just"/>
            <a:r>
              <a:rPr lang="en-US" sz="1100"/>
              <a:t>1. Reconfiguration packet is sent from Cloud to Gateway</a:t>
            </a:r>
            <a:endParaRPr lang="en-IN" sz="1100"/>
          </a:p>
        </p:txBody>
      </p:sp>
      <p:sp>
        <p:nvSpPr>
          <p:cNvPr id="22" name="TextBox 21">
            <a:extLst>
              <a:ext uri="{FF2B5EF4-FFF2-40B4-BE49-F238E27FC236}">
                <a16:creationId xmlns:a16="http://schemas.microsoft.com/office/drawing/2014/main" id="{ABF0CF9D-16F5-9426-A4D2-69DF9716BE89}"/>
              </a:ext>
            </a:extLst>
          </p:cNvPr>
          <p:cNvSpPr txBox="1"/>
          <p:nvPr/>
        </p:nvSpPr>
        <p:spPr>
          <a:xfrm>
            <a:off x="3434321" y="1578942"/>
            <a:ext cx="2091889" cy="430887"/>
          </a:xfrm>
          <a:prstGeom prst="rect">
            <a:avLst/>
          </a:prstGeom>
          <a:noFill/>
        </p:spPr>
        <p:txBody>
          <a:bodyPr wrap="square" rtlCol="0">
            <a:spAutoFit/>
          </a:bodyPr>
          <a:lstStyle/>
          <a:p>
            <a:pPr algn="just"/>
            <a:r>
              <a:rPr lang="en-US" sz="1100"/>
              <a:t>2. Reconfiguration packet is sent from cloud to gateway.</a:t>
            </a:r>
            <a:endParaRPr lang="en-IN" sz="1100"/>
          </a:p>
        </p:txBody>
      </p:sp>
      <p:cxnSp>
        <p:nvCxnSpPr>
          <p:cNvPr id="23" name="Straight Arrow Connector 22">
            <a:extLst>
              <a:ext uri="{FF2B5EF4-FFF2-40B4-BE49-F238E27FC236}">
                <a16:creationId xmlns:a16="http://schemas.microsoft.com/office/drawing/2014/main" id="{B6A3C2EA-EE31-5F20-1240-8A4FA4CD0A3E}"/>
              </a:ext>
            </a:extLst>
          </p:cNvPr>
          <p:cNvCxnSpPr>
            <a:cxnSpLocks/>
            <a:stCxn id="19" idx="3"/>
            <a:endCxn id="10" idx="1"/>
          </p:cNvCxnSpPr>
          <p:nvPr/>
        </p:nvCxnSpPr>
        <p:spPr>
          <a:xfrm>
            <a:off x="1349377" y="1019655"/>
            <a:ext cx="1298821" cy="1"/>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4" name="TextBox 23">
            <a:extLst>
              <a:ext uri="{FF2B5EF4-FFF2-40B4-BE49-F238E27FC236}">
                <a16:creationId xmlns:a16="http://schemas.microsoft.com/office/drawing/2014/main" id="{0FF99321-54F1-2EBD-4390-9C690FA9FF62}"/>
              </a:ext>
            </a:extLst>
          </p:cNvPr>
          <p:cNvSpPr txBox="1"/>
          <p:nvPr/>
        </p:nvSpPr>
        <p:spPr>
          <a:xfrm>
            <a:off x="1606798" y="736021"/>
            <a:ext cx="766231" cy="307777"/>
          </a:xfrm>
          <a:prstGeom prst="rect">
            <a:avLst/>
          </a:prstGeom>
          <a:noFill/>
        </p:spPr>
        <p:txBody>
          <a:bodyPr wrap="square" rtlCol="0">
            <a:spAutoFit/>
          </a:bodyPr>
          <a:lstStyle/>
          <a:p>
            <a:pPr algn="ctr"/>
            <a:r>
              <a:rPr lang="en-US" sz="1400"/>
              <a:t>LTE</a:t>
            </a:r>
          </a:p>
        </p:txBody>
      </p:sp>
      <p:cxnSp>
        <p:nvCxnSpPr>
          <p:cNvPr id="25" name="Straight Arrow Connector 24">
            <a:extLst>
              <a:ext uri="{FF2B5EF4-FFF2-40B4-BE49-F238E27FC236}">
                <a16:creationId xmlns:a16="http://schemas.microsoft.com/office/drawing/2014/main" id="{532F0507-72A1-FE41-35BC-C4FBBF7F7134}"/>
              </a:ext>
            </a:extLst>
          </p:cNvPr>
          <p:cNvCxnSpPr>
            <a:cxnSpLocks/>
            <a:stCxn id="10" idx="3"/>
            <a:endCxn id="20" idx="1"/>
          </p:cNvCxnSpPr>
          <p:nvPr/>
        </p:nvCxnSpPr>
        <p:spPr>
          <a:xfrm flipV="1">
            <a:off x="3689598" y="1003450"/>
            <a:ext cx="1422401" cy="16206"/>
          </a:xfrm>
          <a:prstGeom prst="straightConnector1">
            <a:avLst/>
          </a:prstGeom>
          <a:ln w="12700">
            <a:headEnd type="triangle"/>
            <a:tailEnd type="triangle"/>
          </a:ln>
        </p:spPr>
        <p:style>
          <a:lnRef idx="1">
            <a:schemeClr val="dk1"/>
          </a:lnRef>
          <a:fillRef idx="0">
            <a:schemeClr val="dk1"/>
          </a:fillRef>
          <a:effectRef idx="0">
            <a:schemeClr val="dk1"/>
          </a:effectRef>
          <a:fontRef idx="minor">
            <a:schemeClr val="tx1"/>
          </a:fontRef>
        </p:style>
      </p:cxnSp>
      <p:sp>
        <p:nvSpPr>
          <p:cNvPr id="26" name="TextBox 25">
            <a:extLst>
              <a:ext uri="{FF2B5EF4-FFF2-40B4-BE49-F238E27FC236}">
                <a16:creationId xmlns:a16="http://schemas.microsoft.com/office/drawing/2014/main" id="{BBE07A69-04F9-8E52-1767-0A1648400F35}"/>
              </a:ext>
            </a:extLst>
          </p:cNvPr>
          <p:cNvSpPr txBox="1"/>
          <p:nvPr/>
        </p:nvSpPr>
        <p:spPr>
          <a:xfrm>
            <a:off x="4026633" y="716845"/>
            <a:ext cx="766231" cy="307777"/>
          </a:xfrm>
          <a:prstGeom prst="rect">
            <a:avLst/>
          </a:prstGeom>
          <a:noFill/>
        </p:spPr>
        <p:txBody>
          <a:bodyPr wrap="square" rtlCol="0">
            <a:spAutoFit/>
          </a:bodyPr>
          <a:lstStyle/>
          <a:p>
            <a:pPr algn="ctr"/>
            <a:r>
              <a:rPr lang="en-US" sz="1400"/>
              <a:t>BLE</a:t>
            </a:r>
          </a:p>
        </p:txBody>
      </p:sp>
      <p:sp>
        <p:nvSpPr>
          <p:cNvPr id="27" name="TextBox 26">
            <a:extLst>
              <a:ext uri="{FF2B5EF4-FFF2-40B4-BE49-F238E27FC236}">
                <a16:creationId xmlns:a16="http://schemas.microsoft.com/office/drawing/2014/main" id="{8F90E561-48CF-5B9D-A4E9-E7436C8B7834}"/>
              </a:ext>
            </a:extLst>
          </p:cNvPr>
          <p:cNvSpPr txBox="1"/>
          <p:nvPr/>
        </p:nvSpPr>
        <p:spPr>
          <a:xfrm>
            <a:off x="970521" y="2237807"/>
            <a:ext cx="2091889" cy="769441"/>
          </a:xfrm>
          <a:prstGeom prst="rect">
            <a:avLst/>
          </a:prstGeom>
          <a:noFill/>
        </p:spPr>
        <p:txBody>
          <a:bodyPr wrap="square" rtlCol="0">
            <a:spAutoFit/>
          </a:bodyPr>
          <a:lstStyle/>
          <a:p>
            <a:pPr algn="just"/>
            <a:r>
              <a:rPr lang="en-US" sz="1100"/>
              <a:t>3a. If reconfiguratoin packet received from cloud has error, ack sent back to cloud with error code</a:t>
            </a:r>
            <a:endParaRPr lang="en-IN" sz="1100"/>
          </a:p>
        </p:txBody>
      </p:sp>
      <p:sp>
        <p:nvSpPr>
          <p:cNvPr id="28" name="TextBox 27">
            <a:extLst>
              <a:ext uri="{FF2B5EF4-FFF2-40B4-BE49-F238E27FC236}">
                <a16:creationId xmlns:a16="http://schemas.microsoft.com/office/drawing/2014/main" id="{92F964ED-7BD1-D5B4-E322-035FABB9417F}"/>
              </a:ext>
            </a:extLst>
          </p:cNvPr>
          <p:cNvSpPr txBox="1"/>
          <p:nvPr/>
        </p:nvSpPr>
        <p:spPr>
          <a:xfrm>
            <a:off x="3460080" y="3167871"/>
            <a:ext cx="2091889" cy="430887"/>
          </a:xfrm>
          <a:prstGeom prst="rect">
            <a:avLst/>
          </a:prstGeom>
          <a:noFill/>
        </p:spPr>
        <p:txBody>
          <a:bodyPr wrap="square" rtlCol="0">
            <a:spAutoFit/>
          </a:bodyPr>
          <a:lstStyle/>
          <a:p>
            <a:pPr algn="just"/>
            <a:r>
              <a:rPr lang="en-US" sz="1100"/>
              <a:t>3b. Node sends ack that it has entered configuration mode.</a:t>
            </a:r>
            <a:endParaRPr lang="en-IN" sz="1100"/>
          </a:p>
        </p:txBody>
      </p:sp>
      <p:sp>
        <p:nvSpPr>
          <p:cNvPr id="29" name="TextBox 28">
            <a:extLst>
              <a:ext uri="{FF2B5EF4-FFF2-40B4-BE49-F238E27FC236}">
                <a16:creationId xmlns:a16="http://schemas.microsoft.com/office/drawing/2014/main" id="{F2014E43-91B6-02FD-7AB0-6BEE6A8C4C37}"/>
              </a:ext>
            </a:extLst>
          </p:cNvPr>
          <p:cNvSpPr txBox="1"/>
          <p:nvPr/>
        </p:nvSpPr>
        <p:spPr>
          <a:xfrm>
            <a:off x="1028057" y="3167871"/>
            <a:ext cx="2091889" cy="430887"/>
          </a:xfrm>
          <a:prstGeom prst="rect">
            <a:avLst/>
          </a:prstGeom>
          <a:noFill/>
        </p:spPr>
        <p:txBody>
          <a:bodyPr wrap="square" rtlCol="0">
            <a:spAutoFit/>
          </a:bodyPr>
          <a:lstStyle/>
          <a:p>
            <a:pPr algn="just"/>
            <a:r>
              <a:rPr lang="en-US" sz="1100"/>
              <a:t>4. Gateway sends reconfiguration ack to cloud </a:t>
            </a:r>
            <a:endParaRPr lang="en-IN" sz="1100"/>
          </a:p>
        </p:txBody>
      </p:sp>
      <p:sp>
        <p:nvSpPr>
          <p:cNvPr id="30" name="Rectangle: Rounded Corners 29">
            <a:extLst>
              <a:ext uri="{FF2B5EF4-FFF2-40B4-BE49-F238E27FC236}">
                <a16:creationId xmlns:a16="http://schemas.microsoft.com/office/drawing/2014/main" id="{576D5378-4725-8171-D222-AC654390CCB7}"/>
              </a:ext>
            </a:extLst>
          </p:cNvPr>
          <p:cNvSpPr/>
          <p:nvPr/>
        </p:nvSpPr>
        <p:spPr>
          <a:xfrm>
            <a:off x="8883060" y="250108"/>
            <a:ext cx="3000963" cy="1618073"/>
          </a:xfrm>
          <a:prstGeom prst="roundRect">
            <a:avLst>
              <a:gd name="adj" fmla="val 4305"/>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packet (Cloud -&gt; Gateway)</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11,</a:t>
            </a:r>
          </a:p>
          <a:p>
            <a:pPr algn="just"/>
            <a:r>
              <a:rPr lang="en-US" sz="1100">
                <a:solidFill>
                  <a:schemeClr val="tx1"/>
                </a:solidFill>
                <a:latin typeface="+mj-lt"/>
                <a:cs typeface="Calibri"/>
              </a:rPr>
              <a:t>     "MsgSeqNo": 1,</a:t>
            </a:r>
          </a:p>
          <a:p>
            <a:pPr algn="just"/>
            <a:r>
              <a:rPr lang="en-US" sz="1100">
                <a:solidFill>
                  <a:schemeClr val="tx1"/>
                </a:solidFill>
                <a:latin typeface="+mj-lt"/>
                <a:cs typeface="Calibri"/>
              </a:rPr>
              <a:t>     "GwySerNo": 2,</a:t>
            </a:r>
          </a:p>
          <a:p>
            <a:pPr algn="just"/>
            <a:r>
              <a:rPr lang="en-US" sz="1100">
                <a:solidFill>
                  <a:schemeClr val="tx1"/>
                </a:solidFill>
                <a:latin typeface="+mj-lt"/>
                <a:cs typeface="Calibri"/>
              </a:rPr>
              <a:t>     "NodeSerNo": 3,</a:t>
            </a:r>
          </a:p>
          <a:p>
            <a:pPr algn="just"/>
            <a:r>
              <a:rPr lang="en-US" sz="1100">
                <a:solidFill>
                  <a:schemeClr val="tx1"/>
                </a:solidFill>
                <a:latin typeface="+mj-lt"/>
                <a:cs typeface="Calibri"/>
              </a:rPr>
              <a:t>     "ElementAddr": 55,</a:t>
            </a:r>
          </a:p>
          <a:p>
            <a:pPr algn="just"/>
            <a:r>
              <a:rPr lang="en-US" sz="1100">
                <a:solidFill>
                  <a:schemeClr val="tx1"/>
                </a:solidFill>
                <a:latin typeface="+mj-lt"/>
                <a:cs typeface="Calibri"/>
              </a:rPr>
              <a:t>}</a:t>
            </a:r>
          </a:p>
        </p:txBody>
      </p:sp>
      <p:sp>
        <p:nvSpPr>
          <p:cNvPr id="31" name="TextBox 30">
            <a:extLst>
              <a:ext uri="{FF2B5EF4-FFF2-40B4-BE49-F238E27FC236}">
                <a16:creationId xmlns:a16="http://schemas.microsoft.com/office/drawing/2014/main" id="{C370913F-4C82-41C2-A06C-C1F124FE5618}"/>
              </a:ext>
            </a:extLst>
          </p:cNvPr>
          <p:cNvSpPr txBox="1"/>
          <p:nvPr/>
        </p:nvSpPr>
        <p:spPr>
          <a:xfrm>
            <a:off x="1517898" y="221983"/>
            <a:ext cx="3302000"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1400"/>
              <a:t>Node Reconfiguration</a:t>
            </a:r>
          </a:p>
        </p:txBody>
      </p:sp>
      <p:sp>
        <p:nvSpPr>
          <p:cNvPr id="2" name="Rectangle: Rounded Corners 1">
            <a:extLst>
              <a:ext uri="{FF2B5EF4-FFF2-40B4-BE49-F238E27FC236}">
                <a16:creationId xmlns:a16="http://schemas.microsoft.com/office/drawing/2014/main" id="{A1096FDC-184C-3218-A689-8C19FFCA536E}"/>
              </a:ext>
            </a:extLst>
          </p:cNvPr>
          <p:cNvSpPr/>
          <p:nvPr/>
        </p:nvSpPr>
        <p:spPr>
          <a:xfrm>
            <a:off x="8883060" y="2050505"/>
            <a:ext cx="3000963" cy="1789144"/>
          </a:xfrm>
          <a:prstGeom prst="roundRect">
            <a:avLst>
              <a:gd name="adj" fmla="val 6019"/>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en-US" sz="1100">
              <a:solidFill>
                <a:schemeClr val="tx1"/>
              </a:solidFill>
              <a:latin typeface="+mj-lt"/>
              <a:cs typeface="Segoe UI"/>
            </a:endParaRPr>
          </a:p>
          <a:p>
            <a:pPr algn="ctr"/>
            <a:r>
              <a:rPr lang="en-US" sz="1100" b="1">
                <a:solidFill>
                  <a:schemeClr val="tx1"/>
                </a:solidFill>
                <a:latin typeface="+mj-lt"/>
                <a:cs typeface="Calibri"/>
              </a:rPr>
              <a:t>Json ack (Gateway -&gt; Cloud)</a:t>
            </a:r>
          </a:p>
          <a:p>
            <a:pPr algn="just"/>
            <a:r>
              <a:rPr lang="en-US" sz="1100">
                <a:solidFill>
                  <a:schemeClr val="tx1"/>
                </a:solidFill>
                <a:latin typeface="+mj-lt"/>
                <a:cs typeface="Calibri"/>
              </a:rPr>
              <a:t>{    </a:t>
            </a:r>
          </a:p>
          <a:p>
            <a:pPr algn="just"/>
            <a:r>
              <a:rPr lang="en-US" sz="1100">
                <a:solidFill>
                  <a:schemeClr val="tx1"/>
                </a:solidFill>
                <a:latin typeface="+mj-lt"/>
                <a:cs typeface="Calibri"/>
              </a:rPr>
              <a:t>     "JsonPacketID": 11,</a:t>
            </a:r>
          </a:p>
          <a:p>
            <a:pPr algn="just"/>
            <a:r>
              <a:rPr lang="en-US" sz="1100">
                <a:solidFill>
                  <a:schemeClr val="tx1"/>
                </a:solidFill>
                <a:latin typeface="+mj-lt"/>
                <a:cs typeface="Calibri"/>
              </a:rPr>
              <a:t>     "MsgSeqNo": 1,</a:t>
            </a:r>
          </a:p>
          <a:p>
            <a:pPr algn="just"/>
            <a:r>
              <a:rPr lang="en-US" sz="1100">
                <a:solidFill>
                  <a:schemeClr val="tx1"/>
                </a:solidFill>
                <a:latin typeface="+mj-lt"/>
                <a:cs typeface="Calibri"/>
              </a:rPr>
              <a:t>     "GwySerNo": 2,</a:t>
            </a:r>
          </a:p>
          <a:p>
            <a:pPr algn="just"/>
            <a:r>
              <a:rPr lang="en-US" sz="1100">
                <a:solidFill>
                  <a:schemeClr val="tx1"/>
                </a:solidFill>
                <a:latin typeface="+mj-lt"/>
                <a:cs typeface="Calibri"/>
              </a:rPr>
              <a:t>     "NodeSerNo": 3,</a:t>
            </a:r>
          </a:p>
          <a:p>
            <a:pPr algn="just"/>
            <a:r>
              <a:rPr lang="en-US" sz="1100">
                <a:solidFill>
                  <a:schemeClr val="tx1"/>
                </a:solidFill>
                <a:latin typeface="+mj-lt"/>
                <a:cs typeface="Calibri"/>
              </a:rPr>
              <a:t>     "ElementAddr": 55,</a:t>
            </a:r>
          </a:p>
          <a:p>
            <a:pPr algn="just"/>
            <a:r>
              <a:rPr lang="en-US" sz="1100">
                <a:solidFill>
                  <a:schemeClr val="tx1"/>
                </a:solidFill>
                <a:latin typeface="+mj-lt"/>
                <a:cs typeface="Calibri"/>
              </a:rPr>
              <a:t>     "ErrorCode": 0,</a:t>
            </a:r>
          </a:p>
          <a:p>
            <a:pPr algn="just"/>
            <a:r>
              <a:rPr lang="en-US" sz="1100">
                <a:solidFill>
                  <a:schemeClr val="tx1"/>
                </a:solidFill>
                <a:latin typeface="+mj-lt"/>
                <a:cs typeface="Calibri"/>
              </a:rPr>
              <a:t>}</a:t>
            </a:r>
          </a:p>
        </p:txBody>
      </p:sp>
      <p:sp>
        <p:nvSpPr>
          <p:cNvPr id="3" name="TextBox 2">
            <a:extLst>
              <a:ext uri="{FF2B5EF4-FFF2-40B4-BE49-F238E27FC236}">
                <a16:creationId xmlns:a16="http://schemas.microsoft.com/office/drawing/2014/main" id="{31C5EF74-B7FB-A8DC-6D72-2FEFF70580D2}"/>
              </a:ext>
            </a:extLst>
          </p:cNvPr>
          <p:cNvSpPr txBox="1"/>
          <p:nvPr/>
        </p:nvSpPr>
        <p:spPr>
          <a:xfrm>
            <a:off x="3434321" y="2075936"/>
            <a:ext cx="2091889" cy="261610"/>
          </a:xfrm>
          <a:prstGeom prst="rect">
            <a:avLst/>
          </a:prstGeom>
          <a:noFill/>
        </p:spPr>
        <p:txBody>
          <a:bodyPr wrap="square" rtlCol="0">
            <a:spAutoFit/>
          </a:bodyPr>
          <a:lstStyle/>
          <a:p>
            <a:pPr algn="just"/>
            <a:r>
              <a:rPr lang="en-US" sz="1100"/>
              <a:t>Node enters configuration mode.</a:t>
            </a:r>
            <a:endParaRPr lang="en-IN" sz="1100"/>
          </a:p>
        </p:txBody>
      </p:sp>
      <p:sp>
        <p:nvSpPr>
          <p:cNvPr id="33" name="TextBox 32">
            <a:extLst>
              <a:ext uri="{FF2B5EF4-FFF2-40B4-BE49-F238E27FC236}">
                <a16:creationId xmlns:a16="http://schemas.microsoft.com/office/drawing/2014/main" id="{242CCCE3-3B4B-5A7E-1991-3D26430985B8}"/>
              </a:ext>
            </a:extLst>
          </p:cNvPr>
          <p:cNvSpPr txBox="1"/>
          <p:nvPr/>
        </p:nvSpPr>
        <p:spPr>
          <a:xfrm>
            <a:off x="6380927" y="163881"/>
            <a:ext cx="2111487" cy="3613746"/>
          </a:xfrm>
          <a:prstGeom prst="rect">
            <a:avLst/>
          </a:prstGeom>
          <a:noFill/>
        </p:spPr>
        <p:txBody>
          <a:bodyPr wrap="square" rtlCol="0">
            <a:spAutoFit/>
          </a:bodyPr>
          <a:lstStyle/>
          <a:p>
            <a:pPr marL="285750" indent="-285750" algn="just">
              <a:lnSpc>
                <a:spcPct val="150000"/>
              </a:lnSpc>
              <a:buFont typeface="Arial" panose="020B0604020202020204" pitchFamily="34" charset="0"/>
              <a:buChar char="•"/>
            </a:pPr>
            <a:r>
              <a:rPr lang="en-US" sz="1400">
                <a:latin typeface="+mj-lt"/>
              </a:rPr>
              <a:t>Node reconfiguration is the process in user can configure the node to use a different protocol from the one it was using before.</a:t>
            </a:r>
          </a:p>
          <a:p>
            <a:pPr marL="285750" indent="-285750" algn="just">
              <a:lnSpc>
                <a:spcPct val="150000"/>
              </a:lnSpc>
              <a:buFont typeface="Arial" panose="020B0604020202020204" pitchFamily="34" charset="0"/>
              <a:buChar char="•"/>
            </a:pPr>
            <a:r>
              <a:rPr lang="en-US" sz="1400">
                <a:latin typeface="+mj-lt"/>
              </a:rPr>
              <a:t>Alternatively, the User button can be pressed twice quickly to put the Node into configuration mode</a:t>
            </a:r>
          </a:p>
        </p:txBody>
      </p:sp>
    </p:spTree>
    <p:extLst>
      <p:ext uri="{BB962C8B-B14F-4D97-AF65-F5344CB8AC3E}">
        <p14:creationId xmlns:p14="http://schemas.microsoft.com/office/powerpoint/2010/main" val="40273317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84455" y="1757230"/>
            <a:ext cx="2347113" cy="461665"/>
          </a:xfrm>
          <a:prstGeom prst="rect">
            <a:avLst/>
          </a:prstGeom>
          <a:noFill/>
        </p:spPr>
        <p:txBody>
          <a:bodyPr wrap="square" rtlCol="0">
            <a:spAutoFit/>
          </a:bodyPr>
          <a:lstStyle/>
          <a:p>
            <a:pPr algn="just"/>
            <a:r>
              <a:rPr lang="en-US" sz="1200"/>
              <a:t>User scans the QR code on the Gwy device from the mobile app</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646331"/>
          </a:xfrm>
          <a:prstGeom prst="rect">
            <a:avLst/>
          </a:prstGeom>
          <a:noFill/>
        </p:spPr>
        <p:txBody>
          <a:bodyPr wrap="square" rtlCol="0">
            <a:spAutoFit/>
          </a:bodyPr>
          <a:lstStyle/>
          <a:p>
            <a:pPr algn="just"/>
            <a:r>
              <a:rPr lang="en-US" sz="1200"/>
              <a:t>Cloud sends the Gateway Registration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8564" y="5181746"/>
            <a:ext cx="2347113" cy="646331"/>
          </a:xfrm>
          <a:prstGeom prst="rect">
            <a:avLst/>
          </a:prstGeom>
          <a:noFill/>
        </p:spPr>
        <p:txBody>
          <a:bodyPr wrap="square" rtlCol="0">
            <a:spAutoFit/>
          </a:bodyPr>
          <a:lstStyle/>
          <a:p>
            <a:pPr algn="just"/>
            <a:r>
              <a:rPr lang="en-US" sz="1200"/>
              <a:t>User gets notified about the Registration status based on Error code</a:t>
            </a:r>
            <a:endParaRPr lang="en-IN" sz="1200"/>
          </a:p>
        </p:txBody>
      </p:sp>
    </p:spTree>
    <p:extLst>
      <p:ext uri="{BB962C8B-B14F-4D97-AF65-F5344CB8AC3E}">
        <p14:creationId xmlns:p14="http://schemas.microsoft.com/office/powerpoint/2010/main" val="6343481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821" y="2333966"/>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2320969"/>
            <a:ext cx="2347113" cy="338554"/>
          </a:xfrm>
          <a:prstGeom prst="rect">
            <a:avLst/>
          </a:prstGeom>
          <a:noFill/>
        </p:spPr>
        <p:txBody>
          <a:bodyPr wrap="square" rtlCol="0">
            <a:spAutoFit/>
          </a:bodyPr>
          <a:lstStyle/>
          <a:p>
            <a:pPr algn="ctr"/>
            <a:r>
              <a:rPr lang="en-US" sz="1600"/>
              <a:t>(1)</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52329" y="1305306"/>
            <a:ext cx="2347113" cy="1015663"/>
          </a:xfrm>
          <a:prstGeom prst="rect">
            <a:avLst/>
          </a:prstGeom>
          <a:noFill/>
        </p:spPr>
        <p:txBody>
          <a:bodyPr wrap="square" rtlCol="0">
            <a:spAutoFit/>
          </a:bodyPr>
          <a:lstStyle/>
          <a:p>
            <a:pPr algn="just"/>
            <a:r>
              <a:rPr lang="en-US" sz="1200"/>
              <a:t>While Gwy is in AC Remote configuration mode, user presses AC remote in front of the IR receiver. Gwy sends Configuration ACK to cloud</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333341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3347376"/>
            <a:ext cx="2347113" cy="338554"/>
          </a:xfrm>
          <a:prstGeom prst="rect">
            <a:avLst/>
          </a:prstGeom>
          <a:noFill/>
        </p:spPr>
        <p:txBody>
          <a:bodyPr wrap="square" rtlCol="0">
            <a:spAutoFit/>
          </a:bodyPr>
          <a:lstStyle/>
          <a:p>
            <a:pPr algn="ctr"/>
            <a:r>
              <a:rPr lang="en-US" sz="1600"/>
              <a:t>(2)</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8564" y="2637724"/>
            <a:ext cx="2347113" cy="646331"/>
          </a:xfrm>
          <a:prstGeom prst="rect">
            <a:avLst/>
          </a:prstGeom>
          <a:noFill/>
        </p:spPr>
        <p:txBody>
          <a:bodyPr wrap="square" rtlCol="0">
            <a:spAutoFit/>
          </a:bodyPr>
          <a:lstStyle/>
          <a:p>
            <a:pPr algn="just"/>
            <a:r>
              <a:rPr lang="en-US" sz="1200"/>
              <a:t>User gets notified about the Configuration status based on Error code</a:t>
            </a:r>
            <a:endParaRPr lang="en-IN" sz="1200"/>
          </a:p>
        </p:txBody>
      </p:sp>
    </p:spTree>
    <p:extLst>
      <p:ext uri="{BB962C8B-B14F-4D97-AF65-F5344CB8AC3E}">
        <p14:creationId xmlns:p14="http://schemas.microsoft.com/office/powerpoint/2010/main" val="31348202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84455" y="1757230"/>
            <a:ext cx="2347113" cy="461665"/>
          </a:xfrm>
          <a:prstGeom prst="rect">
            <a:avLst/>
          </a:prstGeom>
          <a:noFill/>
        </p:spPr>
        <p:txBody>
          <a:bodyPr wrap="square" rtlCol="0">
            <a:spAutoFit/>
          </a:bodyPr>
          <a:lstStyle/>
          <a:p>
            <a:pPr algn="just"/>
            <a:r>
              <a:rPr lang="en-US" sz="1200"/>
              <a:t>User presses “Unregister” button from the app</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646331"/>
          </a:xfrm>
          <a:prstGeom prst="rect">
            <a:avLst/>
          </a:prstGeom>
          <a:noFill/>
        </p:spPr>
        <p:txBody>
          <a:bodyPr wrap="square" rtlCol="0">
            <a:spAutoFit/>
          </a:bodyPr>
          <a:lstStyle/>
          <a:p>
            <a:pPr algn="just"/>
            <a:r>
              <a:rPr lang="en-US" sz="1200"/>
              <a:t>Cloud sends the Gateway Unregistration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8564" y="5181746"/>
            <a:ext cx="2347113" cy="646331"/>
          </a:xfrm>
          <a:prstGeom prst="rect">
            <a:avLst/>
          </a:prstGeom>
          <a:noFill/>
        </p:spPr>
        <p:txBody>
          <a:bodyPr wrap="square" rtlCol="0">
            <a:spAutoFit/>
          </a:bodyPr>
          <a:lstStyle/>
          <a:p>
            <a:pPr algn="just"/>
            <a:r>
              <a:rPr lang="en-US" sz="1200"/>
              <a:t>User gets notified about the Unregistration status based on Error code</a:t>
            </a:r>
            <a:endParaRPr lang="en-IN" sz="1200"/>
          </a:p>
        </p:txBody>
      </p:sp>
    </p:spTree>
    <p:extLst>
      <p:ext uri="{BB962C8B-B14F-4D97-AF65-F5344CB8AC3E}">
        <p14:creationId xmlns:p14="http://schemas.microsoft.com/office/powerpoint/2010/main" val="12452453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63324" y="1562275"/>
            <a:ext cx="2347113" cy="646331"/>
          </a:xfrm>
          <a:prstGeom prst="rect">
            <a:avLst/>
          </a:prstGeom>
          <a:noFill/>
        </p:spPr>
        <p:txBody>
          <a:bodyPr wrap="square" rtlCol="0">
            <a:spAutoFit/>
          </a:bodyPr>
          <a:lstStyle/>
          <a:p>
            <a:pPr algn="just"/>
            <a:r>
              <a:rPr lang="en-US" sz="1200"/>
              <a:t>User configures AC control parameters and presses “Gwy AC Control” button from the app</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461665"/>
          </a:xfrm>
          <a:prstGeom prst="rect">
            <a:avLst/>
          </a:prstGeom>
          <a:noFill/>
        </p:spPr>
        <p:txBody>
          <a:bodyPr wrap="square" rtlCol="0">
            <a:spAutoFit/>
          </a:bodyPr>
          <a:lstStyle/>
          <a:p>
            <a:pPr algn="just"/>
            <a:r>
              <a:rPr lang="en-US" sz="1200"/>
              <a:t>Cloud sends the Gateway AC Control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4847" y="5362902"/>
            <a:ext cx="2347113" cy="461665"/>
          </a:xfrm>
          <a:prstGeom prst="rect">
            <a:avLst/>
          </a:prstGeom>
          <a:noFill/>
        </p:spPr>
        <p:txBody>
          <a:bodyPr wrap="square" rtlCol="0">
            <a:spAutoFit/>
          </a:bodyPr>
          <a:lstStyle/>
          <a:p>
            <a:pPr algn="just"/>
            <a:r>
              <a:rPr lang="en-US" sz="1200"/>
              <a:t>User gets notified about the AC Control status based on Error code</a:t>
            </a:r>
            <a:endParaRPr lang="en-IN" sz="1200"/>
          </a:p>
        </p:txBody>
      </p:sp>
    </p:spTree>
    <p:extLst>
      <p:ext uri="{BB962C8B-B14F-4D97-AF65-F5344CB8AC3E}">
        <p14:creationId xmlns:p14="http://schemas.microsoft.com/office/powerpoint/2010/main" val="3441011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21168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2130850"/>
            <a:ext cx="2347113" cy="338554"/>
          </a:xfrm>
          <a:prstGeom prst="rect">
            <a:avLst/>
          </a:prstGeom>
          <a:noFill/>
        </p:spPr>
        <p:txBody>
          <a:bodyPr wrap="square" rtlCol="0">
            <a:spAutoFit/>
          </a:bodyPr>
          <a:lstStyle/>
          <a:p>
            <a:pPr algn="ctr"/>
            <a:r>
              <a:rPr lang="en-US" sz="1600"/>
              <a:t>(1)</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52329" y="1588913"/>
            <a:ext cx="2347113" cy="461665"/>
          </a:xfrm>
          <a:prstGeom prst="rect">
            <a:avLst/>
          </a:prstGeom>
          <a:noFill/>
        </p:spPr>
        <p:txBody>
          <a:bodyPr wrap="square" rtlCol="0">
            <a:spAutoFit/>
          </a:bodyPr>
          <a:lstStyle/>
          <a:p>
            <a:pPr algn="just"/>
            <a:r>
              <a:rPr lang="en-US" sz="1200"/>
              <a:t>Gwy sends AC manual control ACK to Cloud</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333341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3347376"/>
            <a:ext cx="2347113" cy="338554"/>
          </a:xfrm>
          <a:prstGeom prst="rect">
            <a:avLst/>
          </a:prstGeom>
          <a:noFill/>
        </p:spPr>
        <p:txBody>
          <a:bodyPr wrap="square" rtlCol="0">
            <a:spAutoFit/>
          </a:bodyPr>
          <a:lstStyle/>
          <a:p>
            <a:pPr algn="ctr"/>
            <a:r>
              <a:rPr lang="en-US" sz="1600"/>
              <a:t>(2)</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301439" y="2827707"/>
            <a:ext cx="2347113" cy="461665"/>
          </a:xfrm>
          <a:prstGeom prst="rect">
            <a:avLst/>
          </a:prstGeom>
          <a:noFill/>
        </p:spPr>
        <p:txBody>
          <a:bodyPr wrap="square" rtlCol="0">
            <a:spAutoFit/>
          </a:bodyPr>
          <a:lstStyle/>
          <a:p>
            <a:pPr algn="just"/>
            <a:r>
              <a:rPr lang="en-US" sz="1200"/>
              <a:t>User is made aware about the manual control of AC</a:t>
            </a:r>
            <a:endParaRPr lang="en-IN" sz="1200"/>
          </a:p>
        </p:txBody>
      </p:sp>
    </p:spTree>
    <p:extLst>
      <p:ext uri="{BB962C8B-B14F-4D97-AF65-F5344CB8AC3E}">
        <p14:creationId xmlns:p14="http://schemas.microsoft.com/office/powerpoint/2010/main" val="41532820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84455" y="1757230"/>
            <a:ext cx="2347113" cy="461665"/>
          </a:xfrm>
          <a:prstGeom prst="rect">
            <a:avLst/>
          </a:prstGeom>
          <a:noFill/>
        </p:spPr>
        <p:txBody>
          <a:bodyPr wrap="square" rtlCol="0">
            <a:spAutoFit/>
          </a:bodyPr>
          <a:lstStyle/>
          <a:p>
            <a:pPr algn="just"/>
            <a:r>
              <a:rPr lang="en-US" sz="1200"/>
              <a:t>User presses “Gwy AC Remote Reconfigure” button from the app</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646331"/>
          </a:xfrm>
          <a:prstGeom prst="rect">
            <a:avLst/>
          </a:prstGeom>
          <a:noFill/>
        </p:spPr>
        <p:txBody>
          <a:bodyPr wrap="square" rtlCol="0">
            <a:spAutoFit/>
          </a:bodyPr>
          <a:lstStyle/>
          <a:p>
            <a:pPr algn="just"/>
            <a:r>
              <a:rPr lang="en-US" sz="1200"/>
              <a:t>Cloud sends the Gateway AC Remote Reconfiguration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8564" y="5181746"/>
            <a:ext cx="2347113" cy="646331"/>
          </a:xfrm>
          <a:prstGeom prst="rect">
            <a:avLst/>
          </a:prstGeom>
          <a:noFill/>
        </p:spPr>
        <p:txBody>
          <a:bodyPr wrap="square" rtlCol="0">
            <a:spAutoFit/>
          </a:bodyPr>
          <a:lstStyle/>
          <a:p>
            <a:pPr algn="just"/>
            <a:r>
              <a:rPr lang="en-US" sz="1200"/>
              <a:t>User gets notified about the Reconfiguration status based on Error code</a:t>
            </a:r>
            <a:endParaRPr lang="en-IN" sz="1200"/>
          </a:p>
        </p:txBody>
      </p:sp>
    </p:spTree>
    <p:extLst>
      <p:ext uri="{BB962C8B-B14F-4D97-AF65-F5344CB8AC3E}">
        <p14:creationId xmlns:p14="http://schemas.microsoft.com/office/powerpoint/2010/main" val="3543819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21168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2130850"/>
            <a:ext cx="2347113" cy="338554"/>
          </a:xfrm>
          <a:prstGeom prst="rect">
            <a:avLst/>
          </a:prstGeom>
          <a:noFill/>
        </p:spPr>
        <p:txBody>
          <a:bodyPr wrap="square" rtlCol="0">
            <a:spAutoFit/>
          </a:bodyPr>
          <a:lstStyle/>
          <a:p>
            <a:pPr algn="ctr"/>
            <a:r>
              <a:rPr lang="en-US" sz="1600"/>
              <a:t>(1)</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72970" y="1737113"/>
            <a:ext cx="2347113" cy="276999"/>
          </a:xfrm>
          <a:prstGeom prst="rect">
            <a:avLst/>
          </a:prstGeom>
          <a:noFill/>
        </p:spPr>
        <p:txBody>
          <a:bodyPr wrap="square" rtlCol="0">
            <a:spAutoFit/>
          </a:bodyPr>
          <a:lstStyle/>
          <a:p>
            <a:pPr algn="just"/>
            <a:r>
              <a:rPr lang="en-US" sz="1200" dirty="0"/>
              <a:t>Gwy sends Heartbeat Ack to Cloud</a:t>
            </a:r>
            <a:endParaRPr lang="en-IN" sz="1200" dirty="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333341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3347376"/>
            <a:ext cx="2347113" cy="338554"/>
          </a:xfrm>
          <a:prstGeom prst="rect">
            <a:avLst/>
          </a:prstGeom>
          <a:noFill/>
        </p:spPr>
        <p:txBody>
          <a:bodyPr wrap="square" rtlCol="0">
            <a:spAutoFit/>
          </a:bodyPr>
          <a:lstStyle/>
          <a:p>
            <a:pPr algn="ctr"/>
            <a:r>
              <a:rPr lang="en-US" sz="1600"/>
              <a:t>(2)</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726" y="2601435"/>
            <a:ext cx="2347113" cy="646331"/>
          </a:xfrm>
          <a:prstGeom prst="rect">
            <a:avLst/>
          </a:prstGeom>
          <a:noFill/>
        </p:spPr>
        <p:txBody>
          <a:bodyPr wrap="square" rtlCol="0">
            <a:spAutoFit/>
          </a:bodyPr>
          <a:lstStyle/>
          <a:p>
            <a:pPr algn="just"/>
            <a:r>
              <a:rPr lang="en-US" sz="1200" dirty="0"/>
              <a:t>Mobile app receives the Heartbeat ACK and sets the Gwy alive status to True</a:t>
            </a:r>
            <a:endParaRPr lang="en-IN" sz="1200" dirty="0"/>
          </a:p>
        </p:txBody>
      </p:sp>
    </p:spTree>
    <p:extLst>
      <p:ext uri="{BB962C8B-B14F-4D97-AF65-F5344CB8AC3E}">
        <p14:creationId xmlns:p14="http://schemas.microsoft.com/office/powerpoint/2010/main" val="15345907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63324" y="1562275"/>
            <a:ext cx="2347113" cy="646331"/>
          </a:xfrm>
          <a:prstGeom prst="rect">
            <a:avLst/>
          </a:prstGeom>
          <a:noFill/>
        </p:spPr>
        <p:txBody>
          <a:bodyPr wrap="square" rtlCol="0">
            <a:spAutoFit/>
          </a:bodyPr>
          <a:lstStyle/>
          <a:p>
            <a:pPr algn="just"/>
            <a:r>
              <a:rPr lang="en-US" sz="1200" dirty="0"/>
              <a:t>User presses “Gwy Heartbeat publish configuration” button from mobile app. </a:t>
            </a:r>
            <a:endParaRPr lang="en-IN" sz="1200" dirty="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646331"/>
          </a:xfrm>
          <a:prstGeom prst="rect">
            <a:avLst/>
          </a:prstGeom>
          <a:noFill/>
        </p:spPr>
        <p:txBody>
          <a:bodyPr wrap="square" rtlCol="0">
            <a:spAutoFit/>
          </a:bodyPr>
          <a:lstStyle/>
          <a:p>
            <a:pPr algn="just"/>
            <a:r>
              <a:rPr lang="en-US" sz="1200" dirty="0"/>
              <a:t>Cloud sends the Gateway Heartbeat Publish Configuration packet to the Specific Gwy</a:t>
            </a:r>
            <a:endParaRPr lang="en-IN" sz="1200" dirty="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dirty="0"/>
              <a:t>Gwy sends back ACK to cloud with appropriate Error code</a:t>
            </a:r>
            <a:endParaRPr lang="en-IN" sz="1200" dirty="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4847" y="5229679"/>
            <a:ext cx="2347113" cy="646331"/>
          </a:xfrm>
          <a:prstGeom prst="rect">
            <a:avLst/>
          </a:prstGeom>
          <a:noFill/>
        </p:spPr>
        <p:txBody>
          <a:bodyPr wrap="square" rtlCol="0">
            <a:spAutoFit/>
          </a:bodyPr>
          <a:lstStyle/>
          <a:p>
            <a:pPr algn="just"/>
            <a:r>
              <a:rPr lang="en-US" sz="1200" dirty="0"/>
              <a:t>User gets notified about the Gwy Heartbeat publish configuration based on Error code</a:t>
            </a:r>
            <a:endParaRPr lang="en-IN" sz="1200" dirty="0"/>
          </a:p>
        </p:txBody>
      </p:sp>
    </p:spTree>
    <p:extLst>
      <p:ext uri="{BB962C8B-B14F-4D97-AF65-F5344CB8AC3E}">
        <p14:creationId xmlns:p14="http://schemas.microsoft.com/office/powerpoint/2010/main" val="1651123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63324" y="1724769"/>
            <a:ext cx="2347113" cy="461665"/>
          </a:xfrm>
          <a:prstGeom prst="rect">
            <a:avLst/>
          </a:prstGeom>
          <a:noFill/>
        </p:spPr>
        <p:txBody>
          <a:bodyPr wrap="square" rtlCol="0">
            <a:spAutoFit/>
          </a:bodyPr>
          <a:lstStyle/>
          <a:p>
            <a:pPr algn="just"/>
            <a:r>
              <a:rPr lang="en-US" sz="1200" dirty="0"/>
              <a:t>User presses “Gwy Debug Info Packet” button from mobile app. </a:t>
            </a:r>
            <a:endParaRPr lang="en-IN" sz="1200" dirty="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713056"/>
            <a:ext cx="2347113" cy="461665"/>
          </a:xfrm>
          <a:prstGeom prst="rect">
            <a:avLst/>
          </a:prstGeom>
          <a:noFill/>
        </p:spPr>
        <p:txBody>
          <a:bodyPr wrap="square" rtlCol="0">
            <a:spAutoFit/>
          </a:bodyPr>
          <a:lstStyle/>
          <a:p>
            <a:pPr algn="just"/>
            <a:r>
              <a:rPr lang="en-US" sz="1200" dirty="0"/>
              <a:t>Cloud sends the Gateway Debug Info packet to the Specific Gwy</a:t>
            </a:r>
            <a:endParaRPr lang="en-IN" sz="1200" dirty="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dirty="0"/>
              <a:t>Gwy sends back ACK to cloud with appropriate Error code</a:t>
            </a:r>
            <a:endParaRPr lang="en-IN" sz="1200" dirty="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92574" y="5351930"/>
            <a:ext cx="2347113" cy="461665"/>
          </a:xfrm>
          <a:prstGeom prst="rect">
            <a:avLst/>
          </a:prstGeom>
          <a:noFill/>
        </p:spPr>
        <p:txBody>
          <a:bodyPr wrap="square" rtlCol="0">
            <a:spAutoFit/>
          </a:bodyPr>
          <a:lstStyle/>
          <a:p>
            <a:pPr algn="just"/>
            <a:r>
              <a:rPr lang="en-US" sz="1200" dirty="0"/>
              <a:t>User gets Gwy Debug information from the ACK</a:t>
            </a:r>
            <a:endParaRPr lang="en-IN" sz="1200" dirty="0"/>
          </a:p>
        </p:txBody>
      </p:sp>
    </p:spTree>
    <p:extLst>
      <p:ext uri="{BB962C8B-B14F-4D97-AF65-F5344CB8AC3E}">
        <p14:creationId xmlns:p14="http://schemas.microsoft.com/office/powerpoint/2010/main" val="1691921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21168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2130850"/>
            <a:ext cx="2347113" cy="338554"/>
          </a:xfrm>
          <a:prstGeom prst="rect">
            <a:avLst/>
          </a:prstGeom>
          <a:noFill/>
        </p:spPr>
        <p:txBody>
          <a:bodyPr wrap="square" rtlCol="0">
            <a:spAutoFit/>
          </a:bodyPr>
          <a:lstStyle/>
          <a:p>
            <a:pPr algn="ctr"/>
            <a:r>
              <a:rPr lang="en-US" sz="1600"/>
              <a:t>(1)</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52329" y="1770661"/>
            <a:ext cx="2347113" cy="276999"/>
          </a:xfrm>
          <a:prstGeom prst="rect">
            <a:avLst/>
          </a:prstGeom>
          <a:noFill/>
        </p:spPr>
        <p:txBody>
          <a:bodyPr wrap="square" rtlCol="0">
            <a:spAutoFit/>
          </a:bodyPr>
          <a:lstStyle/>
          <a:p>
            <a:pPr algn="just"/>
            <a:r>
              <a:rPr lang="en-US" sz="1200"/>
              <a:t>Gwy sends Heartbeat Ack to Cloud</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333341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3347376"/>
            <a:ext cx="2347113" cy="338554"/>
          </a:xfrm>
          <a:prstGeom prst="rect">
            <a:avLst/>
          </a:prstGeom>
          <a:noFill/>
        </p:spPr>
        <p:txBody>
          <a:bodyPr wrap="square" rtlCol="0">
            <a:spAutoFit/>
          </a:bodyPr>
          <a:lstStyle/>
          <a:p>
            <a:pPr algn="ctr"/>
            <a:r>
              <a:rPr lang="en-US" sz="1600"/>
              <a:t>(2)</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92760" y="2781566"/>
            <a:ext cx="2347113" cy="461665"/>
          </a:xfrm>
          <a:prstGeom prst="rect">
            <a:avLst/>
          </a:prstGeom>
          <a:noFill/>
        </p:spPr>
        <p:txBody>
          <a:bodyPr wrap="square" rtlCol="0">
            <a:spAutoFit/>
          </a:bodyPr>
          <a:lstStyle/>
          <a:p>
            <a:pPr algn="just"/>
            <a:r>
              <a:rPr lang="en-US" sz="1200"/>
              <a:t>Mobile app updates the alive status for the Gwy</a:t>
            </a:r>
            <a:endParaRPr lang="en-IN" sz="1200"/>
          </a:p>
        </p:txBody>
      </p:sp>
    </p:spTree>
    <p:extLst>
      <p:ext uri="{BB962C8B-B14F-4D97-AF65-F5344CB8AC3E}">
        <p14:creationId xmlns:p14="http://schemas.microsoft.com/office/powerpoint/2010/main" val="96115345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63324" y="1562275"/>
            <a:ext cx="2347113" cy="461665"/>
          </a:xfrm>
          <a:prstGeom prst="rect">
            <a:avLst/>
          </a:prstGeom>
          <a:noFill/>
        </p:spPr>
        <p:txBody>
          <a:bodyPr wrap="square" rtlCol="0">
            <a:spAutoFit/>
          </a:bodyPr>
          <a:lstStyle/>
          <a:p>
            <a:pPr algn="just"/>
            <a:r>
              <a:rPr lang="en-US" sz="1200"/>
              <a:t>User presses “Reset MQTT” button from mobile app. </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461665"/>
          </a:xfrm>
          <a:prstGeom prst="rect">
            <a:avLst/>
          </a:prstGeom>
          <a:noFill/>
        </p:spPr>
        <p:txBody>
          <a:bodyPr wrap="square" rtlCol="0">
            <a:spAutoFit/>
          </a:bodyPr>
          <a:lstStyle/>
          <a:p>
            <a:pPr algn="just"/>
            <a:r>
              <a:rPr lang="en-US" sz="1200"/>
              <a:t>Cloud sends the Gateway Reset MQTT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4847" y="5362902"/>
            <a:ext cx="2347113" cy="461665"/>
          </a:xfrm>
          <a:prstGeom prst="rect">
            <a:avLst/>
          </a:prstGeom>
          <a:noFill/>
        </p:spPr>
        <p:txBody>
          <a:bodyPr wrap="square" rtlCol="0">
            <a:spAutoFit/>
          </a:bodyPr>
          <a:lstStyle/>
          <a:p>
            <a:pPr algn="just"/>
            <a:r>
              <a:rPr lang="en-US" sz="1200"/>
              <a:t>User gets notified about the AC Control status based on Error code</a:t>
            </a:r>
            <a:endParaRPr lang="en-IN" sz="1200"/>
          </a:p>
        </p:txBody>
      </p:sp>
    </p:spTree>
    <p:extLst>
      <p:ext uri="{BB962C8B-B14F-4D97-AF65-F5344CB8AC3E}">
        <p14:creationId xmlns:p14="http://schemas.microsoft.com/office/powerpoint/2010/main" val="3008564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84455" y="1757230"/>
            <a:ext cx="2347113" cy="461665"/>
          </a:xfrm>
          <a:prstGeom prst="rect">
            <a:avLst/>
          </a:prstGeom>
          <a:noFill/>
        </p:spPr>
        <p:txBody>
          <a:bodyPr wrap="square" lIns="91440" tIns="45720" rIns="91440" bIns="45720" rtlCol="0" anchor="t">
            <a:spAutoFit/>
          </a:bodyPr>
          <a:lstStyle/>
          <a:p>
            <a:pPr algn="just"/>
            <a:r>
              <a:rPr lang="en-US" sz="1200" dirty="0"/>
              <a:t>User presses “Teaching mode” button from the app</a:t>
            </a:r>
            <a:endParaRPr lang="en-IN" sz="1200" dirty="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461665"/>
          </a:xfrm>
          <a:prstGeom prst="rect">
            <a:avLst/>
          </a:prstGeom>
          <a:noFill/>
        </p:spPr>
        <p:txBody>
          <a:bodyPr wrap="square" lIns="91440" tIns="45720" rIns="91440" bIns="45720" rtlCol="0" anchor="t">
            <a:spAutoFit/>
          </a:bodyPr>
          <a:lstStyle/>
          <a:p>
            <a:pPr algn="just"/>
            <a:r>
              <a:rPr lang="en-US" sz="1200" dirty="0"/>
              <a:t>Cloud sends the Gateway Teaching mode packet to the Specific </a:t>
            </a:r>
            <a:r>
              <a:rPr lang="en-US" sz="1200" dirty="0" err="1"/>
              <a:t>Gwy</a:t>
            </a:r>
            <a:endParaRPr lang="en-IN" sz="1200" dirty="0" err="1">
              <a:cs typeface="Calibri" panose="020F0502020204030204"/>
            </a:endParaRPr>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46609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4674872"/>
            <a:ext cx="2347113" cy="338554"/>
          </a:xfrm>
          <a:prstGeom prst="rect">
            <a:avLst/>
          </a:prstGeom>
          <a:noFill/>
        </p:spPr>
        <p:txBody>
          <a:bodyPr wrap="square" rtlCol="0">
            <a:spAutoFit/>
          </a:bodyPr>
          <a:lstStyle/>
          <a:p>
            <a:pPr algn="ctr"/>
            <a:r>
              <a:rPr lang="en-US" sz="1600"/>
              <a:t>(3)</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090962"/>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5877437"/>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5891398"/>
            <a:ext cx="2347113" cy="338554"/>
          </a:xfrm>
          <a:prstGeom prst="rect">
            <a:avLst/>
          </a:prstGeom>
          <a:noFill/>
        </p:spPr>
        <p:txBody>
          <a:bodyPr wrap="square" rtlCol="0">
            <a:spAutoFit/>
          </a:bodyPr>
          <a:lstStyle/>
          <a:p>
            <a:pPr algn="ctr"/>
            <a:r>
              <a:rPr lang="en-US" sz="1600"/>
              <a:t>(4)</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8564" y="5181746"/>
            <a:ext cx="2347113" cy="646331"/>
          </a:xfrm>
          <a:prstGeom prst="rect">
            <a:avLst/>
          </a:prstGeom>
          <a:noFill/>
        </p:spPr>
        <p:txBody>
          <a:bodyPr wrap="square" lIns="91440" tIns="45720" rIns="91440" bIns="45720" rtlCol="0" anchor="t">
            <a:spAutoFit/>
          </a:bodyPr>
          <a:lstStyle/>
          <a:p>
            <a:pPr algn="just"/>
            <a:r>
              <a:rPr lang="en-US" sz="1200" dirty="0"/>
              <a:t>User gets notified if the </a:t>
            </a:r>
            <a:r>
              <a:rPr lang="en-US" sz="1200" dirty="0" err="1"/>
              <a:t>Gwy</a:t>
            </a:r>
            <a:r>
              <a:rPr lang="en-US" sz="1200" dirty="0"/>
              <a:t> has entered teaching mode based on Error code</a:t>
            </a:r>
            <a:endParaRPr lang="en-IN" sz="1200" dirty="0"/>
          </a:p>
        </p:txBody>
      </p:sp>
    </p:spTree>
    <p:extLst>
      <p:ext uri="{BB962C8B-B14F-4D97-AF65-F5344CB8AC3E}">
        <p14:creationId xmlns:p14="http://schemas.microsoft.com/office/powerpoint/2010/main" val="242851849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21168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2130850"/>
            <a:ext cx="2347113" cy="338554"/>
          </a:xfrm>
          <a:prstGeom prst="rect">
            <a:avLst/>
          </a:prstGeom>
          <a:noFill/>
        </p:spPr>
        <p:txBody>
          <a:bodyPr wrap="square" rtlCol="0">
            <a:spAutoFit/>
          </a:bodyPr>
          <a:lstStyle/>
          <a:p>
            <a:pPr algn="ctr"/>
            <a:r>
              <a:rPr lang="en-US" sz="1600"/>
              <a:t>(1)</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52329" y="1588913"/>
            <a:ext cx="2347113" cy="461665"/>
          </a:xfrm>
          <a:prstGeom prst="rect">
            <a:avLst/>
          </a:prstGeom>
          <a:noFill/>
        </p:spPr>
        <p:txBody>
          <a:bodyPr wrap="square" lIns="91440" tIns="45720" rIns="91440" bIns="45720" rtlCol="0" anchor="t">
            <a:spAutoFit/>
          </a:bodyPr>
          <a:lstStyle/>
          <a:p>
            <a:pPr algn="just"/>
            <a:r>
              <a:rPr lang="en-US" sz="1200" dirty="0" err="1"/>
              <a:t>Gwy</a:t>
            </a:r>
            <a:r>
              <a:rPr lang="en-US" sz="1200" dirty="0"/>
              <a:t> sends Teaching Mode End ack to cloud</a:t>
            </a:r>
            <a:endParaRPr lang="en-US" dirty="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333341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3347376"/>
            <a:ext cx="2347113" cy="338554"/>
          </a:xfrm>
          <a:prstGeom prst="rect">
            <a:avLst/>
          </a:prstGeom>
          <a:noFill/>
        </p:spPr>
        <p:txBody>
          <a:bodyPr wrap="square" rtlCol="0">
            <a:spAutoFit/>
          </a:bodyPr>
          <a:lstStyle/>
          <a:p>
            <a:pPr algn="ctr"/>
            <a:r>
              <a:rPr lang="en-US" sz="1600"/>
              <a:t>(2)</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301439" y="2634667"/>
            <a:ext cx="2347113" cy="646331"/>
          </a:xfrm>
          <a:prstGeom prst="rect">
            <a:avLst/>
          </a:prstGeom>
          <a:noFill/>
        </p:spPr>
        <p:txBody>
          <a:bodyPr wrap="square" lIns="91440" tIns="45720" rIns="91440" bIns="45720" rtlCol="0" anchor="t">
            <a:spAutoFit/>
          </a:bodyPr>
          <a:lstStyle/>
          <a:p>
            <a:pPr algn="just"/>
            <a:r>
              <a:rPr lang="en-US" sz="1200" dirty="0"/>
              <a:t>User is </a:t>
            </a:r>
            <a:r>
              <a:rPr lang="en-US" sz="1200" dirty="0" err="1"/>
              <a:t>notifed</a:t>
            </a:r>
            <a:r>
              <a:rPr lang="en-US" sz="1200" dirty="0"/>
              <a:t> that the </a:t>
            </a:r>
            <a:r>
              <a:rPr lang="en-US" sz="1200" dirty="0" err="1"/>
              <a:t>Gwy</a:t>
            </a:r>
            <a:r>
              <a:rPr lang="en-US" sz="1200" dirty="0"/>
              <a:t> has exited teaching mode based on error code</a:t>
            </a:r>
            <a:endParaRPr lang="en-US" sz="1200" dirty="0">
              <a:cs typeface="Calibri"/>
            </a:endParaRPr>
          </a:p>
        </p:txBody>
      </p:sp>
    </p:spTree>
    <p:extLst>
      <p:ext uri="{BB962C8B-B14F-4D97-AF65-F5344CB8AC3E}">
        <p14:creationId xmlns:p14="http://schemas.microsoft.com/office/powerpoint/2010/main" val="35117707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291430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63324" y="1562275"/>
            <a:ext cx="2347113" cy="461665"/>
          </a:xfrm>
          <a:prstGeom prst="rect">
            <a:avLst/>
          </a:prstGeom>
          <a:noFill/>
        </p:spPr>
        <p:txBody>
          <a:bodyPr wrap="square" rtlCol="0">
            <a:spAutoFit/>
          </a:bodyPr>
          <a:lstStyle/>
          <a:p>
            <a:pPr algn="just"/>
            <a:r>
              <a:rPr lang="en-US" sz="1200"/>
              <a:t>User scans the QR code on the Node device</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461665"/>
          </a:xfrm>
          <a:prstGeom prst="rect">
            <a:avLst/>
          </a:prstGeom>
          <a:noFill/>
        </p:spPr>
        <p:txBody>
          <a:bodyPr wrap="square" rtlCol="0">
            <a:spAutoFit/>
          </a:bodyPr>
          <a:lstStyle/>
          <a:p>
            <a:pPr algn="just"/>
            <a:r>
              <a:rPr lang="en-US" sz="1200"/>
              <a:t>Cloud sends the Node provisioning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60246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670744"/>
            <a:ext cx="2347113" cy="338554"/>
          </a:xfrm>
          <a:prstGeom prst="rect">
            <a:avLst/>
          </a:prstGeom>
          <a:noFill/>
        </p:spPr>
        <p:txBody>
          <a:bodyPr wrap="square" rtlCol="0">
            <a:spAutoFit/>
          </a:bodyPr>
          <a:lstStyle/>
          <a:p>
            <a:pPr algn="ctr"/>
            <a:r>
              <a:rPr lang="en-US" sz="1600"/>
              <a:t>(5)</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5086834"/>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3482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362172"/>
            <a:ext cx="2347113" cy="338554"/>
          </a:xfrm>
          <a:prstGeom prst="rect">
            <a:avLst/>
          </a:prstGeom>
          <a:noFill/>
        </p:spPr>
        <p:txBody>
          <a:bodyPr wrap="square" rtlCol="0">
            <a:spAutoFit/>
          </a:bodyPr>
          <a:lstStyle/>
          <a:p>
            <a:pPr algn="ctr"/>
            <a:r>
              <a:rPr lang="en-US" sz="1600"/>
              <a:t>(6)</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5690068"/>
            <a:ext cx="2347113" cy="646331"/>
          </a:xfrm>
          <a:prstGeom prst="rect">
            <a:avLst/>
          </a:prstGeom>
          <a:noFill/>
        </p:spPr>
        <p:txBody>
          <a:bodyPr wrap="square" rtlCol="0">
            <a:spAutoFit/>
          </a:bodyPr>
          <a:lstStyle/>
          <a:p>
            <a:pPr algn="just"/>
            <a:r>
              <a:rPr lang="en-US" sz="1200"/>
              <a:t>User gets notified about the Node provisioning status based on Error code</a:t>
            </a:r>
            <a:endParaRPr lang="en-IN" sz="1200"/>
          </a:p>
        </p:txBody>
      </p:sp>
      <p:sp>
        <p:nvSpPr>
          <p:cNvPr id="2" name="TextBox 1">
            <a:extLst>
              <a:ext uri="{FF2B5EF4-FFF2-40B4-BE49-F238E27FC236}">
                <a16:creationId xmlns:a16="http://schemas.microsoft.com/office/drawing/2014/main" id="{ED85E716-5A33-A7AC-B877-1C949674B015}"/>
              </a:ext>
            </a:extLst>
          </p:cNvPr>
          <p:cNvSpPr txBox="1"/>
          <p:nvPr/>
        </p:nvSpPr>
        <p:spPr>
          <a:xfrm>
            <a:off x="5992077" y="3540996"/>
            <a:ext cx="2347113" cy="461665"/>
          </a:xfrm>
          <a:prstGeom prst="rect">
            <a:avLst/>
          </a:prstGeom>
          <a:noFill/>
        </p:spPr>
        <p:txBody>
          <a:bodyPr wrap="square" rtlCol="0">
            <a:spAutoFit/>
          </a:bodyPr>
          <a:lstStyle/>
          <a:p>
            <a:pPr algn="just"/>
            <a:r>
              <a:rPr lang="en-US" sz="1200"/>
              <a:t>Gateway tries provisioning the Node into the BLE Mesh network.</a:t>
            </a:r>
            <a:endParaRPr lang="en-IN" sz="1200"/>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090962"/>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09096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175" y="5041576"/>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5109855"/>
            <a:ext cx="2347113" cy="338554"/>
          </a:xfrm>
          <a:prstGeom prst="rect">
            <a:avLst/>
          </a:prstGeom>
          <a:noFill/>
        </p:spPr>
        <p:txBody>
          <a:bodyPr wrap="square" rtlCol="0">
            <a:spAutoFit/>
          </a:bodyPr>
          <a:lstStyle/>
          <a:p>
            <a:pPr algn="ctr"/>
            <a:r>
              <a:rPr lang="en-US" sz="1600"/>
              <a:t>(4)</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5987361" y="4532695"/>
            <a:ext cx="2347113" cy="461665"/>
          </a:xfrm>
          <a:prstGeom prst="rect">
            <a:avLst/>
          </a:prstGeom>
          <a:noFill/>
        </p:spPr>
        <p:txBody>
          <a:bodyPr wrap="square" rtlCol="0">
            <a:spAutoFit/>
          </a:bodyPr>
          <a:lstStyle/>
          <a:p>
            <a:pPr algn="just"/>
            <a:r>
              <a:rPr lang="en-US" sz="1200"/>
              <a:t>Node sends back Ack to Gwy reg. the provisioning status</a:t>
            </a:r>
            <a:endParaRPr lang="en-IN" sz="1200"/>
          </a:p>
        </p:txBody>
      </p:sp>
    </p:spTree>
    <p:extLst>
      <p:ext uri="{BB962C8B-B14F-4D97-AF65-F5344CB8AC3E}">
        <p14:creationId xmlns:p14="http://schemas.microsoft.com/office/powerpoint/2010/main" val="21520908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3239508"/>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3307787"/>
            <a:ext cx="2347113" cy="338554"/>
          </a:xfrm>
          <a:prstGeom prst="rect">
            <a:avLst/>
          </a:prstGeom>
          <a:noFill/>
        </p:spPr>
        <p:txBody>
          <a:bodyPr wrap="square" rtlCol="0">
            <a:spAutoFit/>
          </a:bodyPr>
          <a:lstStyle/>
          <a:p>
            <a:pPr algn="ctr"/>
            <a:r>
              <a:rPr lang="en-US" sz="1600"/>
              <a:t>(2)</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28172" y="2541663"/>
            <a:ext cx="2347113" cy="646331"/>
          </a:xfrm>
          <a:prstGeom prst="rect">
            <a:avLst/>
          </a:prstGeom>
          <a:noFill/>
        </p:spPr>
        <p:txBody>
          <a:bodyPr wrap="square" rtlCol="0">
            <a:spAutoFit/>
          </a:bodyPr>
          <a:lstStyle/>
          <a:p>
            <a:pPr algn="just"/>
            <a:r>
              <a:rPr lang="en-US" sz="1200"/>
              <a:t>Gwy sends back Node configuration ack to cloud with appropriate Error code</a:t>
            </a:r>
            <a:endParaRPr lang="en-IN" sz="1200"/>
          </a:p>
        </p:txBody>
      </p:sp>
      <p:sp>
        <p:nvSpPr>
          <p:cNvPr id="62" name="TextBox 61">
            <a:extLst>
              <a:ext uri="{FF2B5EF4-FFF2-40B4-BE49-F238E27FC236}">
                <a16:creationId xmlns:a16="http://schemas.microsoft.com/office/drawing/2014/main" id="{FEF40015-E740-F353-7F18-7F2AD7AF07C3}"/>
              </a:ext>
            </a:extLst>
          </p:cNvPr>
          <p:cNvSpPr txBox="1"/>
          <p:nvPr/>
        </p:nvSpPr>
        <p:spPr>
          <a:xfrm>
            <a:off x="1273883" y="4198390"/>
            <a:ext cx="2347113" cy="338554"/>
          </a:xfrm>
          <a:prstGeom prst="rect">
            <a:avLst/>
          </a:prstGeom>
          <a:noFill/>
        </p:spPr>
        <p:txBody>
          <a:bodyPr wrap="square" rtlCol="0">
            <a:spAutoFit/>
          </a:bodyPr>
          <a:lstStyle/>
          <a:p>
            <a:pPr algn="ctr"/>
            <a:r>
              <a:rPr lang="en-US" sz="1600"/>
              <a:t>(3)</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3526286"/>
            <a:ext cx="2347113" cy="646331"/>
          </a:xfrm>
          <a:prstGeom prst="rect">
            <a:avLst/>
          </a:prstGeom>
          <a:noFill/>
        </p:spPr>
        <p:txBody>
          <a:bodyPr wrap="square" rtlCol="0">
            <a:spAutoFit/>
          </a:bodyPr>
          <a:lstStyle/>
          <a:p>
            <a:pPr algn="just"/>
            <a:r>
              <a:rPr lang="en-US" sz="1200"/>
              <a:t>User gets notified about the Node provisioning status based on Error code</a:t>
            </a:r>
            <a:endParaRPr lang="en-IN" sz="1200"/>
          </a:p>
        </p:txBody>
      </p: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940" y="226076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2276121"/>
            <a:ext cx="2347113" cy="338554"/>
          </a:xfrm>
          <a:prstGeom prst="rect">
            <a:avLst/>
          </a:prstGeom>
          <a:noFill/>
        </p:spPr>
        <p:txBody>
          <a:bodyPr wrap="square" rtlCol="0">
            <a:spAutoFit/>
          </a:bodyPr>
          <a:lstStyle/>
          <a:p>
            <a:pPr algn="ctr"/>
            <a:r>
              <a:rPr lang="en-US" sz="1600"/>
              <a:t>(1)</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6006980" y="1202710"/>
            <a:ext cx="2347113" cy="1015663"/>
          </a:xfrm>
          <a:prstGeom prst="rect">
            <a:avLst/>
          </a:prstGeom>
          <a:noFill/>
        </p:spPr>
        <p:txBody>
          <a:bodyPr wrap="square" rtlCol="0">
            <a:spAutoFit/>
          </a:bodyPr>
          <a:lstStyle/>
          <a:p>
            <a:pPr algn="just"/>
            <a:r>
              <a:rPr lang="en-US" sz="1200"/>
              <a:t>When Node is in configuration mode, user presses AC remote button in front of the IR recevier in the node. Node sends configuration ack to Gwy</a:t>
            </a:r>
            <a:endParaRPr lang="en-IN" sz="1200"/>
          </a:p>
        </p:txBody>
      </p:sp>
      <p:cxnSp>
        <p:nvCxnSpPr>
          <p:cNvPr id="15" name="Straight Arrow Connector 14">
            <a:extLst>
              <a:ext uri="{FF2B5EF4-FFF2-40B4-BE49-F238E27FC236}">
                <a16:creationId xmlns:a16="http://schemas.microsoft.com/office/drawing/2014/main" id="{9F7D001B-E628-13DF-5FD4-8BB3526ABAB9}"/>
              </a:ext>
            </a:extLst>
          </p:cNvPr>
          <p:cNvCxnSpPr>
            <a:cxnSpLocks/>
          </p:cNvCxnSpPr>
          <p:nvPr/>
        </p:nvCxnSpPr>
        <p:spPr>
          <a:xfrm flipH="1">
            <a:off x="1286366" y="4198390"/>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154735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63324" y="1562275"/>
            <a:ext cx="2347113" cy="461665"/>
          </a:xfrm>
          <a:prstGeom prst="rect">
            <a:avLst/>
          </a:prstGeom>
          <a:noFill/>
        </p:spPr>
        <p:txBody>
          <a:bodyPr wrap="square" rtlCol="0">
            <a:spAutoFit/>
          </a:bodyPr>
          <a:lstStyle/>
          <a:p>
            <a:pPr algn="just"/>
            <a:r>
              <a:rPr lang="en-US" sz="1200"/>
              <a:t>User presses “Node unprovision” button from the mobile app</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646331"/>
          </a:xfrm>
          <a:prstGeom prst="rect">
            <a:avLst/>
          </a:prstGeom>
          <a:noFill/>
        </p:spPr>
        <p:txBody>
          <a:bodyPr wrap="square" rtlCol="0">
            <a:spAutoFit/>
          </a:bodyPr>
          <a:lstStyle/>
          <a:p>
            <a:pPr algn="just"/>
            <a:r>
              <a:rPr lang="en-US" sz="1200"/>
              <a:t>Cloud sends the Node Unprovisioning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023046"/>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091325"/>
            <a:ext cx="2347113" cy="338554"/>
          </a:xfrm>
          <a:prstGeom prst="rect">
            <a:avLst/>
          </a:prstGeom>
          <a:noFill/>
        </p:spPr>
        <p:txBody>
          <a:bodyPr wrap="square" rtlCol="0">
            <a:spAutoFit/>
          </a:bodyPr>
          <a:lstStyle/>
          <a:p>
            <a:pPr algn="ctr"/>
            <a:r>
              <a:rPr lang="en-US" sz="1600"/>
              <a:t>(4)</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4507415"/>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121878"/>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135839"/>
            <a:ext cx="2347113" cy="338554"/>
          </a:xfrm>
          <a:prstGeom prst="rect">
            <a:avLst/>
          </a:prstGeom>
          <a:noFill/>
        </p:spPr>
        <p:txBody>
          <a:bodyPr wrap="square" rtlCol="0">
            <a:spAutoFit/>
          </a:bodyPr>
          <a:lstStyle/>
          <a:p>
            <a:pPr algn="ctr"/>
            <a:r>
              <a:rPr lang="en-US" sz="1600"/>
              <a:t>(5)</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5463735"/>
            <a:ext cx="2347113" cy="646331"/>
          </a:xfrm>
          <a:prstGeom prst="rect">
            <a:avLst/>
          </a:prstGeom>
          <a:noFill/>
        </p:spPr>
        <p:txBody>
          <a:bodyPr wrap="square" rtlCol="0">
            <a:spAutoFit/>
          </a:bodyPr>
          <a:lstStyle/>
          <a:p>
            <a:pPr algn="just"/>
            <a:r>
              <a:rPr lang="en-US" sz="1200"/>
              <a:t>User gets notified about the Node Unprovisioning status based on Error code</a:t>
            </a:r>
            <a:endParaRPr lang="en-IN" sz="1200"/>
          </a:p>
        </p:txBody>
      </p:sp>
      <p:sp>
        <p:nvSpPr>
          <p:cNvPr id="2" name="TextBox 1">
            <a:extLst>
              <a:ext uri="{FF2B5EF4-FFF2-40B4-BE49-F238E27FC236}">
                <a16:creationId xmlns:a16="http://schemas.microsoft.com/office/drawing/2014/main" id="{ED85E716-5A33-A7AC-B877-1C949674B015}"/>
              </a:ext>
            </a:extLst>
          </p:cNvPr>
          <p:cNvSpPr txBox="1"/>
          <p:nvPr/>
        </p:nvSpPr>
        <p:spPr>
          <a:xfrm>
            <a:off x="5992077" y="3640581"/>
            <a:ext cx="2347113" cy="461665"/>
          </a:xfrm>
          <a:prstGeom prst="rect">
            <a:avLst/>
          </a:prstGeom>
          <a:noFill/>
        </p:spPr>
        <p:txBody>
          <a:bodyPr wrap="square" rtlCol="0">
            <a:spAutoFit/>
          </a:bodyPr>
          <a:lstStyle/>
          <a:p>
            <a:pPr algn="just"/>
            <a:r>
              <a:rPr lang="en-US" sz="1200"/>
              <a:t>Gateway tries Unprovisioning the Node into the BLE Mesh network.</a:t>
            </a:r>
            <a:endParaRPr lang="en-IN" sz="1200"/>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190547"/>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190547"/>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560223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50881" y="1723531"/>
            <a:ext cx="2347113" cy="461665"/>
          </a:xfrm>
          <a:prstGeom prst="rect">
            <a:avLst/>
          </a:prstGeom>
          <a:noFill/>
        </p:spPr>
        <p:txBody>
          <a:bodyPr wrap="square" rtlCol="0">
            <a:spAutoFit/>
          </a:bodyPr>
          <a:lstStyle/>
          <a:p>
            <a:pPr algn="just"/>
            <a:r>
              <a:rPr lang="en-US" sz="1200"/>
              <a:t>User presses “Node AC Control” button from the mobile app</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21395" y="2726141"/>
            <a:ext cx="2347113" cy="461665"/>
          </a:xfrm>
          <a:prstGeom prst="rect">
            <a:avLst/>
          </a:prstGeom>
          <a:noFill/>
        </p:spPr>
        <p:txBody>
          <a:bodyPr wrap="square" rtlCol="0">
            <a:spAutoFit/>
          </a:bodyPr>
          <a:lstStyle/>
          <a:p>
            <a:pPr algn="just"/>
            <a:r>
              <a:rPr lang="en-US" sz="1200"/>
              <a:t>Cloud sends the Node AC Control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60246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670744"/>
            <a:ext cx="2347113" cy="338554"/>
          </a:xfrm>
          <a:prstGeom prst="rect">
            <a:avLst/>
          </a:prstGeom>
          <a:noFill/>
        </p:spPr>
        <p:txBody>
          <a:bodyPr wrap="square" rtlCol="0">
            <a:spAutoFit/>
          </a:bodyPr>
          <a:lstStyle/>
          <a:p>
            <a:pPr algn="ctr"/>
            <a:r>
              <a:rPr lang="en-US" sz="1600"/>
              <a:t>(5)</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494" y="5086834"/>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3482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362172"/>
            <a:ext cx="2347113" cy="338554"/>
          </a:xfrm>
          <a:prstGeom prst="rect">
            <a:avLst/>
          </a:prstGeom>
          <a:noFill/>
        </p:spPr>
        <p:txBody>
          <a:bodyPr wrap="square" rtlCol="0">
            <a:spAutoFit/>
          </a:bodyPr>
          <a:lstStyle/>
          <a:p>
            <a:pPr algn="ctr"/>
            <a:r>
              <a:rPr lang="en-US" sz="1600"/>
              <a:t>(6)</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5690068"/>
            <a:ext cx="2347113" cy="646331"/>
          </a:xfrm>
          <a:prstGeom prst="rect">
            <a:avLst/>
          </a:prstGeom>
          <a:noFill/>
        </p:spPr>
        <p:txBody>
          <a:bodyPr wrap="square" rtlCol="0">
            <a:spAutoFit/>
          </a:bodyPr>
          <a:lstStyle/>
          <a:p>
            <a:pPr algn="just"/>
            <a:r>
              <a:rPr lang="en-US" sz="1200"/>
              <a:t>User gets notified about the Node provisioning status based on Error code</a:t>
            </a:r>
            <a:endParaRPr lang="en-IN" sz="1200"/>
          </a:p>
        </p:txBody>
      </p:sp>
      <p:sp>
        <p:nvSpPr>
          <p:cNvPr id="2" name="TextBox 1">
            <a:extLst>
              <a:ext uri="{FF2B5EF4-FFF2-40B4-BE49-F238E27FC236}">
                <a16:creationId xmlns:a16="http://schemas.microsoft.com/office/drawing/2014/main" id="{ED85E716-5A33-A7AC-B877-1C949674B015}"/>
              </a:ext>
            </a:extLst>
          </p:cNvPr>
          <p:cNvSpPr txBox="1"/>
          <p:nvPr/>
        </p:nvSpPr>
        <p:spPr>
          <a:xfrm>
            <a:off x="5992077" y="3540996"/>
            <a:ext cx="2347113" cy="461665"/>
          </a:xfrm>
          <a:prstGeom prst="rect">
            <a:avLst/>
          </a:prstGeom>
          <a:noFill/>
        </p:spPr>
        <p:txBody>
          <a:bodyPr wrap="square" rtlCol="0">
            <a:spAutoFit/>
          </a:bodyPr>
          <a:lstStyle/>
          <a:p>
            <a:pPr algn="just"/>
            <a:r>
              <a:rPr lang="en-US" sz="1200"/>
              <a:t>Gateway sends the Node AC Control packet to the Node</a:t>
            </a:r>
            <a:endParaRPr lang="en-IN" sz="1200"/>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090962"/>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09096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175" y="5041576"/>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5109855"/>
            <a:ext cx="2347113" cy="338554"/>
          </a:xfrm>
          <a:prstGeom prst="rect">
            <a:avLst/>
          </a:prstGeom>
          <a:noFill/>
        </p:spPr>
        <p:txBody>
          <a:bodyPr wrap="square" rtlCol="0">
            <a:spAutoFit/>
          </a:bodyPr>
          <a:lstStyle/>
          <a:p>
            <a:pPr algn="ctr"/>
            <a:r>
              <a:rPr lang="en-US" sz="1600"/>
              <a:t>(4)</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5987361" y="4532695"/>
            <a:ext cx="2347113" cy="461665"/>
          </a:xfrm>
          <a:prstGeom prst="rect">
            <a:avLst/>
          </a:prstGeom>
          <a:noFill/>
        </p:spPr>
        <p:txBody>
          <a:bodyPr wrap="square" rtlCol="0">
            <a:spAutoFit/>
          </a:bodyPr>
          <a:lstStyle/>
          <a:p>
            <a:pPr algn="just"/>
            <a:r>
              <a:rPr lang="en-US" sz="1200"/>
              <a:t>Node sends back Ack to Gwy reg. the AC Control status</a:t>
            </a:r>
            <a:endParaRPr lang="en-IN" sz="1200"/>
          </a:p>
        </p:txBody>
      </p:sp>
    </p:spTree>
    <p:extLst>
      <p:ext uri="{BB962C8B-B14F-4D97-AF65-F5344CB8AC3E}">
        <p14:creationId xmlns:p14="http://schemas.microsoft.com/office/powerpoint/2010/main" val="179288062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3239508"/>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3307787"/>
            <a:ext cx="2347113" cy="338554"/>
          </a:xfrm>
          <a:prstGeom prst="rect">
            <a:avLst/>
          </a:prstGeom>
          <a:noFill/>
        </p:spPr>
        <p:txBody>
          <a:bodyPr wrap="square" rtlCol="0">
            <a:spAutoFit/>
          </a:bodyPr>
          <a:lstStyle/>
          <a:p>
            <a:pPr algn="ctr"/>
            <a:r>
              <a:rPr lang="en-US" sz="1600"/>
              <a:t>(2)</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65142" y="2749907"/>
            <a:ext cx="2347113" cy="461665"/>
          </a:xfrm>
          <a:prstGeom prst="rect">
            <a:avLst/>
          </a:prstGeom>
          <a:noFill/>
        </p:spPr>
        <p:txBody>
          <a:bodyPr wrap="square" rtlCol="0">
            <a:spAutoFit/>
          </a:bodyPr>
          <a:lstStyle/>
          <a:p>
            <a:pPr algn="just"/>
            <a:r>
              <a:rPr lang="en-US" sz="1200"/>
              <a:t>Gwy sends Node AC manual ack to cloud</a:t>
            </a:r>
            <a:endParaRPr lang="en-IN" sz="1200"/>
          </a:p>
        </p:txBody>
      </p:sp>
      <p:sp>
        <p:nvSpPr>
          <p:cNvPr id="62" name="TextBox 61">
            <a:extLst>
              <a:ext uri="{FF2B5EF4-FFF2-40B4-BE49-F238E27FC236}">
                <a16:creationId xmlns:a16="http://schemas.microsoft.com/office/drawing/2014/main" id="{FEF40015-E740-F353-7F18-7F2AD7AF07C3}"/>
              </a:ext>
            </a:extLst>
          </p:cNvPr>
          <p:cNvSpPr txBox="1"/>
          <p:nvPr/>
        </p:nvSpPr>
        <p:spPr>
          <a:xfrm>
            <a:off x="1273883" y="4198390"/>
            <a:ext cx="2347113" cy="338554"/>
          </a:xfrm>
          <a:prstGeom prst="rect">
            <a:avLst/>
          </a:prstGeom>
          <a:noFill/>
        </p:spPr>
        <p:txBody>
          <a:bodyPr wrap="square" rtlCol="0">
            <a:spAutoFit/>
          </a:bodyPr>
          <a:lstStyle/>
          <a:p>
            <a:pPr algn="ctr"/>
            <a:r>
              <a:rPr lang="en-US" sz="1600"/>
              <a:t>(3)</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3526286"/>
            <a:ext cx="2347113" cy="646331"/>
          </a:xfrm>
          <a:prstGeom prst="rect">
            <a:avLst/>
          </a:prstGeom>
          <a:noFill/>
        </p:spPr>
        <p:txBody>
          <a:bodyPr wrap="square" rtlCol="0">
            <a:spAutoFit/>
          </a:bodyPr>
          <a:lstStyle/>
          <a:p>
            <a:pPr algn="just"/>
            <a:r>
              <a:rPr lang="en-US" sz="1200"/>
              <a:t>User gets notified about the manual control status of a node controlled AC</a:t>
            </a:r>
            <a:endParaRPr lang="en-IN" sz="1200"/>
          </a:p>
        </p:txBody>
      </p: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940" y="226076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2276121"/>
            <a:ext cx="2347113" cy="338554"/>
          </a:xfrm>
          <a:prstGeom prst="rect">
            <a:avLst/>
          </a:prstGeom>
          <a:noFill/>
        </p:spPr>
        <p:txBody>
          <a:bodyPr wrap="square" rtlCol="0">
            <a:spAutoFit/>
          </a:bodyPr>
          <a:lstStyle/>
          <a:p>
            <a:pPr algn="ctr"/>
            <a:r>
              <a:rPr lang="en-US" sz="1600"/>
              <a:t>(1)</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6006980" y="1755752"/>
            <a:ext cx="2347113" cy="461665"/>
          </a:xfrm>
          <a:prstGeom prst="rect">
            <a:avLst/>
          </a:prstGeom>
          <a:noFill/>
        </p:spPr>
        <p:txBody>
          <a:bodyPr wrap="square" rtlCol="0">
            <a:spAutoFit/>
          </a:bodyPr>
          <a:lstStyle/>
          <a:p>
            <a:pPr algn="just"/>
            <a:r>
              <a:rPr lang="en-US" sz="1200"/>
              <a:t>Node sends AC manual control Ack to Gwy</a:t>
            </a:r>
            <a:endParaRPr lang="en-IN" sz="1200"/>
          </a:p>
        </p:txBody>
      </p:sp>
      <p:cxnSp>
        <p:nvCxnSpPr>
          <p:cNvPr id="15" name="Straight Arrow Connector 14">
            <a:extLst>
              <a:ext uri="{FF2B5EF4-FFF2-40B4-BE49-F238E27FC236}">
                <a16:creationId xmlns:a16="http://schemas.microsoft.com/office/drawing/2014/main" id="{9F7D001B-E628-13DF-5FD4-8BB3526ABAB9}"/>
              </a:ext>
            </a:extLst>
          </p:cNvPr>
          <p:cNvCxnSpPr>
            <a:cxnSpLocks/>
          </p:cNvCxnSpPr>
          <p:nvPr/>
        </p:nvCxnSpPr>
        <p:spPr>
          <a:xfrm flipH="1">
            <a:off x="1286366" y="4198390"/>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088248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58798" y="1606534"/>
            <a:ext cx="2347113" cy="646331"/>
          </a:xfrm>
          <a:prstGeom prst="rect">
            <a:avLst/>
          </a:prstGeom>
          <a:noFill/>
        </p:spPr>
        <p:txBody>
          <a:bodyPr wrap="square" rtlCol="0">
            <a:spAutoFit/>
          </a:bodyPr>
          <a:lstStyle/>
          <a:p>
            <a:pPr algn="just"/>
            <a:r>
              <a:rPr lang="en-US" sz="1200"/>
              <a:t>User presses “Node AC Remote reconfiguration” button from the mobile app</a:t>
            </a:r>
            <a:endParaRPr lang="en-IN" sz="120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5" y="2562107"/>
            <a:ext cx="2347113" cy="646331"/>
          </a:xfrm>
          <a:prstGeom prst="rect">
            <a:avLst/>
          </a:prstGeom>
          <a:noFill/>
        </p:spPr>
        <p:txBody>
          <a:bodyPr wrap="square" rtlCol="0">
            <a:spAutoFit/>
          </a:bodyPr>
          <a:lstStyle/>
          <a:p>
            <a:pPr algn="just"/>
            <a:r>
              <a:rPr lang="en-US" sz="1200"/>
              <a:t>Cloud sends the Node AC Remote Reconfiguration packet to the Specific Gwy</a:t>
            </a:r>
            <a:endParaRPr lang="en-IN" sz="120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60246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670744"/>
            <a:ext cx="2347113" cy="338554"/>
          </a:xfrm>
          <a:prstGeom prst="rect">
            <a:avLst/>
          </a:prstGeom>
          <a:noFill/>
        </p:spPr>
        <p:txBody>
          <a:bodyPr wrap="square" rtlCol="0">
            <a:spAutoFit/>
          </a:bodyPr>
          <a:lstStyle/>
          <a:p>
            <a:pPr algn="ctr"/>
            <a:r>
              <a:rPr lang="en-US" sz="1600"/>
              <a:t>(5)</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085" y="5132244"/>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3482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362172"/>
            <a:ext cx="2347113" cy="338554"/>
          </a:xfrm>
          <a:prstGeom prst="rect">
            <a:avLst/>
          </a:prstGeom>
          <a:noFill/>
        </p:spPr>
        <p:txBody>
          <a:bodyPr wrap="square" rtlCol="0">
            <a:spAutoFit/>
          </a:bodyPr>
          <a:lstStyle/>
          <a:p>
            <a:pPr algn="ctr"/>
            <a:r>
              <a:rPr lang="en-US" sz="1600"/>
              <a:t>(6)</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79191" y="5493674"/>
            <a:ext cx="2347113" cy="830997"/>
          </a:xfrm>
          <a:prstGeom prst="rect">
            <a:avLst/>
          </a:prstGeom>
          <a:noFill/>
        </p:spPr>
        <p:txBody>
          <a:bodyPr wrap="square" rtlCol="0">
            <a:spAutoFit/>
          </a:bodyPr>
          <a:lstStyle/>
          <a:p>
            <a:pPr algn="just"/>
            <a:r>
              <a:rPr lang="en-US" sz="1200"/>
              <a:t>User gets notified if the node entered AC remote reconfiguration mode or not based on the error code.</a:t>
            </a:r>
            <a:endParaRPr lang="en-IN" sz="1200"/>
          </a:p>
        </p:txBody>
      </p:sp>
      <p:sp>
        <p:nvSpPr>
          <p:cNvPr id="2" name="TextBox 1">
            <a:extLst>
              <a:ext uri="{FF2B5EF4-FFF2-40B4-BE49-F238E27FC236}">
                <a16:creationId xmlns:a16="http://schemas.microsoft.com/office/drawing/2014/main" id="{ED85E716-5A33-A7AC-B877-1C949674B015}"/>
              </a:ext>
            </a:extLst>
          </p:cNvPr>
          <p:cNvSpPr txBox="1"/>
          <p:nvPr/>
        </p:nvSpPr>
        <p:spPr>
          <a:xfrm>
            <a:off x="5973785" y="3442864"/>
            <a:ext cx="2347113" cy="646331"/>
          </a:xfrm>
          <a:prstGeom prst="rect">
            <a:avLst/>
          </a:prstGeom>
          <a:noFill/>
        </p:spPr>
        <p:txBody>
          <a:bodyPr wrap="square" rtlCol="0">
            <a:spAutoFit/>
          </a:bodyPr>
          <a:lstStyle/>
          <a:p>
            <a:pPr algn="just"/>
            <a:r>
              <a:rPr lang="en-US" sz="1200"/>
              <a:t>Gateway sends the Node AC Remote reconfiguration packet to the Node</a:t>
            </a:r>
            <a:endParaRPr lang="en-IN" sz="1200"/>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090962"/>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09096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175" y="508684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5155120"/>
            <a:ext cx="2347113" cy="338554"/>
          </a:xfrm>
          <a:prstGeom prst="rect">
            <a:avLst/>
          </a:prstGeom>
          <a:noFill/>
        </p:spPr>
        <p:txBody>
          <a:bodyPr wrap="square" rtlCol="0">
            <a:spAutoFit/>
          </a:bodyPr>
          <a:lstStyle/>
          <a:p>
            <a:pPr algn="ctr"/>
            <a:r>
              <a:rPr lang="en-US" sz="1600"/>
              <a:t>(4)</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5980174" y="4398075"/>
            <a:ext cx="2347113" cy="646331"/>
          </a:xfrm>
          <a:prstGeom prst="rect">
            <a:avLst/>
          </a:prstGeom>
          <a:noFill/>
        </p:spPr>
        <p:txBody>
          <a:bodyPr wrap="square" rtlCol="0">
            <a:spAutoFit/>
          </a:bodyPr>
          <a:lstStyle/>
          <a:p>
            <a:pPr algn="just"/>
            <a:r>
              <a:rPr lang="en-US" sz="1200"/>
              <a:t>Node enters AC Remote configuration mode and sends back Ack to Gwy.</a:t>
            </a:r>
            <a:endParaRPr lang="en-IN" sz="1200"/>
          </a:p>
        </p:txBody>
      </p:sp>
    </p:spTree>
    <p:extLst>
      <p:ext uri="{BB962C8B-B14F-4D97-AF65-F5344CB8AC3E}">
        <p14:creationId xmlns:p14="http://schemas.microsoft.com/office/powerpoint/2010/main" val="19818743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3239508"/>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3307787"/>
            <a:ext cx="2347113" cy="338554"/>
          </a:xfrm>
          <a:prstGeom prst="rect">
            <a:avLst/>
          </a:prstGeom>
          <a:noFill/>
        </p:spPr>
        <p:txBody>
          <a:bodyPr wrap="square" rtlCol="0">
            <a:spAutoFit/>
          </a:bodyPr>
          <a:lstStyle/>
          <a:p>
            <a:pPr algn="ctr"/>
            <a:r>
              <a:rPr lang="en-US" sz="1600"/>
              <a:t>(2)</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27771" y="2757309"/>
            <a:ext cx="2347113" cy="461665"/>
          </a:xfrm>
          <a:prstGeom prst="rect">
            <a:avLst/>
          </a:prstGeom>
          <a:noFill/>
        </p:spPr>
        <p:txBody>
          <a:bodyPr wrap="square" rtlCol="0">
            <a:spAutoFit/>
          </a:bodyPr>
          <a:lstStyle/>
          <a:p>
            <a:pPr algn="just"/>
            <a:r>
              <a:rPr lang="en-US" sz="1200"/>
              <a:t>Gwy sends Node Temperature data ack to cloud</a:t>
            </a:r>
            <a:endParaRPr lang="en-IN" sz="1200"/>
          </a:p>
        </p:txBody>
      </p:sp>
      <p:sp>
        <p:nvSpPr>
          <p:cNvPr id="62" name="TextBox 61">
            <a:extLst>
              <a:ext uri="{FF2B5EF4-FFF2-40B4-BE49-F238E27FC236}">
                <a16:creationId xmlns:a16="http://schemas.microsoft.com/office/drawing/2014/main" id="{FEF40015-E740-F353-7F18-7F2AD7AF07C3}"/>
              </a:ext>
            </a:extLst>
          </p:cNvPr>
          <p:cNvSpPr txBox="1"/>
          <p:nvPr/>
        </p:nvSpPr>
        <p:spPr>
          <a:xfrm>
            <a:off x="1273883" y="4198390"/>
            <a:ext cx="2347113" cy="338554"/>
          </a:xfrm>
          <a:prstGeom prst="rect">
            <a:avLst/>
          </a:prstGeom>
          <a:noFill/>
        </p:spPr>
        <p:txBody>
          <a:bodyPr wrap="square" rtlCol="0">
            <a:spAutoFit/>
          </a:bodyPr>
          <a:lstStyle/>
          <a:p>
            <a:pPr algn="ctr"/>
            <a:r>
              <a:rPr lang="en-US" sz="1600"/>
              <a:t>(3)</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6" y="3671647"/>
            <a:ext cx="2347113" cy="461665"/>
          </a:xfrm>
          <a:prstGeom prst="rect">
            <a:avLst/>
          </a:prstGeom>
          <a:noFill/>
        </p:spPr>
        <p:txBody>
          <a:bodyPr wrap="square" rtlCol="0">
            <a:spAutoFit/>
          </a:bodyPr>
          <a:lstStyle/>
          <a:p>
            <a:pPr algn="just"/>
            <a:r>
              <a:rPr lang="en-US" sz="1200"/>
              <a:t>User gets notified about the Node Locking status based on Error code</a:t>
            </a:r>
            <a:endParaRPr lang="en-IN" sz="1200"/>
          </a:p>
        </p:txBody>
      </p: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940" y="226076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2276121"/>
            <a:ext cx="2347113" cy="338554"/>
          </a:xfrm>
          <a:prstGeom prst="rect">
            <a:avLst/>
          </a:prstGeom>
          <a:noFill/>
        </p:spPr>
        <p:txBody>
          <a:bodyPr wrap="square" rtlCol="0">
            <a:spAutoFit/>
          </a:bodyPr>
          <a:lstStyle/>
          <a:p>
            <a:pPr algn="ctr"/>
            <a:r>
              <a:rPr lang="en-US" sz="1600"/>
              <a:t>(1)</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6011880" y="1791416"/>
            <a:ext cx="2347113" cy="461665"/>
          </a:xfrm>
          <a:prstGeom prst="rect">
            <a:avLst/>
          </a:prstGeom>
          <a:noFill/>
        </p:spPr>
        <p:txBody>
          <a:bodyPr wrap="square" rtlCol="0">
            <a:spAutoFit/>
          </a:bodyPr>
          <a:lstStyle/>
          <a:p>
            <a:pPr algn="just"/>
            <a:r>
              <a:rPr lang="en-US" sz="1200"/>
              <a:t>Node sends Temperature data Ack to Gwy</a:t>
            </a:r>
            <a:endParaRPr lang="en-IN" sz="1200"/>
          </a:p>
        </p:txBody>
      </p:sp>
      <p:cxnSp>
        <p:nvCxnSpPr>
          <p:cNvPr id="15" name="Straight Arrow Connector 14">
            <a:extLst>
              <a:ext uri="{FF2B5EF4-FFF2-40B4-BE49-F238E27FC236}">
                <a16:creationId xmlns:a16="http://schemas.microsoft.com/office/drawing/2014/main" id="{9F7D001B-E628-13DF-5FD4-8BB3526ABAB9}"/>
              </a:ext>
            </a:extLst>
          </p:cNvPr>
          <p:cNvCxnSpPr>
            <a:cxnSpLocks/>
          </p:cNvCxnSpPr>
          <p:nvPr/>
        </p:nvCxnSpPr>
        <p:spPr>
          <a:xfrm flipH="1">
            <a:off x="1286366" y="4198390"/>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9511211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50881" y="1548527"/>
            <a:ext cx="2347113" cy="646331"/>
          </a:xfrm>
          <a:prstGeom prst="rect">
            <a:avLst/>
          </a:prstGeom>
          <a:noFill/>
        </p:spPr>
        <p:txBody>
          <a:bodyPr wrap="square" rtlCol="0">
            <a:spAutoFit/>
          </a:bodyPr>
          <a:lstStyle/>
          <a:p>
            <a:pPr algn="just"/>
            <a:r>
              <a:rPr lang="en-US" sz="1200" dirty="0"/>
              <a:t>User presses “Node Heartbeat publish configuration” button from the mobile app</a:t>
            </a:r>
            <a:endParaRPr lang="en-IN" sz="1200" dirty="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5" y="2562107"/>
            <a:ext cx="2347113" cy="646331"/>
          </a:xfrm>
          <a:prstGeom prst="rect">
            <a:avLst/>
          </a:prstGeom>
          <a:noFill/>
        </p:spPr>
        <p:txBody>
          <a:bodyPr wrap="square" rtlCol="0">
            <a:spAutoFit/>
          </a:bodyPr>
          <a:lstStyle/>
          <a:p>
            <a:pPr algn="just"/>
            <a:r>
              <a:rPr lang="en-US" sz="1200" dirty="0"/>
              <a:t>Cloud sends the Node Heartbeat Publish configuration packet to the Specific Gwy</a:t>
            </a:r>
            <a:endParaRPr lang="en-IN" sz="1200" dirty="0"/>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60246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670744"/>
            <a:ext cx="2347113" cy="338554"/>
          </a:xfrm>
          <a:prstGeom prst="rect">
            <a:avLst/>
          </a:prstGeom>
          <a:noFill/>
        </p:spPr>
        <p:txBody>
          <a:bodyPr wrap="square" rtlCol="0">
            <a:spAutoFit/>
          </a:bodyPr>
          <a:lstStyle/>
          <a:p>
            <a:pPr algn="ctr"/>
            <a:r>
              <a:rPr lang="en-US" sz="1600"/>
              <a:t>(5)</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36085" y="5132244"/>
            <a:ext cx="2347113" cy="461665"/>
          </a:xfrm>
          <a:prstGeom prst="rect">
            <a:avLst/>
          </a:prstGeom>
          <a:noFill/>
        </p:spPr>
        <p:txBody>
          <a:bodyPr wrap="square" rtlCol="0">
            <a:spAutoFit/>
          </a:bodyPr>
          <a:lstStyle/>
          <a:p>
            <a:pPr algn="just"/>
            <a:r>
              <a:rPr lang="en-US" sz="1200"/>
              <a:t>Gwy sends back ACK to cloud with appropriate Error code</a:t>
            </a:r>
            <a:endParaRPr lang="en-IN" sz="120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3482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362172"/>
            <a:ext cx="2347113" cy="338554"/>
          </a:xfrm>
          <a:prstGeom prst="rect">
            <a:avLst/>
          </a:prstGeom>
          <a:noFill/>
        </p:spPr>
        <p:txBody>
          <a:bodyPr wrap="square" rtlCol="0">
            <a:spAutoFit/>
          </a:bodyPr>
          <a:lstStyle/>
          <a:p>
            <a:pPr algn="ctr"/>
            <a:r>
              <a:rPr lang="en-US" sz="1600"/>
              <a:t>(6)</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5690068"/>
            <a:ext cx="2347113" cy="646331"/>
          </a:xfrm>
          <a:prstGeom prst="rect">
            <a:avLst/>
          </a:prstGeom>
          <a:noFill/>
        </p:spPr>
        <p:txBody>
          <a:bodyPr wrap="square" rtlCol="0">
            <a:spAutoFit/>
          </a:bodyPr>
          <a:lstStyle/>
          <a:p>
            <a:pPr algn="just"/>
            <a:r>
              <a:rPr lang="en-US" sz="1200" dirty="0"/>
              <a:t>User gets notified about the Node Heartbeat Publish configuration status based on Error code</a:t>
            </a:r>
            <a:endParaRPr lang="en-IN" sz="1200" dirty="0"/>
          </a:p>
        </p:txBody>
      </p:sp>
      <p:sp>
        <p:nvSpPr>
          <p:cNvPr id="2" name="TextBox 1">
            <a:extLst>
              <a:ext uri="{FF2B5EF4-FFF2-40B4-BE49-F238E27FC236}">
                <a16:creationId xmlns:a16="http://schemas.microsoft.com/office/drawing/2014/main" id="{ED85E716-5A33-A7AC-B877-1C949674B015}"/>
              </a:ext>
            </a:extLst>
          </p:cNvPr>
          <p:cNvSpPr txBox="1"/>
          <p:nvPr/>
        </p:nvSpPr>
        <p:spPr>
          <a:xfrm>
            <a:off x="5973785" y="3442864"/>
            <a:ext cx="2347113" cy="646331"/>
          </a:xfrm>
          <a:prstGeom prst="rect">
            <a:avLst/>
          </a:prstGeom>
          <a:noFill/>
        </p:spPr>
        <p:txBody>
          <a:bodyPr wrap="square" rtlCol="0">
            <a:spAutoFit/>
          </a:bodyPr>
          <a:lstStyle/>
          <a:p>
            <a:pPr algn="just"/>
            <a:r>
              <a:rPr lang="en-US" sz="1200" dirty="0"/>
              <a:t>Gateway sends the Node Heartbeat Publish configuration packet to the Node</a:t>
            </a:r>
            <a:endParaRPr lang="en-IN" sz="1200" dirty="0"/>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090962"/>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09096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175" y="508684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5155120"/>
            <a:ext cx="2347113" cy="338554"/>
          </a:xfrm>
          <a:prstGeom prst="rect">
            <a:avLst/>
          </a:prstGeom>
          <a:noFill/>
        </p:spPr>
        <p:txBody>
          <a:bodyPr wrap="square" rtlCol="0">
            <a:spAutoFit/>
          </a:bodyPr>
          <a:lstStyle/>
          <a:p>
            <a:pPr algn="ctr"/>
            <a:r>
              <a:rPr lang="en-US" sz="1600"/>
              <a:t>(4)</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5980174" y="4570344"/>
            <a:ext cx="2347113" cy="461665"/>
          </a:xfrm>
          <a:prstGeom prst="rect">
            <a:avLst/>
          </a:prstGeom>
          <a:noFill/>
        </p:spPr>
        <p:txBody>
          <a:bodyPr wrap="square" rtlCol="0">
            <a:spAutoFit/>
          </a:bodyPr>
          <a:lstStyle/>
          <a:p>
            <a:pPr algn="just"/>
            <a:r>
              <a:rPr lang="en-IN" sz="1200" dirty="0"/>
              <a:t>Node sends back Heartbeat Publish configuration ack to Gwy</a:t>
            </a:r>
          </a:p>
        </p:txBody>
      </p:sp>
    </p:spTree>
    <p:extLst>
      <p:ext uri="{BB962C8B-B14F-4D97-AF65-F5344CB8AC3E}">
        <p14:creationId xmlns:p14="http://schemas.microsoft.com/office/powerpoint/2010/main" val="197022157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3239508"/>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3307787"/>
            <a:ext cx="2347113" cy="338554"/>
          </a:xfrm>
          <a:prstGeom prst="rect">
            <a:avLst/>
          </a:prstGeom>
          <a:noFill/>
        </p:spPr>
        <p:txBody>
          <a:bodyPr wrap="square" rtlCol="0">
            <a:spAutoFit/>
          </a:bodyPr>
          <a:lstStyle/>
          <a:p>
            <a:pPr algn="ctr"/>
            <a:r>
              <a:rPr lang="en-US" sz="1600"/>
              <a:t>(2)</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27771" y="2757309"/>
            <a:ext cx="2347113" cy="461665"/>
          </a:xfrm>
          <a:prstGeom prst="rect">
            <a:avLst/>
          </a:prstGeom>
          <a:noFill/>
        </p:spPr>
        <p:txBody>
          <a:bodyPr wrap="square" rtlCol="0">
            <a:spAutoFit/>
          </a:bodyPr>
          <a:lstStyle/>
          <a:p>
            <a:pPr algn="just"/>
            <a:r>
              <a:rPr lang="en-US" sz="1200"/>
              <a:t>Gwy sends Node Heartbeat ack to cloud</a:t>
            </a:r>
            <a:endParaRPr lang="en-IN" sz="1200"/>
          </a:p>
        </p:txBody>
      </p:sp>
      <p:sp>
        <p:nvSpPr>
          <p:cNvPr id="62" name="TextBox 61">
            <a:extLst>
              <a:ext uri="{FF2B5EF4-FFF2-40B4-BE49-F238E27FC236}">
                <a16:creationId xmlns:a16="http://schemas.microsoft.com/office/drawing/2014/main" id="{FEF40015-E740-F353-7F18-7F2AD7AF07C3}"/>
              </a:ext>
            </a:extLst>
          </p:cNvPr>
          <p:cNvSpPr txBox="1"/>
          <p:nvPr/>
        </p:nvSpPr>
        <p:spPr>
          <a:xfrm>
            <a:off x="1273883" y="4198390"/>
            <a:ext cx="2347113" cy="338554"/>
          </a:xfrm>
          <a:prstGeom prst="rect">
            <a:avLst/>
          </a:prstGeom>
          <a:noFill/>
        </p:spPr>
        <p:txBody>
          <a:bodyPr wrap="square" rtlCol="0">
            <a:spAutoFit/>
          </a:bodyPr>
          <a:lstStyle/>
          <a:p>
            <a:pPr algn="ctr"/>
            <a:r>
              <a:rPr lang="en-US" sz="1600"/>
              <a:t>(3)</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6" y="3704453"/>
            <a:ext cx="2347113" cy="461665"/>
          </a:xfrm>
          <a:prstGeom prst="rect">
            <a:avLst/>
          </a:prstGeom>
          <a:noFill/>
        </p:spPr>
        <p:txBody>
          <a:bodyPr wrap="square" rtlCol="0">
            <a:spAutoFit/>
          </a:bodyPr>
          <a:lstStyle/>
          <a:p>
            <a:pPr algn="just"/>
            <a:r>
              <a:rPr lang="en-US" sz="1200"/>
              <a:t>User gets notified about the Node alive status.</a:t>
            </a:r>
            <a:endParaRPr lang="en-IN" sz="1200"/>
          </a:p>
        </p:txBody>
      </p: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940" y="226076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2276121"/>
            <a:ext cx="2347113" cy="338554"/>
          </a:xfrm>
          <a:prstGeom prst="rect">
            <a:avLst/>
          </a:prstGeom>
          <a:noFill/>
        </p:spPr>
        <p:txBody>
          <a:bodyPr wrap="square" rtlCol="0">
            <a:spAutoFit/>
          </a:bodyPr>
          <a:lstStyle/>
          <a:p>
            <a:pPr algn="ctr"/>
            <a:r>
              <a:rPr lang="en-US" sz="1600"/>
              <a:t>(1)</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6006980" y="1937643"/>
            <a:ext cx="2347113" cy="276999"/>
          </a:xfrm>
          <a:prstGeom prst="rect">
            <a:avLst/>
          </a:prstGeom>
          <a:noFill/>
        </p:spPr>
        <p:txBody>
          <a:bodyPr wrap="square" rtlCol="0">
            <a:spAutoFit/>
          </a:bodyPr>
          <a:lstStyle/>
          <a:p>
            <a:pPr algn="just"/>
            <a:r>
              <a:rPr lang="en-US" sz="1200"/>
              <a:t>Node sends Heartbeat Ack to Gwy</a:t>
            </a:r>
            <a:endParaRPr lang="en-IN" sz="1200"/>
          </a:p>
        </p:txBody>
      </p:sp>
      <p:cxnSp>
        <p:nvCxnSpPr>
          <p:cNvPr id="15" name="Straight Arrow Connector 14">
            <a:extLst>
              <a:ext uri="{FF2B5EF4-FFF2-40B4-BE49-F238E27FC236}">
                <a16:creationId xmlns:a16="http://schemas.microsoft.com/office/drawing/2014/main" id="{9F7D001B-E628-13DF-5FD4-8BB3526ABAB9}"/>
              </a:ext>
            </a:extLst>
          </p:cNvPr>
          <p:cNvCxnSpPr>
            <a:cxnSpLocks/>
          </p:cNvCxnSpPr>
          <p:nvPr/>
        </p:nvCxnSpPr>
        <p:spPr>
          <a:xfrm flipH="1">
            <a:off x="1286366" y="4198390"/>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63440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50881" y="1548527"/>
            <a:ext cx="2347113" cy="646331"/>
          </a:xfrm>
          <a:prstGeom prst="rect">
            <a:avLst/>
          </a:prstGeom>
          <a:noFill/>
        </p:spPr>
        <p:txBody>
          <a:bodyPr wrap="square" lIns="91440" tIns="45720" rIns="91440" bIns="45720" rtlCol="0" anchor="t">
            <a:spAutoFit/>
          </a:bodyPr>
          <a:lstStyle/>
          <a:p>
            <a:pPr algn="just"/>
            <a:r>
              <a:rPr lang="en-US" sz="1200" dirty="0"/>
              <a:t>User presses “Heartbeat configuration” button from the mobile app</a:t>
            </a:r>
            <a:endParaRPr lang="en-IN" sz="1200" dirty="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5" y="2562107"/>
            <a:ext cx="2347113" cy="646331"/>
          </a:xfrm>
          <a:prstGeom prst="rect">
            <a:avLst/>
          </a:prstGeom>
          <a:noFill/>
        </p:spPr>
        <p:txBody>
          <a:bodyPr wrap="square" lIns="91440" tIns="45720" rIns="91440" bIns="45720" rtlCol="0" anchor="t">
            <a:spAutoFit/>
          </a:bodyPr>
          <a:lstStyle/>
          <a:p>
            <a:pPr algn="just"/>
            <a:r>
              <a:rPr lang="en-US" sz="1200" dirty="0"/>
              <a:t>Cloud sends the Heartbeat configuration packet to the all </a:t>
            </a:r>
            <a:r>
              <a:rPr lang="en-US" sz="1200" dirty="0" err="1"/>
              <a:t>Gwys</a:t>
            </a:r>
            <a:endParaRPr lang="en-US" sz="1200" dirty="0" err="1">
              <a:cs typeface="Calibri"/>
            </a:endParaRPr>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60246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670744"/>
            <a:ext cx="2347113" cy="338554"/>
          </a:xfrm>
          <a:prstGeom prst="rect">
            <a:avLst/>
          </a:prstGeom>
          <a:noFill/>
        </p:spPr>
        <p:txBody>
          <a:bodyPr wrap="square" rtlCol="0">
            <a:spAutoFit/>
          </a:bodyPr>
          <a:lstStyle/>
          <a:p>
            <a:pPr algn="ctr"/>
            <a:r>
              <a:rPr lang="en-US" sz="1600"/>
              <a:t>(5)</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16547" y="4790321"/>
            <a:ext cx="2347113" cy="830997"/>
          </a:xfrm>
          <a:prstGeom prst="rect">
            <a:avLst/>
          </a:prstGeom>
          <a:noFill/>
        </p:spPr>
        <p:txBody>
          <a:bodyPr wrap="square" lIns="91440" tIns="45720" rIns="91440" bIns="45720" rtlCol="0" anchor="t">
            <a:spAutoFit/>
          </a:bodyPr>
          <a:lstStyle/>
          <a:p>
            <a:pPr algn="just"/>
            <a:r>
              <a:rPr lang="en-US" sz="1200" dirty="0" err="1"/>
              <a:t>Gwy</a:t>
            </a:r>
            <a:r>
              <a:rPr lang="en-US" sz="1200" dirty="0"/>
              <a:t> sends back </a:t>
            </a:r>
            <a:r>
              <a:rPr lang="en-US" sz="1200" dirty="0" err="1"/>
              <a:t>Gwy</a:t>
            </a:r>
            <a:r>
              <a:rPr lang="en-US" sz="1200" dirty="0"/>
              <a:t> Heartbeat configuration ack and Node Heartbeat configuration ack to cloud</a:t>
            </a:r>
            <a:endParaRPr lang="en-US" sz="1200" dirty="0">
              <a:cs typeface="Calibri"/>
            </a:endParaRPr>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3482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362172"/>
            <a:ext cx="2347113" cy="338554"/>
          </a:xfrm>
          <a:prstGeom prst="rect">
            <a:avLst/>
          </a:prstGeom>
          <a:noFill/>
        </p:spPr>
        <p:txBody>
          <a:bodyPr wrap="square" rtlCol="0">
            <a:spAutoFit/>
          </a:bodyPr>
          <a:lstStyle/>
          <a:p>
            <a:pPr algn="ctr"/>
            <a:r>
              <a:rPr lang="en-US" sz="1600"/>
              <a:t>(6)</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5690068"/>
            <a:ext cx="2347113" cy="646331"/>
          </a:xfrm>
          <a:prstGeom prst="rect">
            <a:avLst/>
          </a:prstGeom>
          <a:noFill/>
        </p:spPr>
        <p:txBody>
          <a:bodyPr wrap="square" lIns="91440" tIns="45720" rIns="91440" bIns="45720" rtlCol="0" anchor="t">
            <a:spAutoFit/>
          </a:bodyPr>
          <a:lstStyle/>
          <a:p>
            <a:pPr algn="just"/>
            <a:r>
              <a:rPr lang="en-US" sz="1200" dirty="0"/>
              <a:t>User gets notified about the Heartbeat configuration status based on Error code</a:t>
            </a:r>
            <a:endParaRPr lang="en-IN" sz="1200" dirty="0"/>
          </a:p>
        </p:txBody>
      </p:sp>
      <p:sp>
        <p:nvSpPr>
          <p:cNvPr id="2" name="TextBox 1">
            <a:extLst>
              <a:ext uri="{FF2B5EF4-FFF2-40B4-BE49-F238E27FC236}">
                <a16:creationId xmlns:a16="http://schemas.microsoft.com/office/drawing/2014/main" id="{ED85E716-5A33-A7AC-B877-1C949674B015}"/>
              </a:ext>
            </a:extLst>
          </p:cNvPr>
          <p:cNvSpPr txBox="1"/>
          <p:nvPr/>
        </p:nvSpPr>
        <p:spPr>
          <a:xfrm>
            <a:off x="5973785" y="3442864"/>
            <a:ext cx="2347113" cy="646331"/>
          </a:xfrm>
          <a:prstGeom prst="rect">
            <a:avLst/>
          </a:prstGeom>
          <a:noFill/>
        </p:spPr>
        <p:txBody>
          <a:bodyPr wrap="square" lIns="91440" tIns="45720" rIns="91440" bIns="45720" rtlCol="0" anchor="t">
            <a:spAutoFit/>
          </a:bodyPr>
          <a:lstStyle/>
          <a:p>
            <a:pPr algn="just"/>
            <a:r>
              <a:rPr lang="en-US" sz="1200" dirty="0"/>
              <a:t>Gateways configure their Heartbeat intervals and send the packet to Nodes</a:t>
            </a:r>
            <a:endParaRPr lang="en-US" sz="1200" dirty="0">
              <a:cs typeface="Calibri"/>
            </a:endParaRPr>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090962"/>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09096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175" y="508684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5155120"/>
            <a:ext cx="2347113" cy="338554"/>
          </a:xfrm>
          <a:prstGeom prst="rect">
            <a:avLst/>
          </a:prstGeom>
          <a:noFill/>
        </p:spPr>
        <p:txBody>
          <a:bodyPr wrap="square" rtlCol="0">
            <a:spAutoFit/>
          </a:bodyPr>
          <a:lstStyle/>
          <a:p>
            <a:pPr algn="ctr"/>
            <a:r>
              <a:rPr lang="en-US" sz="1600"/>
              <a:t>(4)</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5980174" y="4492190"/>
            <a:ext cx="2347113" cy="646331"/>
          </a:xfrm>
          <a:prstGeom prst="rect">
            <a:avLst/>
          </a:prstGeom>
          <a:noFill/>
        </p:spPr>
        <p:txBody>
          <a:bodyPr wrap="square" lIns="91440" tIns="45720" rIns="91440" bIns="45720" rtlCol="0" anchor="t">
            <a:spAutoFit/>
          </a:bodyPr>
          <a:lstStyle/>
          <a:p>
            <a:pPr algn="just"/>
            <a:r>
              <a:rPr lang="en-IN" sz="1200" dirty="0"/>
              <a:t>Nodes configure their Heartbeat interval and send the Ack to Gateway</a:t>
            </a:r>
            <a:endParaRPr lang="en-US" dirty="0"/>
          </a:p>
        </p:txBody>
      </p:sp>
    </p:spTree>
    <p:extLst>
      <p:ext uri="{BB962C8B-B14F-4D97-AF65-F5344CB8AC3E}">
        <p14:creationId xmlns:p14="http://schemas.microsoft.com/office/powerpoint/2010/main" val="329073341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276572" y="1576865"/>
            <a:ext cx="2347113" cy="646331"/>
          </a:xfrm>
          <a:prstGeom prst="rect">
            <a:avLst/>
          </a:prstGeom>
          <a:noFill/>
        </p:spPr>
        <p:txBody>
          <a:bodyPr wrap="square" lIns="91440" tIns="45720" rIns="91440" bIns="45720" rtlCol="0" anchor="t">
            <a:spAutoFit/>
          </a:bodyPr>
          <a:lstStyle/>
          <a:p>
            <a:pPr algn="just"/>
            <a:r>
              <a:rPr lang="en-US" sz="1200" dirty="0"/>
              <a:t>User pressed "Teaching mode start" button for Node from mobile app</a:t>
            </a:r>
            <a:endParaRPr lang="en-US" dirty="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30056" y="2587451"/>
            <a:ext cx="2347113" cy="646331"/>
          </a:xfrm>
          <a:prstGeom prst="rect">
            <a:avLst/>
          </a:prstGeom>
          <a:noFill/>
        </p:spPr>
        <p:txBody>
          <a:bodyPr wrap="square" lIns="91440" tIns="45720" rIns="91440" bIns="45720" rtlCol="0" anchor="t">
            <a:spAutoFit/>
          </a:bodyPr>
          <a:lstStyle/>
          <a:p>
            <a:pPr algn="just"/>
            <a:r>
              <a:rPr lang="en-US" sz="1200" dirty="0"/>
              <a:t>Cloud sends the Node Teaching Mode Start Packet to the Specific Gwy</a:t>
            </a:r>
            <a:endParaRPr lang="en-IN" sz="1200" dirty="0" err="1"/>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60246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670744"/>
            <a:ext cx="2347113" cy="338554"/>
          </a:xfrm>
          <a:prstGeom prst="rect">
            <a:avLst/>
          </a:prstGeom>
          <a:noFill/>
        </p:spPr>
        <p:txBody>
          <a:bodyPr wrap="square" rtlCol="0">
            <a:spAutoFit/>
          </a:bodyPr>
          <a:lstStyle/>
          <a:p>
            <a:pPr algn="ctr"/>
            <a:r>
              <a:rPr lang="en-US" sz="1600"/>
              <a:t>(5)</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16174" y="4914114"/>
            <a:ext cx="2347113" cy="646331"/>
          </a:xfrm>
          <a:prstGeom prst="rect">
            <a:avLst/>
          </a:prstGeom>
          <a:noFill/>
        </p:spPr>
        <p:txBody>
          <a:bodyPr wrap="square" lIns="91440" tIns="45720" rIns="91440" bIns="45720" rtlCol="0" anchor="t">
            <a:spAutoFit/>
          </a:bodyPr>
          <a:lstStyle/>
          <a:p>
            <a:pPr algn="just"/>
            <a:r>
              <a:rPr lang="en-US" sz="1200" dirty="0"/>
              <a:t>Gwy sends back Node Teaching  Mode Start ACK to cloud with appropriate Error code</a:t>
            </a:r>
            <a:endParaRPr lang="en-IN" sz="1200" dirty="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3482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362172"/>
            <a:ext cx="2347113" cy="338554"/>
          </a:xfrm>
          <a:prstGeom prst="rect">
            <a:avLst/>
          </a:prstGeom>
          <a:noFill/>
        </p:spPr>
        <p:txBody>
          <a:bodyPr wrap="square" rtlCol="0">
            <a:spAutoFit/>
          </a:bodyPr>
          <a:lstStyle/>
          <a:p>
            <a:pPr algn="ctr"/>
            <a:r>
              <a:rPr lang="en-US" sz="1600"/>
              <a:t>(6)</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5690068"/>
            <a:ext cx="2347113" cy="646331"/>
          </a:xfrm>
          <a:prstGeom prst="rect">
            <a:avLst/>
          </a:prstGeom>
          <a:noFill/>
        </p:spPr>
        <p:txBody>
          <a:bodyPr wrap="square" lIns="91440" tIns="45720" rIns="91440" bIns="45720" rtlCol="0" anchor="t">
            <a:spAutoFit/>
          </a:bodyPr>
          <a:lstStyle/>
          <a:p>
            <a:pPr algn="just"/>
            <a:r>
              <a:rPr lang="en-US" sz="1200" dirty="0"/>
              <a:t>User gets notified if the Node has entered teaching mode or not based on error code</a:t>
            </a:r>
            <a:endParaRPr lang="en-US" sz="1200" dirty="0">
              <a:cs typeface="Calibri"/>
            </a:endParaRPr>
          </a:p>
        </p:txBody>
      </p:sp>
      <p:sp>
        <p:nvSpPr>
          <p:cNvPr id="2" name="TextBox 1">
            <a:extLst>
              <a:ext uri="{FF2B5EF4-FFF2-40B4-BE49-F238E27FC236}">
                <a16:creationId xmlns:a16="http://schemas.microsoft.com/office/drawing/2014/main" id="{ED85E716-5A33-A7AC-B877-1C949674B015}"/>
              </a:ext>
            </a:extLst>
          </p:cNvPr>
          <p:cNvSpPr txBox="1"/>
          <p:nvPr/>
        </p:nvSpPr>
        <p:spPr>
          <a:xfrm>
            <a:off x="5978700" y="3429243"/>
            <a:ext cx="2347113" cy="646331"/>
          </a:xfrm>
          <a:prstGeom prst="rect">
            <a:avLst/>
          </a:prstGeom>
          <a:noFill/>
        </p:spPr>
        <p:txBody>
          <a:bodyPr wrap="square" lIns="91440" tIns="45720" rIns="91440" bIns="45720" rtlCol="0" anchor="t">
            <a:spAutoFit/>
          </a:bodyPr>
          <a:lstStyle/>
          <a:p>
            <a:pPr algn="just"/>
            <a:r>
              <a:rPr lang="en-US" sz="1200" dirty="0"/>
              <a:t>Gateway sends the Node Teaching Mode Start Packet to specific Node.</a:t>
            </a:r>
            <a:endParaRPr lang="en-US" sz="1200" dirty="0">
              <a:cs typeface="Calibri"/>
            </a:endParaRPr>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090962"/>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09096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175" y="5041576"/>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5109855"/>
            <a:ext cx="2347113" cy="338554"/>
          </a:xfrm>
          <a:prstGeom prst="rect">
            <a:avLst/>
          </a:prstGeom>
          <a:noFill/>
        </p:spPr>
        <p:txBody>
          <a:bodyPr wrap="square" rtlCol="0">
            <a:spAutoFit/>
          </a:bodyPr>
          <a:lstStyle/>
          <a:p>
            <a:pPr algn="ctr"/>
            <a:r>
              <a:rPr lang="en-US" sz="1600"/>
              <a:t>(4)</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5987361" y="4532695"/>
            <a:ext cx="2347113" cy="461665"/>
          </a:xfrm>
          <a:prstGeom prst="rect">
            <a:avLst/>
          </a:prstGeom>
          <a:noFill/>
        </p:spPr>
        <p:txBody>
          <a:bodyPr wrap="square" lIns="91440" tIns="45720" rIns="91440" bIns="45720" rtlCol="0" anchor="t">
            <a:spAutoFit/>
          </a:bodyPr>
          <a:lstStyle/>
          <a:p>
            <a:pPr algn="just"/>
            <a:r>
              <a:rPr lang="en-US" sz="1200" dirty="0"/>
              <a:t>Node sends back Ack to </a:t>
            </a:r>
            <a:r>
              <a:rPr lang="en-US" sz="1200" dirty="0" err="1"/>
              <a:t>Gwy</a:t>
            </a:r>
            <a:r>
              <a:rPr lang="en-US" sz="1200" dirty="0"/>
              <a:t> reg. If it entered teaching mode</a:t>
            </a:r>
            <a:endParaRPr lang="en-US" sz="1200" dirty="0">
              <a:cs typeface="Calibri"/>
            </a:endParaRPr>
          </a:p>
        </p:txBody>
      </p:sp>
    </p:spTree>
    <p:extLst>
      <p:ext uri="{BB962C8B-B14F-4D97-AF65-F5344CB8AC3E}">
        <p14:creationId xmlns:p14="http://schemas.microsoft.com/office/powerpoint/2010/main" val="16991194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3239508"/>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3307787"/>
            <a:ext cx="2347113" cy="338554"/>
          </a:xfrm>
          <a:prstGeom prst="rect">
            <a:avLst/>
          </a:prstGeom>
          <a:noFill/>
        </p:spPr>
        <p:txBody>
          <a:bodyPr wrap="square" rtlCol="0">
            <a:spAutoFit/>
          </a:bodyPr>
          <a:lstStyle/>
          <a:p>
            <a:pPr algn="ctr"/>
            <a:r>
              <a:rPr lang="en-US" sz="1600"/>
              <a:t>(2)</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65142" y="2749907"/>
            <a:ext cx="2347113" cy="461665"/>
          </a:xfrm>
          <a:prstGeom prst="rect">
            <a:avLst/>
          </a:prstGeom>
          <a:noFill/>
        </p:spPr>
        <p:txBody>
          <a:bodyPr wrap="square" lIns="91440" tIns="45720" rIns="91440" bIns="45720" rtlCol="0" anchor="t">
            <a:spAutoFit/>
          </a:bodyPr>
          <a:lstStyle/>
          <a:p>
            <a:pPr algn="just"/>
            <a:r>
              <a:rPr lang="en-US" sz="1200" dirty="0" err="1"/>
              <a:t>Gwy</a:t>
            </a:r>
            <a:r>
              <a:rPr lang="en-US" sz="1200" dirty="0"/>
              <a:t> sends Node Teaching Mode end ACK to Cloud</a:t>
            </a:r>
            <a:endParaRPr lang="en-US" sz="1200" dirty="0">
              <a:cs typeface="Calibri"/>
            </a:endParaRPr>
          </a:p>
        </p:txBody>
      </p:sp>
      <p:sp>
        <p:nvSpPr>
          <p:cNvPr id="62" name="TextBox 61">
            <a:extLst>
              <a:ext uri="{FF2B5EF4-FFF2-40B4-BE49-F238E27FC236}">
                <a16:creationId xmlns:a16="http://schemas.microsoft.com/office/drawing/2014/main" id="{FEF40015-E740-F353-7F18-7F2AD7AF07C3}"/>
              </a:ext>
            </a:extLst>
          </p:cNvPr>
          <p:cNvSpPr txBox="1"/>
          <p:nvPr/>
        </p:nvSpPr>
        <p:spPr>
          <a:xfrm>
            <a:off x="1273883" y="4198390"/>
            <a:ext cx="2347113" cy="338554"/>
          </a:xfrm>
          <a:prstGeom prst="rect">
            <a:avLst/>
          </a:prstGeom>
          <a:noFill/>
        </p:spPr>
        <p:txBody>
          <a:bodyPr wrap="square" rtlCol="0">
            <a:spAutoFit/>
          </a:bodyPr>
          <a:lstStyle/>
          <a:p>
            <a:pPr algn="ctr"/>
            <a:r>
              <a:rPr lang="en-US" sz="1600"/>
              <a:t>(3)</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86367" y="3526286"/>
            <a:ext cx="2347113" cy="646331"/>
          </a:xfrm>
          <a:prstGeom prst="rect">
            <a:avLst/>
          </a:prstGeom>
          <a:noFill/>
        </p:spPr>
        <p:txBody>
          <a:bodyPr wrap="square" lIns="91440" tIns="45720" rIns="91440" bIns="45720" rtlCol="0" anchor="t">
            <a:spAutoFit/>
          </a:bodyPr>
          <a:lstStyle/>
          <a:p>
            <a:pPr algn="just"/>
            <a:r>
              <a:rPr lang="en-US" sz="1200" dirty="0"/>
              <a:t>User gets notified if the Node has exited teaching mode or not based on error code</a:t>
            </a:r>
            <a:endParaRPr lang="en-US" sz="1200" dirty="0">
              <a:cs typeface="Calibri"/>
            </a:endParaRPr>
          </a:p>
        </p:txBody>
      </p: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940" y="226076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2276121"/>
            <a:ext cx="2347113" cy="338554"/>
          </a:xfrm>
          <a:prstGeom prst="rect">
            <a:avLst/>
          </a:prstGeom>
          <a:noFill/>
        </p:spPr>
        <p:txBody>
          <a:bodyPr wrap="square" rtlCol="0">
            <a:spAutoFit/>
          </a:bodyPr>
          <a:lstStyle/>
          <a:p>
            <a:pPr algn="ctr"/>
            <a:r>
              <a:rPr lang="en-US" sz="1600"/>
              <a:t>(1)</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6006980" y="1755752"/>
            <a:ext cx="2347113" cy="461665"/>
          </a:xfrm>
          <a:prstGeom prst="rect">
            <a:avLst/>
          </a:prstGeom>
          <a:noFill/>
        </p:spPr>
        <p:txBody>
          <a:bodyPr wrap="square" lIns="91440" tIns="45720" rIns="91440" bIns="45720" rtlCol="0" anchor="t">
            <a:spAutoFit/>
          </a:bodyPr>
          <a:lstStyle/>
          <a:p>
            <a:pPr algn="just"/>
            <a:r>
              <a:rPr lang="en-US" sz="1200" dirty="0"/>
              <a:t>Node sends Node Teaching mode end ACK to </a:t>
            </a:r>
            <a:r>
              <a:rPr lang="en-US" sz="1200" dirty="0" err="1"/>
              <a:t>Gwy</a:t>
            </a:r>
            <a:endParaRPr lang="en-IN" sz="1200" dirty="0" err="1"/>
          </a:p>
        </p:txBody>
      </p:sp>
      <p:cxnSp>
        <p:nvCxnSpPr>
          <p:cNvPr id="15" name="Straight Arrow Connector 14">
            <a:extLst>
              <a:ext uri="{FF2B5EF4-FFF2-40B4-BE49-F238E27FC236}">
                <a16:creationId xmlns:a16="http://schemas.microsoft.com/office/drawing/2014/main" id="{9F7D001B-E628-13DF-5FD4-8BB3526ABAB9}"/>
              </a:ext>
            </a:extLst>
          </p:cNvPr>
          <p:cNvCxnSpPr>
            <a:cxnSpLocks/>
          </p:cNvCxnSpPr>
          <p:nvPr/>
        </p:nvCxnSpPr>
        <p:spPr>
          <a:xfrm flipH="1">
            <a:off x="1286366" y="4198390"/>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0742813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AABC21D3-4C2A-FEF3-7F60-CDB62FD9D5AC}"/>
              </a:ext>
            </a:extLst>
          </p:cNvPr>
          <p:cNvSpPr/>
          <p:nvPr/>
        </p:nvSpPr>
        <p:spPr>
          <a:xfrm>
            <a:off x="615636"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Mobile</a:t>
            </a:r>
            <a:endParaRPr lang="en-IN"/>
          </a:p>
        </p:txBody>
      </p:sp>
      <p:sp>
        <p:nvSpPr>
          <p:cNvPr id="5" name="Rectangle: Rounded Corners 4">
            <a:extLst>
              <a:ext uri="{FF2B5EF4-FFF2-40B4-BE49-F238E27FC236}">
                <a16:creationId xmlns:a16="http://schemas.microsoft.com/office/drawing/2014/main" id="{B8D098C1-10CA-02FB-C4F3-04290818ECB4}"/>
              </a:ext>
            </a:extLst>
          </p:cNvPr>
          <p:cNvSpPr/>
          <p:nvPr/>
        </p:nvSpPr>
        <p:spPr>
          <a:xfrm>
            <a:off x="2974818"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Cloud</a:t>
            </a:r>
            <a:endParaRPr lang="en-IN"/>
          </a:p>
        </p:txBody>
      </p:sp>
      <p:sp>
        <p:nvSpPr>
          <p:cNvPr id="6" name="Rectangle: Rounded Corners 5">
            <a:extLst>
              <a:ext uri="{FF2B5EF4-FFF2-40B4-BE49-F238E27FC236}">
                <a16:creationId xmlns:a16="http://schemas.microsoft.com/office/drawing/2014/main" id="{B79177C4-18AA-55F0-4C74-97B890FCA88A}"/>
              </a:ext>
            </a:extLst>
          </p:cNvPr>
          <p:cNvSpPr/>
          <p:nvPr/>
        </p:nvSpPr>
        <p:spPr>
          <a:xfrm>
            <a:off x="5315140"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Gateway</a:t>
            </a:r>
            <a:endParaRPr lang="en-IN"/>
          </a:p>
        </p:txBody>
      </p:sp>
      <p:sp>
        <p:nvSpPr>
          <p:cNvPr id="7" name="Rectangle: Rounded Corners 6">
            <a:extLst>
              <a:ext uri="{FF2B5EF4-FFF2-40B4-BE49-F238E27FC236}">
                <a16:creationId xmlns:a16="http://schemas.microsoft.com/office/drawing/2014/main" id="{AF25EF63-D820-387D-160C-5A017A546801}"/>
              </a:ext>
            </a:extLst>
          </p:cNvPr>
          <p:cNvSpPr/>
          <p:nvPr/>
        </p:nvSpPr>
        <p:spPr>
          <a:xfrm>
            <a:off x="7644522"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Node</a:t>
            </a:r>
            <a:endParaRPr lang="en-IN"/>
          </a:p>
        </p:txBody>
      </p:sp>
      <p:sp>
        <p:nvSpPr>
          <p:cNvPr id="8" name="Rectangle: Rounded Corners 7">
            <a:extLst>
              <a:ext uri="{FF2B5EF4-FFF2-40B4-BE49-F238E27FC236}">
                <a16:creationId xmlns:a16="http://schemas.microsoft.com/office/drawing/2014/main" id="{6921CB1A-50FD-6C11-B9C0-6CCFD7820D96}"/>
              </a:ext>
            </a:extLst>
          </p:cNvPr>
          <p:cNvSpPr/>
          <p:nvPr/>
        </p:nvSpPr>
        <p:spPr>
          <a:xfrm>
            <a:off x="9997303" y="479834"/>
            <a:ext cx="1312752" cy="669956"/>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t>AC</a:t>
            </a:r>
            <a:endParaRPr lang="en-IN"/>
          </a:p>
        </p:txBody>
      </p:sp>
      <p:cxnSp>
        <p:nvCxnSpPr>
          <p:cNvPr id="10" name="Straight Connector 9">
            <a:extLst>
              <a:ext uri="{FF2B5EF4-FFF2-40B4-BE49-F238E27FC236}">
                <a16:creationId xmlns:a16="http://schemas.microsoft.com/office/drawing/2014/main" id="{199094F3-D623-7391-65A4-F6A33990DD25}"/>
              </a:ext>
            </a:extLst>
          </p:cNvPr>
          <p:cNvCxnSpPr>
            <a:cxnSpLocks/>
            <a:stCxn id="4" idx="2"/>
          </p:cNvCxnSpPr>
          <p:nvPr/>
        </p:nvCxnSpPr>
        <p:spPr>
          <a:xfrm>
            <a:off x="1272012"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Straight Connector 10">
            <a:extLst>
              <a:ext uri="{FF2B5EF4-FFF2-40B4-BE49-F238E27FC236}">
                <a16:creationId xmlns:a16="http://schemas.microsoft.com/office/drawing/2014/main" id="{F871FA57-0992-8F99-5625-4F47325F7CC8}"/>
              </a:ext>
            </a:extLst>
          </p:cNvPr>
          <p:cNvCxnSpPr>
            <a:cxnSpLocks/>
            <a:stCxn id="5" idx="2"/>
          </p:cNvCxnSpPr>
          <p:nvPr/>
        </p:nvCxnSpPr>
        <p:spPr>
          <a:xfrm>
            <a:off x="3631194" y="1149790"/>
            <a:ext cx="0"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6" name="Straight Connector 15">
            <a:extLst>
              <a:ext uri="{FF2B5EF4-FFF2-40B4-BE49-F238E27FC236}">
                <a16:creationId xmlns:a16="http://schemas.microsoft.com/office/drawing/2014/main" id="{343C9343-4A24-9D3A-85A0-5FD38FBB27DD}"/>
              </a:ext>
            </a:extLst>
          </p:cNvPr>
          <p:cNvCxnSpPr>
            <a:cxnSpLocks/>
          </p:cNvCxnSpPr>
          <p:nvPr/>
        </p:nvCxnSpPr>
        <p:spPr>
          <a:xfrm flipH="1">
            <a:off x="5977934" y="1149790"/>
            <a:ext cx="1"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18" name="Straight Connector 17">
            <a:extLst>
              <a:ext uri="{FF2B5EF4-FFF2-40B4-BE49-F238E27FC236}">
                <a16:creationId xmlns:a16="http://schemas.microsoft.com/office/drawing/2014/main" id="{E339A46D-993E-EE13-DB1E-3FBBE1339059}"/>
              </a:ext>
            </a:extLst>
          </p:cNvPr>
          <p:cNvCxnSpPr>
            <a:cxnSpLocks/>
          </p:cNvCxnSpPr>
          <p:nvPr/>
        </p:nvCxnSpPr>
        <p:spPr>
          <a:xfrm>
            <a:off x="8307317" y="1149790"/>
            <a:ext cx="46776" cy="5717263"/>
          </a:xfrm>
          <a:prstGeom prst="line">
            <a:avLst/>
          </a:prstGeom>
          <a:ln w="19050"/>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2B4C3E78-1CA5-3CD3-6D8C-6084AC71D1B1}"/>
              </a:ext>
            </a:extLst>
          </p:cNvPr>
          <p:cNvCxnSpPr>
            <a:cxnSpLocks/>
          </p:cNvCxnSpPr>
          <p:nvPr/>
        </p:nvCxnSpPr>
        <p:spPr>
          <a:xfrm>
            <a:off x="10661968" y="1158843"/>
            <a:ext cx="92044" cy="5708210"/>
          </a:xfrm>
          <a:prstGeom prst="line">
            <a:avLst/>
          </a:prstGeom>
          <a:ln w="19050"/>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13974C00-3D0E-F2F0-AE9D-3777606E1865}"/>
              </a:ext>
            </a:extLst>
          </p:cNvPr>
          <p:cNvCxnSpPr>
            <a:cxnSpLocks/>
          </p:cNvCxnSpPr>
          <p:nvPr/>
        </p:nvCxnSpPr>
        <p:spPr>
          <a:xfrm>
            <a:off x="93167" y="23545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39" name="Straight Arrow Connector 38">
            <a:extLst>
              <a:ext uri="{FF2B5EF4-FFF2-40B4-BE49-F238E27FC236}">
                <a16:creationId xmlns:a16="http://schemas.microsoft.com/office/drawing/2014/main" id="{81744363-FD68-E121-53FC-4709173EAC06}"/>
              </a:ext>
            </a:extLst>
          </p:cNvPr>
          <p:cNvCxnSpPr>
            <a:cxnSpLocks/>
          </p:cNvCxnSpPr>
          <p:nvPr/>
        </p:nvCxnSpPr>
        <p:spPr>
          <a:xfrm flipH="1">
            <a:off x="2641352" y="214389"/>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47" name="TextBox 46">
            <a:extLst>
              <a:ext uri="{FF2B5EF4-FFF2-40B4-BE49-F238E27FC236}">
                <a16:creationId xmlns:a16="http://schemas.microsoft.com/office/drawing/2014/main" id="{55A6ADD3-1F75-1085-E478-A2FFB4E2EFC6}"/>
              </a:ext>
            </a:extLst>
          </p:cNvPr>
          <p:cNvSpPr txBox="1"/>
          <p:nvPr/>
        </p:nvSpPr>
        <p:spPr>
          <a:xfrm>
            <a:off x="5454335" y="45112"/>
            <a:ext cx="2347113" cy="338554"/>
          </a:xfrm>
          <a:prstGeom prst="rect">
            <a:avLst/>
          </a:prstGeom>
          <a:noFill/>
        </p:spPr>
        <p:txBody>
          <a:bodyPr wrap="square" rtlCol="0">
            <a:spAutoFit/>
          </a:bodyPr>
          <a:lstStyle/>
          <a:p>
            <a:pPr algn="ctr"/>
            <a:r>
              <a:rPr lang="en-US" sz="1600"/>
              <a:t>(1)</a:t>
            </a:r>
            <a:endParaRPr lang="en-IN" sz="1600"/>
          </a:p>
        </p:txBody>
      </p:sp>
      <p:cxnSp>
        <p:nvCxnSpPr>
          <p:cNvPr id="49" name="Straight Arrow Connector 48">
            <a:extLst>
              <a:ext uri="{FF2B5EF4-FFF2-40B4-BE49-F238E27FC236}">
                <a16:creationId xmlns:a16="http://schemas.microsoft.com/office/drawing/2014/main" id="{B1810694-F167-200B-12D8-5F4389FE1A60}"/>
              </a:ext>
            </a:extLst>
          </p:cNvPr>
          <p:cNvCxnSpPr>
            <a:cxnSpLocks/>
          </p:cNvCxnSpPr>
          <p:nvPr/>
        </p:nvCxnSpPr>
        <p:spPr>
          <a:xfrm>
            <a:off x="1282943" y="225286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0" name="TextBox 49">
            <a:extLst>
              <a:ext uri="{FF2B5EF4-FFF2-40B4-BE49-F238E27FC236}">
                <a16:creationId xmlns:a16="http://schemas.microsoft.com/office/drawing/2014/main" id="{F93D94B0-C02C-AF97-95C2-84138601C7CA}"/>
              </a:ext>
            </a:extLst>
          </p:cNvPr>
          <p:cNvSpPr txBox="1"/>
          <p:nvPr/>
        </p:nvSpPr>
        <p:spPr>
          <a:xfrm>
            <a:off x="1304840" y="1902180"/>
            <a:ext cx="2347113" cy="276999"/>
          </a:xfrm>
          <a:prstGeom prst="rect">
            <a:avLst/>
          </a:prstGeom>
          <a:noFill/>
        </p:spPr>
        <p:txBody>
          <a:bodyPr wrap="square" lIns="91440" tIns="45720" rIns="91440" bIns="45720" rtlCol="0" anchor="t">
            <a:spAutoFit/>
          </a:bodyPr>
          <a:lstStyle/>
          <a:p>
            <a:pPr algn="just"/>
            <a:r>
              <a:rPr lang="en-US" sz="1200" dirty="0"/>
              <a:t>Sending “Node Debug Info Packet” </a:t>
            </a:r>
            <a:endParaRPr lang="en-US" dirty="0"/>
          </a:p>
        </p:txBody>
      </p:sp>
      <p:sp>
        <p:nvSpPr>
          <p:cNvPr id="51" name="TextBox 50">
            <a:extLst>
              <a:ext uri="{FF2B5EF4-FFF2-40B4-BE49-F238E27FC236}">
                <a16:creationId xmlns:a16="http://schemas.microsoft.com/office/drawing/2014/main" id="{F3AF8FD1-1753-A23E-5EC5-B1DC5848B003}"/>
              </a:ext>
            </a:extLst>
          </p:cNvPr>
          <p:cNvSpPr txBox="1"/>
          <p:nvPr/>
        </p:nvSpPr>
        <p:spPr>
          <a:xfrm>
            <a:off x="1263324" y="2252866"/>
            <a:ext cx="2347113" cy="338554"/>
          </a:xfrm>
          <a:prstGeom prst="rect">
            <a:avLst/>
          </a:prstGeom>
          <a:noFill/>
        </p:spPr>
        <p:txBody>
          <a:bodyPr wrap="square" rtlCol="0">
            <a:spAutoFit/>
          </a:bodyPr>
          <a:lstStyle/>
          <a:p>
            <a:pPr algn="ctr"/>
            <a:r>
              <a:rPr lang="en-US" sz="1600"/>
              <a:t>(1)</a:t>
            </a:r>
            <a:endParaRPr lang="en-IN" sz="1600"/>
          </a:p>
        </p:txBody>
      </p:sp>
      <p:sp>
        <p:nvSpPr>
          <p:cNvPr id="52" name="TextBox 51">
            <a:extLst>
              <a:ext uri="{FF2B5EF4-FFF2-40B4-BE49-F238E27FC236}">
                <a16:creationId xmlns:a16="http://schemas.microsoft.com/office/drawing/2014/main" id="{9C5715F9-BAD7-6845-BB77-0BB490EFE17B}"/>
              </a:ext>
            </a:extLst>
          </p:cNvPr>
          <p:cNvSpPr txBox="1"/>
          <p:nvPr/>
        </p:nvSpPr>
        <p:spPr>
          <a:xfrm>
            <a:off x="3627661" y="2738416"/>
            <a:ext cx="2347113" cy="461665"/>
          </a:xfrm>
          <a:prstGeom prst="rect">
            <a:avLst/>
          </a:prstGeom>
          <a:noFill/>
        </p:spPr>
        <p:txBody>
          <a:bodyPr wrap="square" lIns="91440" tIns="45720" rIns="91440" bIns="45720" rtlCol="0" anchor="t">
            <a:spAutoFit/>
          </a:bodyPr>
          <a:lstStyle/>
          <a:p>
            <a:pPr algn="just"/>
            <a:r>
              <a:rPr lang="en-US" sz="1200" dirty="0"/>
              <a:t>Cloud sends the Node Debug info packet to the Specific Gwy</a:t>
            </a:r>
            <a:endParaRPr lang="en-IN" sz="1200" dirty="0" err="1"/>
          </a:p>
        </p:txBody>
      </p:sp>
      <p:sp>
        <p:nvSpPr>
          <p:cNvPr id="53" name="TextBox 52">
            <a:extLst>
              <a:ext uri="{FF2B5EF4-FFF2-40B4-BE49-F238E27FC236}">
                <a16:creationId xmlns:a16="http://schemas.microsoft.com/office/drawing/2014/main" id="{94AD33DB-7B98-6F5F-B5A8-AB40210C785E}"/>
              </a:ext>
            </a:extLst>
          </p:cNvPr>
          <p:cNvSpPr txBox="1"/>
          <p:nvPr/>
        </p:nvSpPr>
        <p:spPr>
          <a:xfrm>
            <a:off x="3597994" y="3261376"/>
            <a:ext cx="2347113" cy="338554"/>
          </a:xfrm>
          <a:prstGeom prst="rect">
            <a:avLst/>
          </a:prstGeom>
          <a:noFill/>
        </p:spPr>
        <p:txBody>
          <a:bodyPr wrap="square" rtlCol="0">
            <a:spAutoFit/>
          </a:bodyPr>
          <a:lstStyle/>
          <a:p>
            <a:pPr algn="ctr"/>
            <a:r>
              <a:rPr lang="en-US" sz="1600"/>
              <a:t>(2)</a:t>
            </a:r>
            <a:endParaRPr lang="en-IN" sz="1600"/>
          </a:p>
        </p:txBody>
      </p:sp>
      <p:cxnSp>
        <p:nvCxnSpPr>
          <p:cNvPr id="54" name="Straight Arrow Connector 53">
            <a:extLst>
              <a:ext uri="{FF2B5EF4-FFF2-40B4-BE49-F238E27FC236}">
                <a16:creationId xmlns:a16="http://schemas.microsoft.com/office/drawing/2014/main" id="{9E12320A-26AB-D717-D666-206CC62FBB11}"/>
              </a:ext>
            </a:extLst>
          </p:cNvPr>
          <p:cNvCxnSpPr>
            <a:cxnSpLocks/>
          </p:cNvCxnSpPr>
          <p:nvPr/>
        </p:nvCxnSpPr>
        <p:spPr>
          <a:xfrm>
            <a:off x="3630821" y="3261376"/>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AB74CA18-D1C1-AFCA-4E44-16D5F90FC114}"/>
              </a:ext>
            </a:extLst>
          </p:cNvPr>
          <p:cNvCxnSpPr>
            <a:cxnSpLocks/>
          </p:cNvCxnSpPr>
          <p:nvPr/>
        </p:nvCxnSpPr>
        <p:spPr>
          <a:xfrm flipH="1">
            <a:off x="3630056" y="5602465"/>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59" name="TextBox 58">
            <a:extLst>
              <a:ext uri="{FF2B5EF4-FFF2-40B4-BE49-F238E27FC236}">
                <a16:creationId xmlns:a16="http://schemas.microsoft.com/office/drawing/2014/main" id="{EB6EBE88-CF2E-BFD5-38CA-404577D9020A}"/>
              </a:ext>
            </a:extLst>
          </p:cNvPr>
          <p:cNvSpPr txBox="1"/>
          <p:nvPr/>
        </p:nvSpPr>
        <p:spPr>
          <a:xfrm>
            <a:off x="3622143" y="5670744"/>
            <a:ext cx="2347113" cy="338554"/>
          </a:xfrm>
          <a:prstGeom prst="rect">
            <a:avLst/>
          </a:prstGeom>
          <a:noFill/>
        </p:spPr>
        <p:txBody>
          <a:bodyPr wrap="square" rtlCol="0">
            <a:spAutoFit/>
          </a:bodyPr>
          <a:lstStyle/>
          <a:p>
            <a:pPr algn="ctr"/>
            <a:r>
              <a:rPr lang="en-US" sz="1600"/>
              <a:t>(5)</a:t>
            </a:r>
            <a:endParaRPr lang="en-IN" sz="1600"/>
          </a:p>
        </p:txBody>
      </p:sp>
      <p:sp>
        <p:nvSpPr>
          <p:cNvPr id="60" name="TextBox 59">
            <a:extLst>
              <a:ext uri="{FF2B5EF4-FFF2-40B4-BE49-F238E27FC236}">
                <a16:creationId xmlns:a16="http://schemas.microsoft.com/office/drawing/2014/main" id="{3A6EC3F3-25FC-44AE-B1AD-7ECD22950F84}"/>
              </a:ext>
            </a:extLst>
          </p:cNvPr>
          <p:cNvSpPr txBox="1"/>
          <p:nvPr/>
        </p:nvSpPr>
        <p:spPr>
          <a:xfrm>
            <a:off x="3621049" y="5109855"/>
            <a:ext cx="2347113" cy="461665"/>
          </a:xfrm>
          <a:prstGeom prst="rect">
            <a:avLst/>
          </a:prstGeom>
          <a:noFill/>
        </p:spPr>
        <p:txBody>
          <a:bodyPr wrap="square" lIns="91440" tIns="45720" rIns="91440" bIns="45720" rtlCol="0" anchor="t">
            <a:spAutoFit/>
          </a:bodyPr>
          <a:lstStyle/>
          <a:p>
            <a:pPr algn="just"/>
            <a:r>
              <a:rPr lang="en-US" sz="1200" dirty="0"/>
              <a:t>Gwy sends back Node Debug info ACK to cloud</a:t>
            </a:r>
            <a:endParaRPr lang="en-IN" sz="1200" dirty="0"/>
          </a:p>
        </p:txBody>
      </p:sp>
      <p:cxnSp>
        <p:nvCxnSpPr>
          <p:cNvPr id="61" name="Straight Arrow Connector 60">
            <a:extLst>
              <a:ext uri="{FF2B5EF4-FFF2-40B4-BE49-F238E27FC236}">
                <a16:creationId xmlns:a16="http://schemas.microsoft.com/office/drawing/2014/main" id="{644CCF6A-C949-0C4C-07FD-26B987EC4035}"/>
              </a:ext>
            </a:extLst>
          </p:cNvPr>
          <p:cNvCxnSpPr>
            <a:cxnSpLocks/>
          </p:cNvCxnSpPr>
          <p:nvPr/>
        </p:nvCxnSpPr>
        <p:spPr>
          <a:xfrm flipH="1">
            <a:off x="1281796" y="6348211"/>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62" name="TextBox 61">
            <a:extLst>
              <a:ext uri="{FF2B5EF4-FFF2-40B4-BE49-F238E27FC236}">
                <a16:creationId xmlns:a16="http://schemas.microsoft.com/office/drawing/2014/main" id="{FEF40015-E740-F353-7F18-7F2AD7AF07C3}"/>
              </a:ext>
            </a:extLst>
          </p:cNvPr>
          <p:cNvSpPr txBox="1"/>
          <p:nvPr/>
        </p:nvSpPr>
        <p:spPr>
          <a:xfrm>
            <a:off x="1273883" y="6362172"/>
            <a:ext cx="2347113" cy="338554"/>
          </a:xfrm>
          <a:prstGeom prst="rect">
            <a:avLst/>
          </a:prstGeom>
          <a:noFill/>
        </p:spPr>
        <p:txBody>
          <a:bodyPr wrap="square" rtlCol="0">
            <a:spAutoFit/>
          </a:bodyPr>
          <a:lstStyle/>
          <a:p>
            <a:pPr algn="ctr"/>
            <a:r>
              <a:rPr lang="en-US" sz="1600"/>
              <a:t>(6)</a:t>
            </a:r>
            <a:endParaRPr lang="en-IN" sz="1600"/>
          </a:p>
        </p:txBody>
      </p:sp>
      <p:sp>
        <p:nvSpPr>
          <p:cNvPr id="63" name="TextBox 62">
            <a:extLst>
              <a:ext uri="{FF2B5EF4-FFF2-40B4-BE49-F238E27FC236}">
                <a16:creationId xmlns:a16="http://schemas.microsoft.com/office/drawing/2014/main" id="{2922AD32-FAC8-29CB-33CF-C250E559B3A8}"/>
              </a:ext>
            </a:extLst>
          </p:cNvPr>
          <p:cNvSpPr txBox="1"/>
          <p:nvPr/>
        </p:nvSpPr>
        <p:spPr>
          <a:xfrm>
            <a:off x="1299645" y="5800414"/>
            <a:ext cx="2347113" cy="461665"/>
          </a:xfrm>
          <a:prstGeom prst="rect">
            <a:avLst/>
          </a:prstGeom>
          <a:noFill/>
        </p:spPr>
        <p:txBody>
          <a:bodyPr wrap="square" lIns="91440" tIns="45720" rIns="91440" bIns="45720" rtlCol="0" anchor="t">
            <a:spAutoFit/>
          </a:bodyPr>
          <a:lstStyle/>
          <a:p>
            <a:pPr algn="just"/>
            <a:r>
              <a:rPr lang="en-US" sz="1200" dirty="0">
                <a:cs typeface="Calibri"/>
              </a:rPr>
              <a:t>Node debug info packet is received and can be used for debugging</a:t>
            </a:r>
          </a:p>
        </p:txBody>
      </p:sp>
      <p:sp>
        <p:nvSpPr>
          <p:cNvPr id="2" name="TextBox 1">
            <a:extLst>
              <a:ext uri="{FF2B5EF4-FFF2-40B4-BE49-F238E27FC236}">
                <a16:creationId xmlns:a16="http://schemas.microsoft.com/office/drawing/2014/main" id="{ED85E716-5A33-A7AC-B877-1C949674B015}"/>
              </a:ext>
            </a:extLst>
          </p:cNvPr>
          <p:cNvSpPr txBox="1"/>
          <p:nvPr/>
        </p:nvSpPr>
        <p:spPr>
          <a:xfrm>
            <a:off x="5992077" y="3540996"/>
            <a:ext cx="2347113" cy="461665"/>
          </a:xfrm>
          <a:prstGeom prst="rect">
            <a:avLst/>
          </a:prstGeom>
          <a:noFill/>
        </p:spPr>
        <p:txBody>
          <a:bodyPr wrap="square" lIns="91440" tIns="45720" rIns="91440" bIns="45720" rtlCol="0" anchor="t">
            <a:spAutoFit/>
          </a:bodyPr>
          <a:lstStyle/>
          <a:p>
            <a:pPr algn="just"/>
            <a:r>
              <a:rPr lang="en-US" sz="1200" dirty="0"/>
              <a:t>Gateway sends the Node Debug info packet to specific Node.</a:t>
            </a:r>
            <a:endParaRPr lang="en-US" sz="1200" dirty="0">
              <a:cs typeface="Calibri"/>
            </a:endParaRPr>
          </a:p>
        </p:txBody>
      </p:sp>
      <p:sp>
        <p:nvSpPr>
          <p:cNvPr id="3" name="TextBox 2">
            <a:extLst>
              <a:ext uri="{FF2B5EF4-FFF2-40B4-BE49-F238E27FC236}">
                <a16:creationId xmlns:a16="http://schemas.microsoft.com/office/drawing/2014/main" id="{ED23D15A-B307-F337-4552-BA4242732627}"/>
              </a:ext>
            </a:extLst>
          </p:cNvPr>
          <p:cNvSpPr txBox="1"/>
          <p:nvPr/>
        </p:nvSpPr>
        <p:spPr>
          <a:xfrm>
            <a:off x="5960577" y="4090962"/>
            <a:ext cx="2347113" cy="338554"/>
          </a:xfrm>
          <a:prstGeom prst="rect">
            <a:avLst/>
          </a:prstGeom>
          <a:noFill/>
        </p:spPr>
        <p:txBody>
          <a:bodyPr wrap="square" rtlCol="0">
            <a:spAutoFit/>
          </a:bodyPr>
          <a:lstStyle/>
          <a:p>
            <a:pPr algn="ctr"/>
            <a:r>
              <a:rPr lang="en-US" sz="1600"/>
              <a:t>(3)</a:t>
            </a:r>
            <a:endParaRPr lang="en-IN" sz="1600"/>
          </a:p>
        </p:txBody>
      </p:sp>
      <p:cxnSp>
        <p:nvCxnSpPr>
          <p:cNvPr id="9" name="Straight Arrow Connector 8">
            <a:extLst>
              <a:ext uri="{FF2B5EF4-FFF2-40B4-BE49-F238E27FC236}">
                <a16:creationId xmlns:a16="http://schemas.microsoft.com/office/drawing/2014/main" id="{EEEA0E8A-F4D8-867E-E9BB-E3EFD2347F4F}"/>
              </a:ext>
            </a:extLst>
          </p:cNvPr>
          <p:cNvCxnSpPr>
            <a:cxnSpLocks/>
          </p:cNvCxnSpPr>
          <p:nvPr/>
        </p:nvCxnSpPr>
        <p:spPr>
          <a:xfrm>
            <a:off x="5993404" y="4090962"/>
            <a:ext cx="2347113" cy="0"/>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cxnSp>
        <p:nvCxnSpPr>
          <p:cNvPr id="12" name="Straight Arrow Connector 11">
            <a:extLst>
              <a:ext uri="{FF2B5EF4-FFF2-40B4-BE49-F238E27FC236}">
                <a16:creationId xmlns:a16="http://schemas.microsoft.com/office/drawing/2014/main" id="{9D05DE12-417A-86A4-6256-730DC68A289E}"/>
              </a:ext>
            </a:extLst>
          </p:cNvPr>
          <p:cNvCxnSpPr>
            <a:cxnSpLocks/>
          </p:cNvCxnSpPr>
          <p:nvPr/>
        </p:nvCxnSpPr>
        <p:spPr>
          <a:xfrm flipH="1">
            <a:off x="5980175" y="5041576"/>
            <a:ext cx="2347113" cy="21063"/>
          </a:xfrm>
          <a:prstGeom prst="straightConnector1">
            <a:avLst/>
          </a:prstGeom>
          <a:ln w="19050">
            <a:headEnd w="lg" len="lg"/>
            <a:tailEnd type="triangle" w="lg" len="lg"/>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531952C2-B572-6DCA-D5C5-2AABC0999366}"/>
              </a:ext>
            </a:extLst>
          </p:cNvPr>
          <p:cNvSpPr txBox="1"/>
          <p:nvPr/>
        </p:nvSpPr>
        <p:spPr>
          <a:xfrm>
            <a:off x="5972262" y="5109855"/>
            <a:ext cx="2347113" cy="338554"/>
          </a:xfrm>
          <a:prstGeom prst="rect">
            <a:avLst/>
          </a:prstGeom>
          <a:noFill/>
        </p:spPr>
        <p:txBody>
          <a:bodyPr wrap="square" rtlCol="0">
            <a:spAutoFit/>
          </a:bodyPr>
          <a:lstStyle/>
          <a:p>
            <a:pPr algn="ctr"/>
            <a:r>
              <a:rPr lang="en-US" sz="1600"/>
              <a:t>(4)</a:t>
            </a:r>
            <a:endParaRPr lang="en-IN" sz="1600"/>
          </a:p>
        </p:txBody>
      </p:sp>
      <p:sp>
        <p:nvSpPr>
          <p:cNvPr id="14" name="TextBox 13">
            <a:extLst>
              <a:ext uri="{FF2B5EF4-FFF2-40B4-BE49-F238E27FC236}">
                <a16:creationId xmlns:a16="http://schemas.microsoft.com/office/drawing/2014/main" id="{905023E6-4A22-6B72-9D4A-6C54D12D57E3}"/>
              </a:ext>
            </a:extLst>
          </p:cNvPr>
          <p:cNvSpPr txBox="1"/>
          <p:nvPr/>
        </p:nvSpPr>
        <p:spPr>
          <a:xfrm>
            <a:off x="5987361" y="4532695"/>
            <a:ext cx="2347113" cy="461665"/>
          </a:xfrm>
          <a:prstGeom prst="rect">
            <a:avLst/>
          </a:prstGeom>
          <a:noFill/>
        </p:spPr>
        <p:txBody>
          <a:bodyPr wrap="square" lIns="91440" tIns="45720" rIns="91440" bIns="45720" rtlCol="0" anchor="t">
            <a:spAutoFit/>
          </a:bodyPr>
          <a:lstStyle/>
          <a:p>
            <a:pPr algn="just"/>
            <a:r>
              <a:rPr lang="en-US" sz="1200" dirty="0"/>
              <a:t>Node sends back the Debug info ACK back to Gwy</a:t>
            </a:r>
            <a:endParaRPr lang="en-US" sz="1200" dirty="0">
              <a:cs typeface="Calibri"/>
            </a:endParaRPr>
          </a:p>
        </p:txBody>
      </p:sp>
    </p:spTree>
    <p:extLst>
      <p:ext uri="{BB962C8B-B14F-4D97-AF65-F5344CB8AC3E}">
        <p14:creationId xmlns:p14="http://schemas.microsoft.com/office/powerpoint/2010/main" val="2827533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1949</TotalTime>
  <Words>6854</Words>
  <Application>Microsoft Office PowerPoint</Application>
  <PresentationFormat>Widescreen</PresentationFormat>
  <Paragraphs>1767</Paragraphs>
  <Slides>58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Arial</vt:lpstr>
      <vt:lpstr>Calibri</vt:lpstr>
      <vt:lpstr>Calibri Light</vt:lpstr>
      <vt:lpstr>Office Theme</vt:lpstr>
      <vt:lpstr>BLE Mesh based IR AC Controller Software Design Document-Cloud &amp; Gateway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Embedded Development</dc:creator>
  <cp:lastModifiedBy>Embedded</cp:lastModifiedBy>
  <cp:revision>191</cp:revision>
  <dcterms:created xsi:type="dcterms:W3CDTF">2024-01-24T07:59:14Z</dcterms:created>
  <dcterms:modified xsi:type="dcterms:W3CDTF">2024-06-20T13:12:16Z</dcterms:modified>
</cp:coreProperties>
</file>